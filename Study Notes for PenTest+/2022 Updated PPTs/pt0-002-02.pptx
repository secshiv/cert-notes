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29"/>
  </p:notesMasterIdLst>
  <p:handoutMasterIdLst>
    <p:handoutMasterId r:id="rId30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82" r:id="rId12"/>
    <p:sldId id="283" r:id="rId13"/>
    <p:sldId id="261" r:id="rId14"/>
    <p:sldId id="266" r:id="rId15"/>
    <p:sldId id="267" r:id="rId16"/>
    <p:sldId id="268" r:id="rId17"/>
    <p:sldId id="269" r:id="rId18"/>
    <p:sldId id="284" r:id="rId19"/>
    <p:sldId id="270" r:id="rId20"/>
    <p:sldId id="271" r:id="rId21"/>
    <p:sldId id="272" r:id="rId22"/>
    <p:sldId id="273" r:id="rId23"/>
    <p:sldId id="274" r:id="rId24"/>
    <p:sldId id="285" r:id="rId25"/>
    <p:sldId id="286" r:id="rId26"/>
    <p:sldId id="275" r:id="rId27"/>
    <p:sldId id="281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86083-192D-4740-9A62-9E1F69B8354D}" v="5" dt="2022-10-19T21:10:59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76797" autoAdjust="0"/>
  </p:normalViewPr>
  <p:slideViewPr>
    <p:cSldViewPr snapToGrid="0">
      <p:cViewPr varScale="1">
        <p:scale>
          <a:sx n="65" d="100"/>
          <a:sy n="65" d="100"/>
        </p:scale>
        <p:origin x="1344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B3F3ADFE-4B90-46E4-90B1-12A7DD1F2A0D}"/>
    <pc:docChg chg="undo custSel delSld modSld">
      <pc:chgData name="Danielle Andries" userId="93d179e4-3c18-40f7-920e-ae80b202540d" providerId="ADAL" clId="{B3F3ADFE-4B90-46E4-90B1-12A7DD1F2A0D}" dt="2021-09-23T20:24:06.237" v="117" actId="20577"/>
      <pc:docMkLst>
        <pc:docMk/>
      </pc:docMkLst>
      <pc:sldChg chg="modSp mod">
        <pc:chgData name="Danielle Andries" userId="93d179e4-3c18-40f7-920e-ae80b202540d" providerId="ADAL" clId="{B3F3ADFE-4B90-46E4-90B1-12A7DD1F2A0D}" dt="2021-09-23T20:22:52.581" v="25"/>
        <pc:sldMkLst>
          <pc:docMk/>
          <pc:sldMk cId="3676537154" sldId="256"/>
        </pc:sldMkLst>
        <pc:spChg chg="mod">
          <ac:chgData name="Danielle Andries" userId="93d179e4-3c18-40f7-920e-ae80b202540d" providerId="ADAL" clId="{B3F3ADFE-4B90-46E4-90B1-12A7DD1F2A0D}" dt="2021-09-23T20:22:52.581" v="25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3F3ADFE-4B90-46E4-90B1-12A7DD1F2A0D}" dt="2021-09-23T18:54:40.689" v="2"/>
        <pc:sldMkLst>
          <pc:docMk/>
          <pc:sldMk cId="3476460589" sldId="258"/>
        </pc:sldMkLst>
        <pc:spChg chg="mod">
          <ac:chgData name="Danielle Andries" userId="93d179e4-3c18-40f7-920e-ae80b202540d" providerId="ADAL" clId="{B3F3ADFE-4B90-46E4-90B1-12A7DD1F2A0D}" dt="2021-09-23T18:54:40.689" v="2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3F3ADFE-4B90-46E4-90B1-12A7DD1F2A0D}" dt="2021-09-23T18:54:29.161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3F3ADFE-4B90-46E4-90B1-12A7DD1F2A0D}" dt="2021-09-23T18:55:20.105" v="21"/>
        <pc:sldMkLst>
          <pc:docMk/>
          <pc:sldMk cId="3581186469" sldId="259"/>
        </pc:sldMkLst>
        <pc:spChg chg="mod">
          <ac:chgData name="Danielle Andries" userId="93d179e4-3c18-40f7-920e-ae80b202540d" providerId="ADAL" clId="{B3F3ADFE-4B90-46E4-90B1-12A7DD1F2A0D}" dt="2021-09-23T18:55:20.105" v="21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3F3ADFE-4B90-46E4-90B1-12A7DD1F2A0D}" dt="2021-09-23T18:55:14.001" v="20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3F3ADFE-4B90-46E4-90B1-12A7DD1F2A0D}" dt="2021-09-23T18:55:12.265" v="18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3F3ADFE-4B90-46E4-90B1-12A7DD1F2A0D}" dt="2021-09-23T20:23:49.319" v="11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3F3ADFE-4B90-46E4-90B1-12A7DD1F2A0D}" dt="2021-09-23T20:23:49.319" v="11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3F3ADFE-4B90-46E4-90B1-12A7DD1F2A0D}" dt="2021-09-23T20:23:10.121" v="29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3F3ADFE-4B90-46E4-90B1-12A7DD1F2A0D}" dt="2021-09-23T20:23:08.564" v="27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3F3ADFE-4B90-46E4-90B1-12A7DD1F2A0D}" dt="2021-09-23T20:23:38.121" v="83" actId="20577"/>
        <pc:sldMkLst>
          <pc:docMk/>
          <pc:sldMk cId="1865066414" sldId="271"/>
        </pc:sldMkLst>
        <pc:spChg chg="mod">
          <ac:chgData name="Danielle Andries" userId="93d179e4-3c18-40f7-920e-ae80b202540d" providerId="ADAL" clId="{B3F3ADFE-4B90-46E4-90B1-12A7DD1F2A0D}" dt="2021-09-23T20:23:38.121" v="83" actId="20577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B3F3ADFE-4B90-46E4-90B1-12A7DD1F2A0D}" dt="2021-09-23T20:23:29.062" v="58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B3F3ADFE-4B90-46E4-90B1-12A7DD1F2A0D}" dt="2021-09-23T20:23:27.334" v="56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B3F3ADFE-4B90-46E4-90B1-12A7DD1F2A0D}" dt="2021-09-23T20:24:02.168" v="115" actId="47"/>
        <pc:sldMkLst>
          <pc:docMk/>
          <pc:sldMk cId="4031499031" sldId="276"/>
        </pc:sldMkLst>
      </pc:sldChg>
      <pc:sldChg chg="del">
        <pc:chgData name="Danielle Andries" userId="93d179e4-3c18-40f7-920e-ae80b202540d" providerId="ADAL" clId="{B3F3ADFE-4B90-46E4-90B1-12A7DD1F2A0D}" dt="2021-09-23T20:24:02.168" v="115" actId="47"/>
        <pc:sldMkLst>
          <pc:docMk/>
          <pc:sldMk cId="3029436493" sldId="277"/>
        </pc:sldMkLst>
      </pc:sldChg>
      <pc:sldChg chg="del">
        <pc:chgData name="Danielle Andries" userId="93d179e4-3c18-40f7-920e-ae80b202540d" providerId="ADAL" clId="{B3F3ADFE-4B90-46E4-90B1-12A7DD1F2A0D}" dt="2021-09-23T20:24:02.168" v="115" actId="47"/>
        <pc:sldMkLst>
          <pc:docMk/>
          <pc:sldMk cId="1730167077" sldId="278"/>
        </pc:sldMkLst>
      </pc:sldChg>
      <pc:sldChg chg="del">
        <pc:chgData name="Danielle Andries" userId="93d179e4-3c18-40f7-920e-ae80b202540d" providerId="ADAL" clId="{B3F3ADFE-4B90-46E4-90B1-12A7DD1F2A0D}" dt="2021-09-23T20:24:02.168" v="115" actId="47"/>
        <pc:sldMkLst>
          <pc:docMk/>
          <pc:sldMk cId="867101296" sldId="279"/>
        </pc:sldMkLst>
      </pc:sldChg>
      <pc:sldChg chg="del">
        <pc:chgData name="Danielle Andries" userId="93d179e4-3c18-40f7-920e-ae80b202540d" providerId="ADAL" clId="{B3F3ADFE-4B90-46E4-90B1-12A7DD1F2A0D}" dt="2021-09-23T20:24:02.168" v="115" actId="47"/>
        <pc:sldMkLst>
          <pc:docMk/>
          <pc:sldMk cId="661460135" sldId="280"/>
        </pc:sldMkLst>
      </pc:sldChg>
      <pc:sldChg chg="modSp mod">
        <pc:chgData name="Danielle Andries" userId="93d179e4-3c18-40f7-920e-ae80b202540d" providerId="ADAL" clId="{B3F3ADFE-4B90-46E4-90B1-12A7DD1F2A0D}" dt="2021-09-23T20:24:06.237" v="11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3F3ADFE-4B90-46E4-90B1-12A7DD1F2A0D}" dt="2021-09-23T20:24:06.237" v="117" actId="20577"/>
          <ac:spMkLst>
            <pc:docMk/>
            <pc:sldMk cId="2875311080" sldId="281"/>
            <ac:spMk id="2" creationId="{912A6636-FB7B-434B-90D7-F68D09FF271C}"/>
          </ac:spMkLst>
        </pc:spChg>
      </pc:sldChg>
    </pc:docChg>
  </pc:docChgLst>
  <pc:docChgLst>
    <pc:chgData name="Danielle Andries" userId="93d179e4-3c18-40f7-920e-ae80b202540d" providerId="ADAL" clId="{69C86B33-70AC-4A5A-BF3F-3E4EDEAC8844}"/>
    <pc:docChg chg="delSld">
      <pc:chgData name="Danielle Andries" userId="93d179e4-3c18-40f7-920e-ae80b202540d" providerId="ADAL" clId="{69C86B33-70AC-4A5A-BF3F-3E4EDEAC8844}" dt="2021-09-23T20:30:00.665" v="0" actId="2696"/>
      <pc:docMkLst>
        <pc:docMk/>
      </pc:docMkLst>
      <pc:sldChg chg="del">
        <pc:chgData name="Danielle Andries" userId="93d179e4-3c18-40f7-920e-ae80b202540d" providerId="ADAL" clId="{69C86B33-70AC-4A5A-BF3F-3E4EDEAC8844}" dt="2021-09-23T20:30:00.665" v="0" actId="2696"/>
        <pc:sldMkLst>
          <pc:docMk/>
          <pc:sldMk cId="265432538" sldId="282"/>
        </pc:sldMkLst>
      </pc:sldChg>
    </pc:docChg>
  </pc:docChgLst>
  <pc:docChgLst>
    <pc:chgData name="Danielle Andries" userId="93d179e4-3c18-40f7-920e-ae80b202540d" providerId="ADAL" clId="{9F986083-192D-4740-9A62-9E1F69B8354D}"/>
    <pc:docChg chg="modSld">
      <pc:chgData name="Danielle Andries" userId="93d179e4-3c18-40f7-920e-ae80b202540d" providerId="ADAL" clId="{9F986083-192D-4740-9A62-9E1F69B8354D}" dt="2021-10-12T14:36:51.746" v="14" actId="20577"/>
      <pc:docMkLst>
        <pc:docMk/>
      </pc:docMkLst>
      <pc:sldChg chg="modNotesTx">
        <pc:chgData name="Danielle Andries" userId="93d179e4-3c18-40f7-920e-ae80b202540d" providerId="ADAL" clId="{9F986083-192D-4740-9A62-9E1F69B8354D}" dt="2021-10-12T14:36:19.868" v="2" actId="20577"/>
        <pc:sldMkLst>
          <pc:docMk/>
          <pc:sldMk cId="443996997" sldId="268"/>
        </pc:sldMkLst>
      </pc:sldChg>
      <pc:sldChg chg="modNotesTx">
        <pc:chgData name="Danielle Andries" userId="93d179e4-3c18-40f7-920e-ae80b202540d" providerId="ADAL" clId="{9F986083-192D-4740-9A62-9E1F69B8354D}" dt="2021-10-12T14:36:51.746" v="14" actId="20577"/>
        <pc:sldMkLst>
          <pc:docMk/>
          <pc:sldMk cId="344198462" sldId="272"/>
        </pc:sldMkLst>
      </pc:sldChg>
      <pc:sldChg chg="modNotesTx">
        <pc:chgData name="Danielle Andries" userId="93d179e4-3c18-40f7-920e-ae80b202540d" providerId="ADAL" clId="{9F986083-192D-4740-9A62-9E1F69B8354D}" dt="2021-10-12T14:36:41.729" v="11" actId="20577"/>
        <pc:sldMkLst>
          <pc:docMk/>
          <pc:sldMk cId="1107384795" sldId="284"/>
        </pc:sldMkLst>
      </pc:sldChg>
    </pc:docChg>
  </pc:docChgLst>
  <pc:docChgLst>
    <pc:chgData name="Lisa Bock" userId="1f2a7945151d6011" providerId="LiveId" clId="{B6509AB7-4B55-4135-9635-C8C5C26FF9C1}"/>
    <pc:docChg chg="undo redo custSel addSld modSld">
      <pc:chgData name="Lisa Bock" userId="1f2a7945151d6011" providerId="LiveId" clId="{B6509AB7-4B55-4135-9635-C8C5C26FF9C1}" dt="2021-10-11T18:38:30.682" v="2160" actId="20577"/>
      <pc:docMkLst>
        <pc:docMk/>
      </pc:docMkLst>
      <pc:sldChg chg="modSp mod">
        <pc:chgData name="Lisa Bock" userId="1f2a7945151d6011" providerId="LiveId" clId="{B6509AB7-4B55-4135-9635-C8C5C26FF9C1}" dt="2021-10-06T18:20:40.837" v="2075" actId="6549"/>
        <pc:sldMkLst>
          <pc:docMk/>
          <pc:sldMk cId="2700514735" sldId="260"/>
        </pc:sldMkLst>
        <pc:spChg chg="mod">
          <ac:chgData name="Lisa Bock" userId="1f2a7945151d6011" providerId="LiveId" clId="{B6509AB7-4B55-4135-9635-C8C5C26FF9C1}" dt="2021-10-05T23:40:35.729" v="28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8:20:40.837" v="2075" actId="6549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06T01:52:51.105" v="749" actId="20577"/>
        <pc:sldMkLst>
          <pc:docMk/>
          <pc:sldMk cId="1379302974" sldId="261"/>
        </pc:sldMkLst>
        <pc:spChg chg="mod">
          <ac:chgData name="Lisa Bock" userId="1f2a7945151d6011" providerId="LiveId" clId="{B6509AB7-4B55-4135-9635-C8C5C26FF9C1}" dt="2021-10-06T01:52:51.105" v="749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B6509AB7-4B55-4135-9635-C8C5C26FF9C1}" dt="2021-10-05T23:38:57.376" v="0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B6509AB7-4B55-4135-9635-C8C5C26FF9C1}" dt="2021-10-06T18:26:11.079" v="2089" actId="6549"/>
        <pc:sldMkLst>
          <pc:docMk/>
          <pc:sldMk cId="1766491834" sldId="264"/>
        </pc:sldMkLst>
        <pc:spChg chg="mod">
          <ac:chgData name="Lisa Bock" userId="1f2a7945151d6011" providerId="LiveId" clId="{B6509AB7-4B55-4135-9635-C8C5C26FF9C1}" dt="2021-10-06T00:02:05.010" v="214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8:26:11.079" v="2089" actId="6549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6509AB7-4B55-4135-9635-C8C5C26FF9C1}" dt="2021-10-06T18:27:29.787" v="2124" actId="313"/>
        <pc:sldMkLst>
          <pc:docMk/>
          <pc:sldMk cId="2528030650" sldId="265"/>
        </pc:sldMkLst>
        <pc:spChg chg="mod">
          <ac:chgData name="Lisa Bock" userId="1f2a7945151d6011" providerId="LiveId" clId="{B6509AB7-4B55-4135-9635-C8C5C26FF9C1}" dt="2021-10-06T01:11:26.956" v="498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8:27:29.787" v="2124" actId="313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6509AB7-4B55-4135-9635-C8C5C26FF9C1}" dt="2021-10-06T14:25:16.844" v="893" actId="108"/>
        <pc:sldMkLst>
          <pc:docMk/>
          <pc:sldMk cId="2996616140" sldId="267"/>
        </pc:sldMkLst>
        <pc:spChg chg="mod">
          <ac:chgData name="Lisa Bock" userId="1f2a7945151d6011" providerId="LiveId" clId="{B6509AB7-4B55-4135-9635-C8C5C26FF9C1}" dt="2021-10-06T14:25:16.844" v="893" actId="108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4:23:27.666" v="882" actId="15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6509AB7-4B55-4135-9635-C8C5C26FF9C1}" dt="2021-10-06T15:26:06.322" v="995"/>
        <pc:sldMkLst>
          <pc:docMk/>
          <pc:sldMk cId="443996997" sldId="268"/>
        </pc:sldMkLst>
        <pc:spChg chg="mod">
          <ac:chgData name="Lisa Bock" userId="1f2a7945151d6011" providerId="LiveId" clId="{B6509AB7-4B55-4135-9635-C8C5C26FF9C1}" dt="2021-10-06T14:25:31.052" v="894" actId="108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4:29:08.327" v="994" actId="6549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06T15:37:58.746" v="1127" actId="20577"/>
        <pc:sldMkLst>
          <pc:docMk/>
          <pc:sldMk cId="1387039101" sldId="269"/>
        </pc:sldMkLst>
        <pc:spChg chg="mod">
          <ac:chgData name="Lisa Bock" userId="1f2a7945151d6011" providerId="LiveId" clId="{B6509AB7-4B55-4135-9635-C8C5C26FF9C1}" dt="2021-10-06T15:27:34.224" v="1032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5:37:58.746" v="1127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06T15:48:52.650" v="1315" actId="20577"/>
        <pc:sldMkLst>
          <pc:docMk/>
          <pc:sldMk cId="1555248704" sldId="270"/>
        </pc:sldMkLst>
        <pc:spChg chg="mod">
          <ac:chgData name="Lisa Bock" userId="1f2a7945151d6011" providerId="LiveId" clId="{B6509AB7-4B55-4135-9635-C8C5C26FF9C1}" dt="2021-10-06T15:48:52.650" v="1315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B6509AB7-4B55-4135-9635-C8C5C26FF9C1}" dt="2021-10-05T23:39:11.876" v="1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B6509AB7-4B55-4135-9635-C8C5C26FF9C1}" dt="2021-10-06T16:38:12.041" v="1534" actId="20577"/>
        <pc:sldMkLst>
          <pc:docMk/>
          <pc:sldMk cId="344198462" sldId="272"/>
        </pc:sldMkLst>
        <pc:spChg chg="mod">
          <ac:chgData name="Lisa Bock" userId="1f2a7945151d6011" providerId="LiveId" clId="{B6509AB7-4B55-4135-9635-C8C5C26FF9C1}" dt="2021-10-06T16:20:21.592" v="1352" actId="20577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6:38:12.041" v="1534" actId="20577"/>
          <ac:spMkLst>
            <pc:docMk/>
            <pc:sldMk cId="344198462" sldId="272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11T18:38:30.682" v="2160" actId="20577"/>
        <pc:sldMkLst>
          <pc:docMk/>
          <pc:sldMk cId="2731222769" sldId="273"/>
        </pc:sldMkLst>
        <pc:spChg chg="mod">
          <ac:chgData name="Lisa Bock" userId="1f2a7945151d6011" providerId="LiveId" clId="{B6509AB7-4B55-4135-9635-C8C5C26FF9C1}" dt="2021-10-06T16:40:30.648" v="1561" actId="20577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11T18:38:30.682" v="2160" actId="20577"/>
          <ac:spMkLst>
            <pc:docMk/>
            <pc:sldMk cId="2731222769" sldId="273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06T17:00:07.923" v="1785" actId="6549"/>
        <pc:sldMkLst>
          <pc:docMk/>
          <pc:sldMk cId="2707367036" sldId="274"/>
        </pc:sldMkLst>
        <pc:spChg chg="mod">
          <ac:chgData name="Lisa Bock" userId="1f2a7945151d6011" providerId="LiveId" clId="{B6509AB7-4B55-4135-9635-C8C5C26FF9C1}" dt="2021-10-06T16:51:05.394" v="1680" actId="20577"/>
          <ac:spMkLst>
            <pc:docMk/>
            <pc:sldMk cId="2707367036" sldId="274"/>
            <ac:spMk id="2" creationId="{A92B708E-4083-4962-9240-C5792BEC3394}"/>
          </ac:spMkLst>
        </pc:spChg>
        <pc:spChg chg="mod">
          <ac:chgData name="Lisa Bock" userId="1f2a7945151d6011" providerId="LiveId" clId="{B6509AB7-4B55-4135-9635-C8C5C26FF9C1}" dt="2021-10-06T17:00:07.923" v="1785" actId="6549"/>
          <ac:spMkLst>
            <pc:docMk/>
            <pc:sldMk cId="2707367036" sldId="274"/>
            <ac:spMk id="3" creationId="{D265882B-10E2-446D-A76D-9CAE7BFA8BE6}"/>
          </ac:spMkLst>
        </pc:spChg>
      </pc:sldChg>
      <pc:sldChg chg="modSp mod">
        <pc:chgData name="Lisa Bock" userId="1f2a7945151d6011" providerId="LiveId" clId="{B6509AB7-4B55-4135-9635-C8C5C26FF9C1}" dt="2021-10-06T17:37:54.555" v="1907" actId="20577"/>
        <pc:sldMkLst>
          <pc:docMk/>
          <pc:sldMk cId="3677739018" sldId="275"/>
        </pc:sldMkLst>
        <pc:spChg chg="mod">
          <ac:chgData name="Lisa Bock" userId="1f2a7945151d6011" providerId="LiveId" clId="{B6509AB7-4B55-4135-9635-C8C5C26FF9C1}" dt="2021-10-06T17:37:54.555" v="1907" actId="20577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B6509AB7-4B55-4135-9635-C8C5C26FF9C1}" dt="2021-10-05T23:39:34.228" v="2"/>
          <ac:spMkLst>
            <pc:docMk/>
            <pc:sldMk cId="3677739018" sldId="275"/>
            <ac:spMk id="3" creationId="{741BF6B6-2A64-4049-9A00-5F58CF8B2C57}"/>
          </ac:spMkLst>
        </pc:spChg>
      </pc:sldChg>
      <pc:sldChg chg="modSp new mod">
        <pc:chgData name="Lisa Bock" userId="1f2a7945151d6011" providerId="LiveId" clId="{B6509AB7-4B55-4135-9635-C8C5C26FF9C1}" dt="2021-10-06T18:29:43.334" v="2154" actId="20577"/>
        <pc:sldMkLst>
          <pc:docMk/>
          <pc:sldMk cId="686854852" sldId="282"/>
        </pc:sldMkLst>
        <pc:spChg chg="mod">
          <ac:chgData name="Lisa Bock" userId="1f2a7945151d6011" providerId="LiveId" clId="{B6509AB7-4B55-4135-9635-C8C5C26FF9C1}" dt="2021-10-06T01:26:11.293" v="599" actId="20577"/>
          <ac:spMkLst>
            <pc:docMk/>
            <pc:sldMk cId="686854852" sldId="282"/>
            <ac:spMk id="2" creationId="{A9EFA0C2-C7A7-4488-9D0C-973D873225E0}"/>
          </ac:spMkLst>
        </pc:spChg>
        <pc:spChg chg="mod">
          <ac:chgData name="Lisa Bock" userId="1f2a7945151d6011" providerId="LiveId" clId="{B6509AB7-4B55-4135-9635-C8C5C26FF9C1}" dt="2021-10-06T18:29:43.334" v="2154" actId="20577"/>
          <ac:spMkLst>
            <pc:docMk/>
            <pc:sldMk cId="686854852" sldId="282"/>
            <ac:spMk id="3" creationId="{A5939C55-0358-4FC7-8DE8-A91410CF487A}"/>
          </ac:spMkLst>
        </pc:spChg>
      </pc:sldChg>
      <pc:sldChg chg="addSp delSp modSp new mod modClrScheme chgLayout">
        <pc:chgData name="Lisa Bock" userId="1f2a7945151d6011" providerId="LiveId" clId="{B6509AB7-4B55-4135-9635-C8C5C26FF9C1}" dt="2021-10-06T01:42:10.864" v="643" actId="20577"/>
        <pc:sldMkLst>
          <pc:docMk/>
          <pc:sldMk cId="981881157" sldId="283"/>
        </pc:sldMkLst>
        <pc:spChg chg="del mod ord">
          <ac:chgData name="Lisa Bock" userId="1f2a7945151d6011" providerId="LiveId" clId="{B6509AB7-4B55-4135-9635-C8C5C26FF9C1}" dt="2021-10-06T01:24:13.988" v="587" actId="700"/>
          <ac:spMkLst>
            <pc:docMk/>
            <pc:sldMk cId="981881157" sldId="283"/>
            <ac:spMk id="2" creationId="{441B97E7-EEA6-41F8-8554-E7B2D6CE6715}"/>
          </ac:spMkLst>
        </pc:spChg>
        <pc:spChg chg="del mod ord">
          <ac:chgData name="Lisa Bock" userId="1f2a7945151d6011" providerId="LiveId" clId="{B6509AB7-4B55-4135-9635-C8C5C26FF9C1}" dt="2021-10-06T01:24:13.988" v="587" actId="700"/>
          <ac:spMkLst>
            <pc:docMk/>
            <pc:sldMk cId="981881157" sldId="283"/>
            <ac:spMk id="3" creationId="{30C85F95-8E04-4933-8722-666752F31524}"/>
          </ac:spMkLst>
        </pc:spChg>
        <pc:spChg chg="del">
          <ac:chgData name="Lisa Bock" userId="1f2a7945151d6011" providerId="LiveId" clId="{B6509AB7-4B55-4135-9635-C8C5C26FF9C1}" dt="2021-10-06T01:24:13.988" v="587" actId="700"/>
          <ac:spMkLst>
            <pc:docMk/>
            <pc:sldMk cId="981881157" sldId="283"/>
            <ac:spMk id="4" creationId="{870D13DE-F136-4C49-BAEB-EF67190A5465}"/>
          </ac:spMkLst>
        </pc:spChg>
        <pc:spChg chg="mod ord">
          <ac:chgData name="Lisa Bock" userId="1f2a7945151d6011" providerId="LiveId" clId="{B6509AB7-4B55-4135-9635-C8C5C26FF9C1}" dt="2021-10-06T01:24:13.988" v="587" actId="700"/>
          <ac:spMkLst>
            <pc:docMk/>
            <pc:sldMk cId="981881157" sldId="283"/>
            <ac:spMk id="5" creationId="{ADF0A76F-66AE-4A34-842F-3DC823649B76}"/>
          </ac:spMkLst>
        </pc:spChg>
        <pc:spChg chg="add mod ord">
          <ac:chgData name="Lisa Bock" userId="1f2a7945151d6011" providerId="LiveId" clId="{B6509AB7-4B55-4135-9635-C8C5C26FF9C1}" dt="2021-10-06T01:25:55.253" v="595" actId="108"/>
          <ac:spMkLst>
            <pc:docMk/>
            <pc:sldMk cId="981881157" sldId="283"/>
            <ac:spMk id="6" creationId="{422D8480-7D8B-488C-9C68-ADED6FEBDC9E}"/>
          </ac:spMkLst>
        </pc:spChg>
        <pc:spChg chg="add mod ord">
          <ac:chgData name="Lisa Bock" userId="1f2a7945151d6011" providerId="LiveId" clId="{B6509AB7-4B55-4135-9635-C8C5C26FF9C1}" dt="2021-10-06T01:42:10.864" v="643" actId="20577"/>
          <ac:spMkLst>
            <pc:docMk/>
            <pc:sldMk cId="981881157" sldId="283"/>
            <ac:spMk id="7" creationId="{443B8D12-FDE4-426D-A45C-B89745E075CF}"/>
          </ac:spMkLst>
        </pc:spChg>
      </pc:sldChg>
      <pc:sldChg chg="modSp new mod modNotesTx">
        <pc:chgData name="Lisa Bock" userId="1f2a7945151d6011" providerId="LiveId" clId="{B6509AB7-4B55-4135-9635-C8C5C26FF9C1}" dt="2021-10-06T15:42:58.858" v="1204" actId="27636"/>
        <pc:sldMkLst>
          <pc:docMk/>
          <pc:sldMk cId="1107384795" sldId="284"/>
        </pc:sldMkLst>
        <pc:spChg chg="mod">
          <ac:chgData name="Lisa Bock" userId="1f2a7945151d6011" providerId="LiveId" clId="{B6509AB7-4B55-4135-9635-C8C5C26FF9C1}" dt="2021-10-06T15:41:05.969" v="1180" actId="313"/>
          <ac:spMkLst>
            <pc:docMk/>
            <pc:sldMk cId="1107384795" sldId="284"/>
            <ac:spMk id="2" creationId="{FAF759FA-7E6B-41CA-8A0E-A0A8A92DEA0E}"/>
          </ac:spMkLst>
        </pc:spChg>
        <pc:spChg chg="mod">
          <ac:chgData name="Lisa Bock" userId="1f2a7945151d6011" providerId="LiveId" clId="{B6509AB7-4B55-4135-9635-C8C5C26FF9C1}" dt="2021-10-06T15:42:58.858" v="1204" actId="27636"/>
          <ac:spMkLst>
            <pc:docMk/>
            <pc:sldMk cId="1107384795" sldId="284"/>
            <ac:spMk id="3" creationId="{815E715E-AB1F-48DE-B50B-DAE9B27DFD09}"/>
          </ac:spMkLst>
        </pc:spChg>
      </pc:sldChg>
      <pc:sldChg chg="addSp delSp modSp new mod modClrScheme chgLayout">
        <pc:chgData name="Lisa Bock" userId="1f2a7945151d6011" providerId="LiveId" clId="{B6509AB7-4B55-4135-9635-C8C5C26FF9C1}" dt="2021-10-06T17:06:36.610" v="1860" actId="20577"/>
        <pc:sldMkLst>
          <pc:docMk/>
          <pc:sldMk cId="3380427581" sldId="285"/>
        </pc:sldMkLst>
        <pc:spChg chg="mod ord">
          <ac:chgData name="Lisa Bock" userId="1f2a7945151d6011" providerId="LiveId" clId="{B6509AB7-4B55-4135-9635-C8C5C26FF9C1}" dt="2021-10-06T17:06:36.610" v="1860" actId="20577"/>
          <ac:spMkLst>
            <pc:docMk/>
            <pc:sldMk cId="3380427581" sldId="285"/>
            <ac:spMk id="2" creationId="{FCC3A0F1-11BD-4E32-A49C-9345D4843C97}"/>
          </ac:spMkLst>
        </pc:spChg>
        <pc:spChg chg="mod ord">
          <ac:chgData name="Lisa Bock" userId="1f2a7945151d6011" providerId="LiveId" clId="{B6509AB7-4B55-4135-9635-C8C5C26FF9C1}" dt="2021-10-06T17:04:28.229" v="1818" actId="20577"/>
          <ac:spMkLst>
            <pc:docMk/>
            <pc:sldMk cId="3380427581" sldId="285"/>
            <ac:spMk id="3" creationId="{241A7AC9-B06B-458A-B870-185A111D922E}"/>
          </ac:spMkLst>
        </pc:spChg>
        <pc:spChg chg="mod ord">
          <ac:chgData name="Lisa Bock" userId="1f2a7945151d6011" providerId="LiveId" clId="{B6509AB7-4B55-4135-9635-C8C5C26FF9C1}" dt="2021-10-06T17:02:08.879" v="1794" actId="700"/>
          <ac:spMkLst>
            <pc:docMk/>
            <pc:sldMk cId="3380427581" sldId="285"/>
            <ac:spMk id="4" creationId="{5D5088FC-7F63-4013-893C-7C2A98545E78}"/>
          </ac:spMkLst>
        </pc:spChg>
        <pc:spChg chg="add del mod ord">
          <ac:chgData name="Lisa Bock" userId="1f2a7945151d6011" providerId="LiveId" clId="{B6509AB7-4B55-4135-9635-C8C5C26FF9C1}" dt="2021-10-06T17:02:28.232" v="1796"/>
          <ac:spMkLst>
            <pc:docMk/>
            <pc:sldMk cId="3380427581" sldId="285"/>
            <ac:spMk id="5" creationId="{C2B2965F-0495-4B79-AF2D-07AA696260B8}"/>
          </ac:spMkLst>
        </pc:spChg>
        <pc:picChg chg="add mod">
          <ac:chgData name="Lisa Bock" userId="1f2a7945151d6011" providerId="LiveId" clId="{B6509AB7-4B55-4135-9635-C8C5C26FF9C1}" dt="2021-10-06T17:02:28.232" v="1796"/>
          <ac:picMkLst>
            <pc:docMk/>
            <pc:sldMk cId="3380427581" sldId="285"/>
            <ac:picMk id="1026" creationId="{BFD58C57-D510-454F-B857-522DB1917F10}"/>
          </ac:picMkLst>
        </pc:picChg>
      </pc:sldChg>
      <pc:sldChg chg="modSp new mod modNotesTx">
        <pc:chgData name="Lisa Bock" userId="1f2a7945151d6011" providerId="LiveId" clId="{B6509AB7-4B55-4135-9635-C8C5C26FF9C1}" dt="2021-10-06T18:19:51.327" v="2070" actId="20577"/>
        <pc:sldMkLst>
          <pc:docMk/>
          <pc:sldMk cId="2847114993" sldId="286"/>
        </pc:sldMkLst>
        <pc:spChg chg="mod">
          <ac:chgData name="Lisa Bock" userId="1f2a7945151d6011" providerId="LiveId" clId="{B6509AB7-4B55-4135-9635-C8C5C26FF9C1}" dt="2021-10-06T17:06:17.514" v="1857" actId="108"/>
          <ac:spMkLst>
            <pc:docMk/>
            <pc:sldMk cId="2847114993" sldId="286"/>
            <ac:spMk id="2" creationId="{B703070B-89E0-4846-BD9F-7D3C8220B07F}"/>
          </ac:spMkLst>
        </pc:spChg>
        <pc:spChg chg="mod">
          <ac:chgData name="Lisa Bock" userId="1f2a7945151d6011" providerId="LiveId" clId="{B6509AB7-4B55-4135-9635-C8C5C26FF9C1}" dt="2021-10-06T18:19:51.327" v="2070" actId="20577"/>
          <ac:spMkLst>
            <pc:docMk/>
            <pc:sldMk cId="2847114993" sldId="286"/>
            <ac:spMk id="3" creationId="{1CCC7D36-18D9-4AA7-8634-EA1ACD214B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Review the importance of project management and adhering to a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92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Brainstorm possible variables that will impact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43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Evaluate why it’s important to stress that the PenTest is valid only at the point in time it is conducted.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4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for NDA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73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team will need to ensure that you can comply with the requirements and performance standards of any agreements that you enter as a service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7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Defining the Rules of Engagement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PenTest+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and contrast governance, risk, and compliance reports</a:t>
            </a:r>
          </a:p>
          <a:p>
            <a:r>
              <a:rPr lang="en-US" dirty="0"/>
              <a:t>Explain the importance of scoping and organizational/customer requirements</a:t>
            </a:r>
          </a:p>
          <a:p>
            <a:r>
              <a:rPr lang="en-US" dirty="0"/>
              <a:t>Given a scenario, demonstrate an ethical hacking mindset by maintaining professionalism and integrity.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 Environmental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2A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stakeholders will define specifically what is to be </a:t>
            </a:r>
            <a:r>
              <a:rPr lang="en-US" i="1" dirty="0"/>
              <a:t>included or excluded </a:t>
            </a:r>
            <a:r>
              <a:rPr lang="en-US" dirty="0"/>
              <a:t>during the testing process. </a:t>
            </a:r>
          </a:p>
          <a:p>
            <a:pPr lvl="1"/>
            <a:r>
              <a:rPr lang="en-US" dirty="0"/>
              <a:t>This is a more cost-effective approach, as the team will have a clear idea as to when the testing is complete.</a:t>
            </a:r>
          </a:p>
          <a:p>
            <a:r>
              <a:rPr lang="en-US" dirty="0"/>
              <a:t>Determine what specific environments are to be considered. </a:t>
            </a:r>
          </a:p>
          <a:p>
            <a:pPr lvl="1"/>
            <a:r>
              <a:rPr lang="en-US" dirty="0"/>
              <a:t>Once the targets are identified, this will determine the scope and type of attacks the team will attempt.</a:t>
            </a:r>
          </a:p>
          <a:p>
            <a:pPr lvl="1"/>
            <a:r>
              <a:rPr lang="en-US" dirty="0"/>
              <a:t>Can include on-site networks, specific applications, or resources in the cloud.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 the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Assess the LAN and the WLAN</a:t>
            </a:r>
          </a:p>
          <a:p>
            <a:r>
              <a:rPr lang="en-US" dirty="0"/>
              <a:t>Evaluate web and/or mobile applications. </a:t>
            </a:r>
          </a:p>
          <a:p>
            <a:pPr lvl="1"/>
            <a:r>
              <a:rPr lang="en-US" dirty="0"/>
              <a:t>Define guidelines, such as number of pages that require user interaction.</a:t>
            </a:r>
          </a:p>
          <a:p>
            <a:pPr lvl="1"/>
            <a:r>
              <a:rPr lang="en-US" dirty="0"/>
              <a:t>The team should obtain a variety of roles and permissions to be tested</a:t>
            </a:r>
          </a:p>
          <a:p>
            <a:r>
              <a:rPr lang="en-US" dirty="0"/>
              <a:t>Test cloud resources (SaaS, IaaS and PaaS)</a:t>
            </a:r>
          </a:p>
          <a:p>
            <a:pPr lvl="1"/>
            <a:r>
              <a:rPr lang="en-US" dirty="0"/>
              <a:t>Prior to testing, obtain the proper authorization from the provider </a:t>
            </a:r>
          </a:p>
          <a:p>
            <a:pPr lvl="1"/>
            <a:r>
              <a:rPr lang="en-US" dirty="0"/>
              <a:t>Determine what type of testing will be allowed.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In-Scope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stakeholders will need to be specific as to what assets will be included in the scope.  Some example include:</a:t>
            </a:r>
          </a:p>
          <a:p>
            <a:pPr lvl="1"/>
            <a:r>
              <a:rPr lang="en-US" dirty="0"/>
              <a:t>Internet Protocol (IP) addresses</a:t>
            </a:r>
          </a:p>
          <a:p>
            <a:pPr lvl="1"/>
            <a:r>
              <a:rPr lang="en-US" dirty="0"/>
              <a:t>Domain and/or subdomains</a:t>
            </a:r>
          </a:p>
          <a:p>
            <a:pPr lvl="1"/>
            <a:r>
              <a:rPr lang="en-US" dirty="0"/>
              <a:t>Application programming interfaces (APIs) </a:t>
            </a:r>
          </a:p>
          <a:p>
            <a:pPr lvl="1"/>
            <a:r>
              <a:rPr lang="en-US" dirty="0"/>
              <a:t>Users – for social engineering attacks</a:t>
            </a:r>
          </a:p>
          <a:p>
            <a:pPr lvl="1"/>
            <a:r>
              <a:rPr lang="en-US" dirty="0"/>
              <a:t>Service Set Identifiers (SSID)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A0C2-C7A7-4488-9D0C-973D8732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Locations and Hosting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9C55-0358-4FC7-8DE8-A91410CF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49" y="721360"/>
            <a:ext cx="8870950" cy="4046220"/>
          </a:xfrm>
        </p:spPr>
        <p:txBody>
          <a:bodyPr/>
          <a:lstStyle/>
          <a:p>
            <a:r>
              <a:rPr lang="en-US" dirty="0"/>
              <a:t>Identify the physical locations that are in-scope, and whether the target is on-site or off-site. </a:t>
            </a:r>
          </a:p>
          <a:p>
            <a:r>
              <a:rPr lang="en-US" dirty="0"/>
              <a:t>Other considerations:</a:t>
            </a:r>
          </a:p>
          <a:p>
            <a:pPr lvl="1"/>
            <a:r>
              <a:rPr lang="en-US" dirty="0"/>
              <a:t>Whether the team will test external or internal assets</a:t>
            </a:r>
          </a:p>
          <a:p>
            <a:pPr lvl="1"/>
            <a:r>
              <a:rPr lang="en-US" dirty="0"/>
              <a:t>Define how assets are hosted: First-Party and/or Third-Party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B4F7A-82E2-4CD3-90AD-A8459CBB1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54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2D8480-7D8B-488C-9C68-ADED6FEB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that will influence testing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3B8D12-FDE4-426D-A45C-B89745E07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Country, state, and local laws can impact testing.</a:t>
            </a:r>
          </a:p>
          <a:p>
            <a:pPr lvl="1"/>
            <a:r>
              <a:rPr lang="en-US" dirty="0"/>
              <a:t>Can restrict the technology, tools and methods used during PenTesting</a:t>
            </a:r>
          </a:p>
          <a:p>
            <a:r>
              <a:rPr lang="en-US" dirty="0"/>
              <a:t>In the US, export controls regulate the shipment or transfer of certain items outside of the country. </a:t>
            </a:r>
          </a:p>
          <a:p>
            <a:pPr lvl="1"/>
            <a:r>
              <a:rPr lang="en-US" dirty="0"/>
              <a:t>Other nations might have restrictions as well</a:t>
            </a:r>
          </a:p>
          <a:p>
            <a:r>
              <a:rPr lang="en-US" dirty="0"/>
              <a:t>There may also be specific language prohibiting, creating, or distributing computer security software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0A76F-66AE-4A34-842F-3DC823649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8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the importance of defining the Project Scope</a:t>
            </a:r>
          </a:p>
          <a:p>
            <a:r>
              <a:rPr lang="en-US" dirty="0"/>
              <a:t>Discuss activities related to gathering the requirements</a:t>
            </a:r>
          </a:p>
          <a:p>
            <a:r>
              <a:rPr lang="en-US" dirty="0"/>
              <a:t>Stress the importance of determining physical locations, and whether testing is on-site or off-site. </a:t>
            </a:r>
          </a:p>
          <a:p>
            <a:r>
              <a:rPr lang="en-US" dirty="0"/>
              <a:t>Explain how certain restrictions can influence PenTesting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 Environmental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Outline the Rules of Engagement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2B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the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Stakeholders should spell out all requirements and agree on the terms before testing begins. </a:t>
            </a:r>
          </a:p>
          <a:p>
            <a:pPr lvl="1"/>
            <a:r>
              <a:rPr lang="en-US" dirty="0"/>
              <a:t>Keep the lines of communication open and clarify any issues.</a:t>
            </a:r>
          </a:p>
          <a:p>
            <a:r>
              <a:rPr lang="en-US" dirty="0"/>
              <a:t>The team will need to a establish a timeline</a:t>
            </a:r>
          </a:p>
          <a:p>
            <a:pPr lvl="1"/>
            <a:r>
              <a:rPr lang="en-US" dirty="0"/>
              <a:t>Outline specific parameters along with an estimation of time needed to complete all testing that is included in the contract.</a:t>
            </a:r>
          </a:p>
          <a:p>
            <a:r>
              <a:rPr lang="en-US" dirty="0"/>
              <a:t>Use good time management skills</a:t>
            </a:r>
          </a:p>
          <a:p>
            <a:pPr lvl="1"/>
            <a:r>
              <a:rPr lang="en-US" dirty="0"/>
              <a:t>Avoid distractions</a:t>
            </a:r>
          </a:p>
          <a:p>
            <a:pPr lvl="1"/>
            <a:r>
              <a:rPr lang="en-US" dirty="0"/>
              <a:t>Adhere to the timeline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main objectives are outlined, the team will want to review other variables as they relate to testing.</a:t>
            </a:r>
          </a:p>
          <a:p>
            <a:r>
              <a:rPr lang="en-US" dirty="0"/>
              <a:t>Outline any restrictions that can impact testing, that include:</a:t>
            </a:r>
          </a:p>
          <a:p>
            <a:pPr lvl="1"/>
            <a:r>
              <a:rPr lang="en-US" dirty="0"/>
              <a:t>Determine what tests are allowed </a:t>
            </a:r>
          </a:p>
          <a:p>
            <a:pPr lvl="1"/>
            <a:r>
              <a:rPr lang="en-US" dirty="0"/>
              <a:t>Adhere to the scope</a:t>
            </a:r>
          </a:p>
          <a:p>
            <a:pPr lvl="1"/>
            <a:r>
              <a:rPr lang="en-US" dirty="0"/>
              <a:t>Recognize other restrictions</a:t>
            </a:r>
          </a:p>
          <a:p>
            <a:pPr lvl="1"/>
            <a:r>
              <a:rPr lang="en-US" dirty="0"/>
              <a:t>Limit invasiveness based on scope</a:t>
            </a:r>
          </a:p>
          <a:p>
            <a:pPr lvl="1"/>
            <a:r>
              <a:rPr lang="en-US" dirty="0"/>
              <a:t>Limit the use of tools to a particular engagement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Type and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information from the stakeholders to learn more about their needs and the objectives of the PenTest.</a:t>
            </a:r>
          </a:p>
          <a:p>
            <a:r>
              <a:rPr lang="en-US" dirty="0"/>
              <a:t>Common types of assessments include:</a:t>
            </a:r>
          </a:p>
          <a:p>
            <a:pPr lvl="1"/>
            <a:r>
              <a:rPr lang="en-US" dirty="0"/>
              <a:t>Compliance based </a:t>
            </a:r>
          </a:p>
          <a:p>
            <a:pPr lvl="1"/>
            <a:r>
              <a:rPr lang="en-US" dirty="0"/>
              <a:t>Red team/blue team-based </a:t>
            </a:r>
          </a:p>
          <a:p>
            <a:pPr lvl="1"/>
            <a:r>
              <a:rPr lang="en-US" dirty="0"/>
              <a:t>Goals-based/objectives-based</a:t>
            </a:r>
          </a:p>
          <a:p>
            <a:r>
              <a:rPr lang="en-US" dirty="0"/>
              <a:t>Select a strategy: i.e., unknown, partially known, or known environment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59FA-7E6B-41CA-8A0E-A0A8A92D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the Scope of the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715E-AB1F-48DE-B50B-DAE9B27DF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Reconfirm details such as whether they have appropriate system backups and recovery procedures in case recovery is needed.</a:t>
            </a:r>
          </a:p>
          <a:p>
            <a:r>
              <a:rPr lang="en-US" dirty="0"/>
              <a:t>Question the client on any vague areas, so there is no confusion.</a:t>
            </a:r>
          </a:p>
          <a:p>
            <a:r>
              <a:rPr lang="en-US" dirty="0"/>
              <a:t>Some elements to review can include:</a:t>
            </a:r>
          </a:p>
          <a:p>
            <a:pPr lvl="1"/>
            <a:r>
              <a:rPr lang="en-US" dirty="0"/>
              <a:t>Scope and in-scope assets</a:t>
            </a:r>
          </a:p>
          <a:p>
            <a:pPr lvl="1"/>
            <a:r>
              <a:rPr lang="en-US" dirty="0"/>
              <a:t>Any restrictions or applicable laws</a:t>
            </a:r>
          </a:p>
          <a:p>
            <a:pPr lvl="1"/>
            <a:r>
              <a:rPr lang="en-US" dirty="0"/>
              <a:t>Third-party providers, services, or off-site locations</a:t>
            </a:r>
          </a:p>
          <a:p>
            <a:pPr lvl="1"/>
            <a:r>
              <a:rPr lang="en-US" dirty="0"/>
              <a:t>Communication and updates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02EA3-0373-42E7-A9F4-3F276CB8C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8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topics to cover when defining the restrictions</a:t>
            </a:r>
          </a:p>
          <a:p>
            <a:r>
              <a:rPr lang="en-US" dirty="0"/>
              <a:t>Review options when deciding on the type of assessment and selecting the strategy </a:t>
            </a:r>
          </a:p>
          <a:p>
            <a:r>
              <a:rPr lang="en-US" dirty="0"/>
              <a:t>Describe ways to validate the scope of the engagement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the Rules of Engagement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Prepare Legal Documents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2C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creating a liability, by ensuring everyone takes the necessary precautions to protect the confidentiality of the data</a:t>
            </a:r>
          </a:p>
          <a:p>
            <a:r>
              <a:rPr lang="en-US" dirty="0"/>
              <a:t>Specific laws may apply while testing. Examples include:</a:t>
            </a:r>
          </a:p>
          <a:p>
            <a:pPr lvl="1"/>
            <a:r>
              <a:rPr lang="en-US" b="1" dirty="0"/>
              <a:t>Gramm-Leach-Bliley Act (GLBA) </a:t>
            </a:r>
          </a:p>
          <a:p>
            <a:pPr lvl="1"/>
            <a:r>
              <a:rPr lang="en-US" b="1" dirty="0"/>
              <a:t>Driver's Privacy Protection Act </a:t>
            </a:r>
          </a:p>
          <a:p>
            <a:pPr lvl="1"/>
            <a:r>
              <a:rPr lang="en-US" b="1" dirty="0"/>
              <a:t>Health Insurance Portability and Accountability Act (HIPAA) </a:t>
            </a:r>
            <a:endParaRPr lang="en-US" dirty="0"/>
          </a:p>
          <a:p>
            <a:r>
              <a:rPr lang="en-US" dirty="0"/>
              <a:t>Because of confidentiality requirements, each team member will most likely have to sign a Nondisclosure Agreement.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Giving Permission to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PenTesting simulates the approach of an unauthorized hacker attacking a system in order to assess the security of an organization.</a:t>
            </a:r>
          </a:p>
          <a:p>
            <a:r>
              <a:rPr lang="en-US" dirty="0"/>
              <a:t>After scoping the project, and gathering all requirements, the team will need to obtain formal permission to attack.</a:t>
            </a:r>
          </a:p>
          <a:p>
            <a:r>
              <a:rPr lang="en-US" dirty="0"/>
              <a:t>Most legal documents include the following :</a:t>
            </a:r>
          </a:p>
          <a:p>
            <a:pPr lvl="1"/>
            <a:r>
              <a:rPr lang="en-US" dirty="0"/>
              <a:t>Names of the entity or Individuals that are authorized to perform the PenTest</a:t>
            </a:r>
          </a:p>
          <a:p>
            <a:pPr lvl="1"/>
            <a:r>
              <a:rPr lang="en-US" dirty="0"/>
              <a:t>What specific networks, hosts, and applications are to be included</a:t>
            </a:r>
          </a:p>
          <a:p>
            <a:pPr lvl="1"/>
            <a:r>
              <a:rPr lang="en-US" dirty="0"/>
              <a:t>The validity period of the authorization and proper data handling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Service Agreement (MSA)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contract that governs all future transactions or future agreements between the PenTesting team and the client</a:t>
            </a:r>
          </a:p>
          <a:p>
            <a:r>
              <a:rPr lang="en-US" dirty="0"/>
              <a:t>Can be used to cover recurring costs and any unforeseen additional charges without the need for an additional contract.</a:t>
            </a:r>
          </a:p>
          <a:p>
            <a:pPr algn="l"/>
            <a:r>
              <a:rPr lang="en-US" dirty="0"/>
              <a:t>Some of the elements should include details on the following: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Project scope and a definition of the work to be completed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Requirements for any permits, licensing, or certifications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Insurances such as general and liability.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A0F1-11BD-4E32-A49C-9345D484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the Statement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A7AC9-B06B-458A-B870-185A111D9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expectations for a specific business arrangement. </a:t>
            </a:r>
          </a:p>
          <a:p>
            <a:r>
              <a:rPr lang="en-US" dirty="0"/>
              <a:t>It typically includes:</a:t>
            </a:r>
          </a:p>
          <a:p>
            <a:pPr lvl="1"/>
            <a:r>
              <a:rPr lang="en-US" dirty="0"/>
              <a:t>List of deliverables</a:t>
            </a:r>
          </a:p>
          <a:p>
            <a:pPr lvl="1"/>
            <a:r>
              <a:rPr lang="en-US" dirty="0"/>
              <a:t>Responsibilities of both parties</a:t>
            </a:r>
          </a:p>
          <a:p>
            <a:pPr lvl="1"/>
            <a:r>
              <a:rPr lang="en-US" dirty="0"/>
              <a:t>Payment milestones</a:t>
            </a:r>
          </a:p>
          <a:p>
            <a:pPr lvl="1"/>
            <a:r>
              <a:rPr lang="en-US" dirty="0"/>
              <a:t>Schedules, and other terms.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088FC-7F63-4013-893C-7C2A98545E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D58C57-D510-454F-B857-522DB1917F10}"/>
              </a:ext>
            </a:extLst>
          </p:cNvPr>
          <p:cNvPicPr>
            <a:picLocks noGrp="1" noChangeAspect="1" noChangeArrowheads="1"/>
          </p:cNvPicPr>
          <p:nvPr>
            <p:ph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8" y="854328"/>
            <a:ext cx="4379912" cy="383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427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070B-89E0-4846-BD9F-7D3C8220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the Service-Level Agreement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7D36-18D9-4AA7-8634-EA1ACD21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Outlines the level of service expected</a:t>
            </a:r>
          </a:p>
          <a:p>
            <a:pPr lvl="1"/>
            <a:r>
              <a:rPr lang="en-US" dirty="0"/>
              <a:t>Defines the metrics which that service is measured, and any remedies or penalties should the agreed-on service levels not be achieved.</a:t>
            </a:r>
          </a:p>
          <a:p>
            <a:pPr lvl="1"/>
            <a:r>
              <a:rPr lang="en-US" dirty="0"/>
              <a:t>May include terms for security access controls and risk assessments, along with processing requirements for confidential and private data.</a:t>
            </a:r>
          </a:p>
          <a:p>
            <a:r>
              <a:rPr lang="en-US" dirty="0"/>
              <a:t>Make sure to identify the proper signing authority </a:t>
            </a:r>
          </a:p>
          <a:p>
            <a:r>
              <a:rPr lang="en-US" dirty="0"/>
              <a:t>All parties should arrange for legal review of the document.</a:t>
            </a:r>
          </a:p>
          <a:p>
            <a:r>
              <a:rPr lang="en-US" dirty="0"/>
              <a:t>Once done, it’s time to begin the PenTest.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0503A-3AF1-48AF-A3C1-F88170D8E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114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Review laws that require the confidentiality of data while testing</a:t>
            </a:r>
          </a:p>
          <a:p>
            <a:r>
              <a:rPr lang="en-US" dirty="0"/>
              <a:t>List some of the information included in the documentation that gives permission to attack</a:t>
            </a:r>
          </a:p>
          <a:p>
            <a:r>
              <a:rPr lang="en-US" dirty="0"/>
              <a:t>Discuss the importance of the Master Service Agreement </a:t>
            </a:r>
          </a:p>
          <a:p>
            <a:r>
              <a:rPr lang="en-US" dirty="0"/>
              <a:t>Describe what’s included in a Statement of Work</a:t>
            </a:r>
          </a:p>
          <a:p>
            <a:r>
              <a:rPr lang="en-US" dirty="0"/>
              <a:t>Outline the components of a Service-Level Agreement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Legal 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3C0E593-0672-42E5-A749-6BE598DE20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1828</TotalTime>
  <Words>1243</Words>
  <Application>Microsoft Office PowerPoint</Application>
  <PresentationFormat>On-screen Show (16:9)</PresentationFormat>
  <Paragraphs>167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Open Sans</vt:lpstr>
      <vt:lpstr>Arial</vt:lpstr>
      <vt:lpstr>comptia_ov</vt:lpstr>
      <vt:lpstr>Exam PT0-002</vt:lpstr>
      <vt:lpstr>Defining the Rules of Engagement</vt:lpstr>
      <vt:lpstr>Objectives</vt:lpstr>
      <vt:lpstr>Assess Environmental Considerations</vt:lpstr>
      <vt:lpstr>Defining the Project Scope</vt:lpstr>
      <vt:lpstr>Gather the Requirements</vt:lpstr>
      <vt:lpstr>Define the In-Scope Assets</vt:lpstr>
      <vt:lpstr>Determine Locations and Hosting Methods</vt:lpstr>
      <vt:lpstr>Restrictions that will influence testing</vt:lpstr>
      <vt:lpstr>Assess Environmental Considerations</vt:lpstr>
      <vt:lpstr>Outline the Rules of Engagement</vt:lpstr>
      <vt:lpstr>Providing the Details</vt:lpstr>
      <vt:lpstr>Define the Restrictions</vt:lpstr>
      <vt:lpstr>Choose the Type and Strategy</vt:lpstr>
      <vt:lpstr>Validate the Scope of the Engagement</vt:lpstr>
      <vt:lpstr>Outline the Rules of Engagement</vt:lpstr>
      <vt:lpstr>Prepare Legal Documents</vt:lpstr>
      <vt:lpstr>Ensuring Confidentiality</vt:lpstr>
      <vt:lpstr>Giving Permission to Attack</vt:lpstr>
      <vt:lpstr>Master Service Agreement (MSA)</vt:lpstr>
      <vt:lpstr>Outline the Statement of Work</vt:lpstr>
      <vt:lpstr>Prepare the Service-Level Agreement </vt:lpstr>
      <vt:lpstr>Prepare Legal Documents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3</cp:revision>
  <dcterms:created xsi:type="dcterms:W3CDTF">2021-09-23T15:15:08Z</dcterms:created>
  <dcterms:modified xsi:type="dcterms:W3CDTF">2022-10-19T21:12:46Z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