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33"/>
  </p:notesMasterIdLst>
  <p:handoutMasterIdLst>
    <p:handoutMasterId r:id="rId34"/>
  </p:handoutMasterIdLst>
  <p:sldIdLst>
    <p:sldId id="257" r:id="rId5"/>
    <p:sldId id="258" r:id="rId6"/>
    <p:sldId id="256" r:id="rId7"/>
    <p:sldId id="259" r:id="rId8"/>
    <p:sldId id="260" r:id="rId9"/>
    <p:sldId id="264" r:id="rId10"/>
    <p:sldId id="282" r:id="rId11"/>
    <p:sldId id="283" r:id="rId12"/>
    <p:sldId id="284" r:id="rId13"/>
    <p:sldId id="261" r:id="rId14"/>
    <p:sldId id="266" r:id="rId15"/>
    <p:sldId id="267" r:id="rId16"/>
    <p:sldId id="268" r:id="rId17"/>
    <p:sldId id="269" r:id="rId18"/>
    <p:sldId id="285" r:id="rId19"/>
    <p:sldId id="270" r:id="rId20"/>
    <p:sldId id="271" r:id="rId21"/>
    <p:sldId id="272" r:id="rId22"/>
    <p:sldId id="273" r:id="rId23"/>
    <p:sldId id="274" r:id="rId24"/>
    <p:sldId id="286" r:id="rId25"/>
    <p:sldId id="275" r:id="rId26"/>
    <p:sldId id="276" r:id="rId27"/>
    <p:sldId id="277" r:id="rId28"/>
    <p:sldId id="278" r:id="rId29"/>
    <p:sldId id="279" r:id="rId30"/>
    <p:sldId id="280" r:id="rId31"/>
    <p:sldId id="281" r:id="rId32"/>
  </p:sldIdLst>
  <p:sldSz cx="9144000" cy="5143500" type="screen16x9"/>
  <p:notesSz cx="6858000" cy="9144000"/>
  <p:embeddedFontLst>
    <p:embeddedFont>
      <p:font typeface="Calibri" panose="020F0502020204030204" pitchFamily="34" charset="0"/>
      <p:regular r:id="rId35"/>
      <p:bold r:id="rId36"/>
      <p:italic r:id="rId37"/>
      <p:boldItalic r:id="rId38"/>
    </p:embeddedFont>
    <p:embeddedFont>
      <p:font typeface="Open Sans" panose="020B0606030504020204" pitchFamily="34" charset="0"/>
      <p:regular r:id="rId39"/>
      <p:bold r:id="rId40"/>
      <p:italic r:id="rId41"/>
      <p:boldItalic r:id="rId4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E1A952-706A-47AD-9202-5C497D18D738}" v="5" dt="2022-10-19T21:10:20.0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58" autoAdjust="0"/>
    <p:restoredTop sz="70814" autoAdjust="0"/>
  </p:normalViewPr>
  <p:slideViewPr>
    <p:cSldViewPr snapToGrid="0">
      <p:cViewPr varScale="1">
        <p:scale>
          <a:sx n="60" d="100"/>
          <a:sy n="60" d="100"/>
        </p:scale>
        <p:origin x="1140" y="44"/>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B0E10FC1-8923-447A-A9C7-E363218C5520}"/>
    <pc:docChg chg="delSld">
      <pc:chgData name="Danielle Andries" userId="93d179e4-3c18-40f7-920e-ae80b202540d" providerId="ADAL" clId="{B0E10FC1-8923-447A-A9C7-E363218C5520}" dt="2021-09-23T20:30:18.678" v="0" actId="2696"/>
      <pc:docMkLst>
        <pc:docMk/>
      </pc:docMkLst>
      <pc:sldChg chg="del">
        <pc:chgData name="Danielle Andries" userId="93d179e4-3c18-40f7-920e-ae80b202540d" providerId="ADAL" clId="{B0E10FC1-8923-447A-A9C7-E363218C5520}" dt="2021-09-23T20:30:18.678" v="0" actId="2696"/>
        <pc:sldMkLst>
          <pc:docMk/>
          <pc:sldMk cId="265432538" sldId="282"/>
        </pc:sldMkLst>
      </pc:sldChg>
    </pc:docChg>
  </pc:docChgLst>
  <pc:docChgLst>
    <pc:chgData name="Danielle Andries" userId="93d179e4-3c18-40f7-920e-ae80b202540d" providerId="ADAL" clId="{D612C251-81EF-4E16-9BDA-BCF794E917E5}"/>
    <pc:docChg chg="undo custSel addSld modSld sldOrd">
      <pc:chgData name="Danielle Andries" userId="93d179e4-3c18-40f7-920e-ae80b202540d" providerId="ADAL" clId="{D612C251-81EF-4E16-9BDA-BCF794E917E5}" dt="2021-09-23T18:53:34.049" v="66"/>
      <pc:docMkLst>
        <pc:docMk/>
      </pc:docMkLst>
      <pc:sldChg chg="modSp mod">
        <pc:chgData name="Danielle Andries" userId="93d179e4-3c18-40f7-920e-ae80b202540d" providerId="ADAL" clId="{D612C251-81EF-4E16-9BDA-BCF794E917E5}" dt="2021-09-23T18:52:03.035" v="49" actId="20577"/>
        <pc:sldMkLst>
          <pc:docMk/>
          <pc:sldMk cId="3676537154" sldId="256"/>
        </pc:sldMkLst>
        <pc:spChg chg="mod">
          <ac:chgData name="Danielle Andries" userId="93d179e4-3c18-40f7-920e-ae80b202540d" providerId="ADAL" clId="{D612C251-81EF-4E16-9BDA-BCF794E917E5}" dt="2021-09-23T18:52:03.035" v="49" actId="20577"/>
          <ac:spMkLst>
            <pc:docMk/>
            <pc:sldMk cId="3676537154" sldId="256"/>
            <ac:spMk id="3" creationId="{7ED73DC9-4D7D-4A76-A939-CFBD8317E387}"/>
          </ac:spMkLst>
        </pc:spChg>
      </pc:sldChg>
      <pc:sldChg chg="modSp mod">
        <pc:chgData name="Danielle Andries" userId="93d179e4-3c18-40f7-920e-ae80b202540d" providerId="ADAL" clId="{D612C251-81EF-4E16-9BDA-BCF794E917E5}" dt="2021-09-23T18:49:42.295" v="0"/>
        <pc:sldMkLst>
          <pc:docMk/>
          <pc:sldMk cId="3476460589" sldId="258"/>
        </pc:sldMkLst>
        <pc:spChg chg="mod">
          <ac:chgData name="Danielle Andries" userId="93d179e4-3c18-40f7-920e-ae80b202540d" providerId="ADAL" clId="{D612C251-81EF-4E16-9BDA-BCF794E917E5}" dt="2021-09-23T18:49:42.295" v="0"/>
          <ac:spMkLst>
            <pc:docMk/>
            <pc:sldMk cId="3476460589" sldId="258"/>
            <ac:spMk id="2" creationId="{CE6D087C-759A-4744-8CA2-B6FC76A04C6B}"/>
          </ac:spMkLst>
        </pc:spChg>
      </pc:sldChg>
      <pc:sldChg chg="modSp mod">
        <pc:chgData name="Danielle Andries" userId="93d179e4-3c18-40f7-920e-ae80b202540d" providerId="ADAL" clId="{D612C251-81EF-4E16-9BDA-BCF794E917E5}" dt="2021-09-23T18:50:12.313" v="11"/>
        <pc:sldMkLst>
          <pc:docMk/>
          <pc:sldMk cId="3581186469" sldId="259"/>
        </pc:sldMkLst>
        <pc:spChg chg="mod">
          <ac:chgData name="Danielle Andries" userId="93d179e4-3c18-40f7-920e-ae80b202540d" providerId="ADAL" clId="{D612C251-81EF-4E16-9BDA-BCF794E917E5}" dt="2021-09-23T18:50:12.313" v="11"/>
          <ac:spMkLst>
            <pc:docMk/>
            <pc:sldMk cId="3581186469" sldId="259"/>
            <ac:spMk id="2" creationId="{86BEEEB6-1AEE-41DF-9C4C-570C8610147C}"/>
          </ac:spMkLst>
        </pc:spChg>
      </pc:sldChg>
      <pc:sldChg chg="modSp new mod ord">
        <pc:chgData name="Danielle Andries" userId="93d179e4-3c18-40f7-920e-ae80b202540d" providerId="ADAL" clId="{D612C251-81EF-4E16-9BDA-BCF794E917E5}" dt="2021-09-23T18:50:40.866" v="33" actId="20577"/>
        <pc:sldMkLst>
          <pc:docMk/>
          <pc:sldMk cId="2476087910" sldId="266"/>
        </pc:sldMkLst>
        <pc:spChg chg="mod">
          <ac:chgData name="Danielle Andries" userId="93d179e4-3c18-40f7-920e-ae80b202540d" providerId="ADAL" clId="{D612C251-81EF-4E16-9BDA-BCF794E917E5}" dt="2021-09-23T18:50:32.077" v="15"/>
          <ac:spMkLst>
            <pc:docMk/>
            <pc:sldMk cId="2476087910" sldId="266"/>
            <ac:spMk id="2" creationId="{897A5AF4-7AED-4A32-8826-AA455EAA7711}"/>
          </ac:spMkLst>
        </pc:spChg>
        <pc:spChg chg="mod">
          <ac:chgData name="Danielle Andries" userId="93d179e4-3c18-40f7-920e-ae80b202540d" providerId="ADAL" clId="{D612C251-81EF-4E16-9BDA-BCF794E917E5}" dt="2021-09-23T18:50:40.866" v="33" actId="20577"/>
          <ac:spMkLst>
            <pc:docMk/>
            <pc:sldMk cId="2476087910" sldId="266"/>
            <ac:spMk id="3" creationId="{1C09A606-AC3C-4FE5-B558-E5DD82C0A761}"/>
          </ac:spMkLst>
        </pc:spChg>
        <pc:spChg chg="mod">
          <ac:chgData name="Danielle Andries" userId="93d179e4-3c18-40f7-920e-ae80b202540d" providerId="ADAL" clId="{D612C251-81EF-4E16-9BDA-BCF794E917E5}" dt="2021-09-23T18:50:39.188" v="31" actId="20577"/>
          <ac:spMkLst>
            <pc:docMk/>
            <pc:sldMk cId="2476087910" sldId="266"/>
            <ac:spMk id="4" creationId="{6F8820F5-6357-429C-9E9F-7ADBB5B6CA98}"/>
          </ac:spMkLst>
        </pc:spChg>
      </pc:sldChg>
      <pc:sldChg chg="add">
        <pc:chgData name="Danielle Andries" userId="93d179e4-3c18-40f7-920e-ae80b202540d" providerId="ADAL" clId="{D612C251-81EF-4E16-9BDA-BCF794E917E5}" dt="2021-09-23T18:50:46.149" v="34"/>
        <pc:sldMkLst>
          <pc:docMk/>
          <pc:sldMk cId="2996616140" sldId="267"/>
        </pc:sldMkLst>
      </pc:sldChg>
      <pc:sldChg chg="add">
        <pc:chgData name="Danielle Andries" userId="93d179e4-3c18-40f7-920e-ae80b202540d" providerId="ADAL" clId="{D612C251-81EF-4E16-9BDA-BCF794E917E5}" dt="2021-09-23T18:50:46.149" v="34"/>
        <pc:sldMkLst>
          <pc:docMk/>
          <pc:sldMk cId="443996997" sldId="268"/>
        </pc:sldMkLst>
      </pc:sldChg>
      <pc:sldChg chg="add">
        <pc:chgData name="Danielle Andries" userId="93d179e4-3c18-40f7-920e-ae80b202540d" providerId="ADAL" clId="{D612C251-81EF-4E16-9BDA-BCF794E917E5}" dt="2021-09-23T18:50:46.149" v="34"/>
        <pc:sldMkLst>
          <pc:docMk/>
          <pc:sldMk cId="1387039101" sldId="269"/>
        </pc:sldMkLst>
      </pc:sldChg>
      <pc:sldChg chg="add">
        <pc:chgData name="Danielle Andries" userId="93d179e4-3c18-40f7-920e-ae80b202540d" providerId="ADAL" clId="{D612C251-81EF-4E16-9BDA-BCF794E917E5}" dt="2021-09-23T18:50:46.149" v="34"/>
        <pc:sldMkLst>
          <pc:docMk/>
          <pc:sldMk cId="1555248704" sldId="270"/>
        </pc:sldMkLst>
      </pc:sldChg>
      <pc:sldChg chg="modSp add mod">
        <pc:chgData name="Danielle Andries" userId="93d179e4-3c18-40f7-920e-ae80b202540d" providerId="ADAL" clId="{D612C251-81EF-4E16-9BDA-BCF794E917E5}" dt="2021-09-23T18:51:26.673" v="42"/>
        <pc:sldMkLst>
          <pc:docMk/>
          <pc:sldMk cId="1865066414" sldId="271"/>
        </pc:sldMkLst>
        <pc:spChg chg="mod">
          <ac:chgData name="Danielle Andries" userId="93d179e4-3c18-40f7-920e-ae80b202540d" providerId="ADAL" clId="{D612C251-81EF-4E16-9BDA-BCF794E917E5}" dt="2021-09-23T18:51:26.673" v="42"/>
          <ac:spMkLst>
            <pc:docMk/>
            <pc:sldMk cId="1865066414" sldId="271"/>
            <ac:spMk id="2" creationId="{897A5AF4-7AED-4A32-8826-AA455EAA7711}"/>
          </ac:spMkLst>
        </pc:spChg>
        <pc:spChg chg="mod">
          <ac:chgData name="Danielle Andries" userId="93d179e4-3c18-40f7-920e-ae80b202540d" providerId="ADAL" clId="{D612C251-81EF-4E16-9BDA-BCF794E917E5}" dt="2021-09-23T18:51:19.922" v="41" actId="20577"/>
          <ac:spMkLst>
            <pc:docMk/>
            <pc:sldMk cId="1865066414" sldId="271"/>
            <ac:spMk id="3" creationId="{1C09A606-AC3C-4FE5-B558-E5DD82C0A761}"/>
          </ac:spMkLst>
        </pc:spChg>
      </pc:sldChg>
      <pc:sldChg chg="add">
        <pc:chgData name="Danielle Andries" userId="93d179e4-3c18-40f7-920e-ae80b202540d" providerId="ADAL" clId="{D612C251-81EF-4E16-9BDA-BCF794E917E5}" dt="2021-09-23T18:51:15.615" v="39"/>
        <pc:sldMkLst>
          <pc:docMk/>
          <pc:sldMk cId="344198462" sldId="272"/>
        </pc:sldMkLst>
      </pc:sldChg>
      <pc:sldChg chg="add">
        <pc:chgData name="Danielle Andries" userId="93d179e4-3c18-40f7-920e-ae80b202540d" providerId="ADAL" clId="{D612C251-81EF-4E16-9BDA-BCF794E917E5}" dt="2021-09-23T18:51:15.615" v="39"/>
        <pc:sldMkLst>
          <pc:docMk/>
          <pc:sldMk cId="2731222769" sldId="273"/>
        </pc:sldMkLst>
      </pc:sldChg>
      <pc:sldChg chg="add">
        <pc:chgData name="Danielle Andries" userId="93d179e4-3c18-40f7-920e-ae80b202540d" providerId="ADAL" clId="{D612C251-81EF-4E16-9BDA-BCF794E917E5}" dt="2021-09-23T18:51:15.615" v="39"/>
        <pc:sldMkLst>
          <pc:docMk/>
          <pc:sldMk cId="2707367036" sldId="274"/>
        </pc:sldMkLst>
      </pc:sldChg>
      <pc:sldChg chg="add">
        <pc:chgData name="Danielle Andries" userId="93d179e4-3c18-40f7-920e-ae80b202540d" providerId="ADAL" clId="{D612C251-81EF-4E16-9BDA-BCF794E917E5}" dt="2021-09-23T18:51:15.615" v="39"/>
        <pc:sldMkLst>
          <pc:docMk/>
          <pc:sldMk cId="3677739018" sldId="275"/>
        </pc:sldMkLst>
      </pc:sldChg>
      <pc:sldChg chg="modSp add mod">
        <pc:chgData name="Danielle Andries" userId="93d179e4-3c18-40f7-920e-ae80b202540d" providerId="ADAL" clId="{D612C251-81EF-4E16-9BDA-BCF794E917E5}" dt="2021-09-23T18:52:20.673" v="53"/>
        <pc:sldMkLst>
          <pc:docMk/>
          <pc:sldMk cId="4031499031" sldId="276"/>
        </pc:sldMkLst>
        <pc:spChg chg="mod">
          <ac:chgData name="Danielle Andries" userId="93d179e4-3c18-40f7-920e-ae80b202540d" providerId="ADAL" clId="{D612C251-81EF-4E16-9BDA-BCF794E917E5}" dt="2021-09-23T18:52:20.673" v="53"/>
          <ac:spMkLst>
            <pc:docMk/>
            <pc:sldMk cId="4031499031" sldId="276"/>
            <ac:spMk id="2" creationId="{897A5AF4-7AED-4A32-8826-AA455EAA7711}"/>
          </ac:spMkLst>
        </pc:spChg>
        <pc:spChg chg="mod">
          <ac:chgData name="Danielle Andries" userId="93d179e4-3c18-40f7-920e-ae80b202540d" providerId="ADAL" clId="{D612C251-81EF-4E16-9BDA-BCF794E917E5}" dt="2021-09-23T18:52:14.970" v="52" actId="20577"/>
          <ac:spMkLst>
            <pc:docMk/>
            <pc:sldMk cId="4031499031" sldId="276"/>
            <ac:spMk id="3" creationId="{1C09A606-AC3C-4FE5-B558-E5DD82C0A761}"/>
          </ac:spMkLst>
        </pc:spChg>
      </pc:sldChg>
      <pc:sldChg chg="add">
        <pc:chgData name="Danielle Andries" userId="93d179e4-3c18-40f7-920e-ae80b202540d" providerId="ADAL" clId="{D612C251-81EF-4E16-9BDA-BCF794E917E5}" dt="2021-09-23T18:52:11.851" v="50"/>
        <pc:sldMkLst>
          <pc:docMk/>
          <pc:sldMk cId="3029436493" sldId="277"/>
        </pc:sldMkLst>
      </pc:sldChg>
      <pc:sldChg chg="add">
        <pc:chgData name="Danielle Andries" userId="93d179e4-3c18-40f7-920e-ae80b202540d" providerId="ADAL" clId="{D612C251-81EF-4E16-9BDA-BCF794E917E5}" dt="2021-09-23T18:52:11.851" v="50"/>
        <pc:sldMkLst>
          <pc:docMk/>
          <pc:sldMk cId="1730167077" sldId="278"/>
        </pc:sldMkLst>
      </pc:sldChg>
      <pc:sldChg chg="add">
        <pc:chgData name="Danielle Andries" userId="93d179e4-3c18-40f7-920e-ae80b202540d" providerId="ADAL" clId="{D612C251-81EF-4E16-9BDA-BCF794E917E5}" dt="2021-09-23T18:52:11.851" v="50"/>
        <pc:sldMkLst>
          <pc:docMk/>
          <pc:sldMk cId="867101296" sldId="279"/>
        </pc:sldMkLst>
      </pc:sldChg>
      <pc:sldChg chg="add">
        <pc:chgData name="Danielle Andries" userId="93d179e4-3c18-40f7-920e-ae80b202540d" providerId="ADAL" clId="{D612C251-81EF-4E16-9BDA-BCF794E917E5}" dt="2021-09-23T18:52:11.851" v="50"/>
        <pc:sldMkLst>
          <pc:docMk/>
          <pc:sldMk cId="661460135" sldId="280"/>
        </pc:sldMkLst>
      </pc:sldChg>
      <pc:sldChg chg="modSp new mod ord">
        <pc:chgData name="Danielle Andries" userId="93d179e4-3c18-40f7-920e-ae80b202540d" providerId="ADAL" clId="{D612C251-81EF-4E16-9BDA-BCF794E917E5}" dt="2021-09-23T18:52:31.738" v="64" actId="20577"/>
        <pc:sldMkLst>
          <pc:docMk/>
          <pc:sldMk cId="2875311080" sldId="281"/>
        </pc:sldMkLst>
        <pc:spChg chg="mod">
          <ac:chgData name="Danielle Andries" userId="93d179e4-3c18-40f7-920e-ae80b202540d" providerId="ADAL" clId="{D612C251-81EF-4E16-9BDA-BCF794E917E5}" dt="2021-09-23T18:52:31.738" v="64" actId="20577"/>
          <ac:spMkLst>
            <pc:docMk/>
            <pc:sldMk cId="2875311080" sldId="281"/>
            <ac:spMk id="2" creationId="{912A6636-FB7B-434B-90D7-F68D09FF271C}"/>
          </ac:spMkLst>
        </pc:spChg>
      </pc:sldChg>
      <pc:sldChg chg="modSp add mod">
        <pc:chgData name="Danielle Andries" userId="93d179e4-3c18-40f7-920e-ae80b202540d" providerId="ADAL" clId="{D612C251-81EF-4E16-9BDA-BCF794E917E5}" dt="2021-09-23T18:53:34.049" v="66"/>
        <pc:sldMkLst>
          <pc:docMk/>
          <pc:sldMk cId="265432538" sldId="282"/>
        </pc:sldMkLst>
        <pc:spChg chg="mod">
          <ac:chgData name="Danielle Andries" userId="93d179e4-3c18-40f7-920e-ae80b202540d" providerId="ADAL" clId="{D612C251-81EF-4E16-9BDA-BCF794E917E5}" dt="2021-09-23T18:53:34.049" v="66"/>
          <ac:spMkLst>
            <pc:docMk/>
            <pc:sldMk cId="265432538" sldId="282"/>
            <ac:spMk id="3" creationId="{568708AE-48ED-4852-AE39-86C44E3C3102}"/>
          </ac:spMkLst>
        </pc:spChg>
      </pc:sldChg>
    </pc:docChg>
  </pc:docChgLst>
  <pc:docChgLst>
    <pc:chgData name="Danielle Andries" userId="93d179e4-3c18-40f7-920e-ae80b202540d" providerId="ADAL" clId="{28E1A952-706A-47AD-9202-5C497D18D738}"/>
    <pc:docChg chg="modSld">
      <pc:chgData name="Danielle Andries" userId="93d179e4-3c18-40f7-920e-ae80b202540d" providerId="ADAL" clId="{28E1A952-706A-47AD-9202-5C497D18D738}" dt="2021-10-12T14:35:14.607" v="8" actId="255"/>
      <pc:docMkLst>
        <pc:docMk/>
      </pc:docMkLst>
      <pc:sldChg chg="modSp mod">
        <pc:chgData name="Danielle Andries" userId="93d179e4-3c18-40f7-920e-ae80b202540d" providerId="ADAL" clId="{28E1A952-706A-47AD-9202-5C497D18D738}" dt="2021-10-12T14:35:14.607" v="8" actId="255"/>
        <pc:sldMkLst>
          <pc:docMk/>
          <pc:sldMk cId="661460135" sldId="280"/>
        </pc:sldMkLst>
        <pc:spChg chg="mod">
          <ac:chgData name="Danielle Andries" userId="93d179e4-3c18-40f7-920e-ae80b202540d" providerId="ADAL" clId="{28E1A952-706A-47AD-9202-5C497D18D738}" dt="2021-10-12T14:35:14.607" v="8" actId="255"/>
          <ac:spMkLst>
            <pc:docMk/>
            <pc:sldMk cId="661460135" sldId="280"/>
            <ac:spMk id="3" creationId="{741BF6B6-2A64-4049-9A00-5F58CF8B2C57}"/>
          </ac:spMkLst>
        </pc:spChg>
      </pc:sldChg>
      <pc:sldChg chg="modNotesTx">
        <pc:chgData name="Danielle Andries" userId="93d179e4-3c18-40f7-920e-ae80b202540d" providerId="ADAL" clId="{28E1A952-706A-47AD-9202-5C497D18D738}" dt="2021-10-12T14:34:53.427" v="6" actId="20577"/>
        <pc:sldMkLst>
          <pc:docMk/>
          <pc:sldMk cId="232418109" sldId="286"/>
        </pc:sldMkLst>
      </pc:sldChg>
    </pc:docChg>
  </pc:docChgLst>
  <pc:docChgLst>
    <pc:chgData name="Lisa Bock" userId="1f2a7945151d6011" providerId="LiveId" clId="{17091C86-7D63-4939-9F97-780EE3CEBC81}"/>
    <pc:docChg chg="undo redo custSel addSld delSld modSld sldOrd">
      <pc:chgData name="Lisa Bock" userId="1f2a7945151d6011" providerId="LiveId" clId="{17091C86-7D63-4939-9F97-780EE3CEBC81}" dt="2021-10-11T14:04:11.707" v="2596" actId="20577"/>
      <pc:docMkLst>
        <pc:docMk/>
      </pc:docMkLst>
      <pc:sldChg chg="modSp mod modAnim modNotesTx">
        <pc:chgData name="Lisa Bock" userId="1f2a7945151d6011" providerId="LiveId" clId="{17091C86-7D63-4939-9F97-780EE3CEBC81}" dt="2021-10-05T15:25:19.416" v="2529" actId="114"/>
        <pc:sldMkLst>
          <pc:docMk/>
          <pc:sldMk cId="2700514735" sldId="260"/>
        </pc:sldMkLst>
        <pc:spChg chg="mod">
          <ac:chgData name="Lisa Bock" userId="1f2a7945151d6011" providerId="LiveId" clId="{17091C86-7D63-4939-9F97-780EE3CEBC81}" dt="2021-10-03T19:05:56.866" v="46" actId="20577"/>
          <ac:spMkLst>
            <pc:docMk/>
            <pc:sldMk cId="2700514735" sldId="260"/>
            <ac:spMk id="2" creationId="{A92B708E-4083-4962-9240-C5792BEC3394}"/>
          </ac:spMkLst>
        </pc:spChg>
        <pc:spChg chg="mod">
          <ac:chgData name="Lisa Bock" userId="1f2a7945151d6011" providerId="LiveId" clId="{17091C86-7D63-4939-9F97-780EE3CEBC81}" dt="2021-10-05T13:54:13.822" v="1706" actId="20577"/>
          <ac:spMkLst>
            <pc:docMk/>
            <pc:sldMk cId="2700514735" sldId="260"/>
            <ac:spMk id="3" creationId="{D265882B-10E2-446D-A76D-9CAE7BFA8BE6}"/>
          </ac:spMkLst>
        </pc:spChg>
      </pc:sldChg>
      <pc:sldChg chg="modSp mod modAnim modNotes">
        <pc:chgData name="Lisa Bock" userId="1f2a7945151d6011" providerId="LiveId" clId="{17091C86-7D63-4939-9F97-780EE3CEBC81}" dt="2021-10-05T13:57:55.763" v="1714" actId="20577"/>
        <pc:sldMkLst>
          <pc:docMk/>
          <pc:sldMk cId="1379302974" sldId="261"/>
        </pc:sldMkLst>
        <pc:spChg chg="mod">
          <ac:chgData name="Lisa Bock" userId="1f2a7945151d6011" providerId="LiveId" clId="{17091C86-7D63-4939-9F97-780EE3CEBC81}" dt="2021-10-05T13:57:55.763" v="1714" actId="20577"/>
          <ac:spMkLst>
            <pc:docMk/>
            <pc:sldMk cId="1379302974" sldId="261"/>
            <ac:spMk id="2" creationId="{00910985-B36C-4A8C-8F00-496036FF49CE}"/>
          </ac:spMkLst>
        </pc:spChg>
        <pc:spChg chg="mod">
          <ac:chgData name="Lisa Bock" userId="1f2a7945151d6011" providerId="LiveId" clId="{17091C86-7D63-4939-9F97-780EE3CEBC81}" dt="2021-10-03T23:43:13.698" v="878"/>
          <ac:spMkLst>
            <pc:docMk/>
            <pc:sldMk cId="1379302974" sldId="261"/>
            <ac:spMk id="3" creationId="{741BF6B6-2A64-4049-9A00-5F58CF8B2C57}"/>
          </ac:spMkLst>
        </pc:spChg>
      </pc:sldChg>
      <pc:sldChg chg="modSp mod modAnim modNotesTx">
        <pc:chgData name="Lisa Bock" userId="1f2a7945151d6011" providerId="LiveId" clId="{17091C86-7D63-4939-9F97-780EE3CEBC81}" dt="2021-10-05T15:25:49.320" v="2530" actId="114"/>
        <pc:sldMkLst>
          <pc:docMk/>
          <pc:sldMk cId="1766491834" sldId="264"/>
        </pc:sldMkLst>
        <pc:spChg chg="mod">
          <ac:chgData name="Lisa Bock" userId="1f2a7945151d6011" providerId="LiveId" clId="{17091C86-7D63-4939-9F97-780EE3CEBC81}" dt="2021-10-03T19:08:42.314" v="74" actId="20577"/>
          <ac:spMkLst>
            <pc:docMk/>
            <pc:sldMk cId="1766491834" sldId="264"/>
            <ac:spMk id="2" creationId="{A92B708E-4083-4962-9240-C5792BEC3394}"/>
          </ac:spMkLst>
        </pc:spChg>
        <pc:spChg chg="mod">
          <ac:chgData name="Lisa Bock" userId="1f2a7945151d6011" providerId="LiveId" clId="{17091C86-7D63-4939-9F97-780EE3CEBC81}" dt="2021-10-05T13:54:32.769" v="1707" actId="113"/>
          <ac:spMkLst>
            <pc:docMk/>
            <pc:sldMk cId="1766491834" sldId="264"/>
            <ac:spMk id="3" creationId="{D265882B-10E2-446D-A76D-9CAE7BFA8BE6}"/>
          </ac:spMkLst>
        </pc:spChg>
      </pc:sldChg>
      <pc:sldChg chg="modSp del mod">
        <pc:chgData name="Lisa Bock" userId="1f2a7945151d6011" providerId="LiveId" clId="{17091C86-7D63-4939-9F97-780EE3CEBC81}" dt="2021-10-03T19:44:25.577" v="778" actId="2696"/>
        <pc:sldMkLst>
          <pc:docMk/>
          <pc:sldMk cId="2528030650" sldId="265"/>
        </pc:sldMkLst>
        <pc:spChg chg="mod">
          <ac:chgData name="Lisa Bock" userId="1f2a7945151d6011" providerId="LiveId" clId="{17091C86-7D63-4939-9F97-780EE3CEBC81}" dt="2021-10-03T19:09:21.138" v="111" actId="20577"/>
          <ac:spMkLst>
            <pc:docMk/>
            <pc:sldMk cId="2528030650" sldId="265"/>
            <ac:spMk id="2" creationId="{A92B708E-4083-4962-9240-C5792BEC3394}"/>
          </ac:spMkLst>
        </pc:spChg>
      </pc:sldChg>
      <pc:sldChg chg="modSp mod modNotesTx">
        <pc:chgData name="Lisa Bock" userId="1f2a7945151d6011" providerId="LiveId" clId="{17091C86-7D63-4939-9F97-780EE3CEBC81}" dt="2021-10-04T18:59:45.614" v="962" actId="6549"/>
        <pc:sldMkLst>
          <pc:docMk/>
          <pc:sldMk cId="2996616140" sldId="267"/>
        </pc:sldMkLst>
        <pc:spChg chg="mod">
          <ac:chgData name="Lisa Bock" userId="1f2a7945151d6011" providerId="LiveId" clId="{17091C86-7D63-4939-9F97-780EE3CEBC81}" dt="2021-10-03T23:47:37.372" v="932" actId="20577"/>
          <ac:spMkLst>
            <pc:docMk/>
            <pc:sldMk cId="2996616140" sldId="267"/>
            <ac:spMk id="2" creationId="{A92B708E-4083-4962-9240-C5792BEC3394}"/>
          </ac:spMkLst>
        </pc:spChg>
        <pc:spChg chg="mod">
          <ac:chgData name="Lisa Bock" userId="1f2a7945151d6011" providerId="LiveId" clId="{17091C86-7D63-4939-9F97-780EE3CEBC81}" dt="2021-10-04T18:59:45.614" v="962" actId="6549"/>
          <ac:spMkLst>
            <pc:docMk/>
            <pc:sldMk cId="2996616140" sldId="267"/>
            <ac:spMk id="3" creationId="{D265882B-10E2-446D-A76D-9CAE7BFA8BE6}"/>
          </ac:spMkLst>
        </pc:spChg>
      </pc:sldChg>
      <pc:sldChg chg="modSp mod modNotesTx">
        <pc:chgData name="Lisa Bock" userId="1f2a7945151d6011" providerId="LiveId" clId="{17091C86-7D63-4939-9F97-780EE3CEBC81}" dt="2021-10-11T02:55:33.360" v="2535" actId="2711"/>
        <pc:sldMkLst>
          <pc:docMk/>
          <pc:sldMk cId="443996997" sldId="268"/>
        </pc:sldMkLst>
        <pc:spChg chg="mod">
          <ac:chgData name="Lisa Bock" userId="1f2a7945151d6011" providerId="LiveId" clId="{17091C86-7D63-4939-9F97-780EE3CEBC81}" dt="2021-10-05T01:34:22.581" v="1177" actId="108"/>
          <ac:spMkLst>
            <pc:docMk/>
            <pc:sldMk cId="443996997" sldId="268"/>
            <ac:spMk id="2" creationId="{A92B708E-4083-4962-9240-C5792BEC3394}"/>
          </ac:spMkLst>
        </pc:spChg>
        <pc:spChg chg="mod">
          <ac:chgData name="Lisa Bock" userId="1f2a7945151d6011" providerId="LiveId" clId="{17091C86-7D63-4939-9F97-780EE3CEBC81}" dt="2021-10-11T02:55:33.360" v="2535" actId="2711"/>
          <ac:spMkLst>
            <pc:docMk/>
            <pc:sldMk cId="443996997" sldId="268"/>
            <ac:spMk id="3" creationId="{D265882B-10E2-446D-A76D-9CAE7BFA8BE6}"/>
          </ac:spMkLst>
        </pc:spChg>
      </pc:sldChg>
      <pc:sldChg chg="modSp mod">
        <pc:chgData name="Lisa Bock" userId="1f2a7945151d6011" providerId="LiveId" clId="{17091C86-7D63-4939-9F97-780EE3CEBC81}" dt="2021-10-05T14:06:17.007" v="1848" actId="14100"/>
        <pc:sldMkLst>
          <pc:docMk/>
          <pc:sldMk cId="1387039101" sldId="269"/>
        </pc:sldMkLst>
        <pc:spChg chg="mod">
          <ac:chgData name="Lisa Bock" userId="1f2a7945151d6011" providerId="LiveId" clId="{17091C86-7D63-4939-9F97-780EE3CEBC81}" dt="2021-10-05T01:23:21.533" v="1097" actId="20577"/>
          <ac:spMkLst>
            <pc:docMk/>
            <pc:sldMk cId="1387039101" sldId="269"/>
            <ac:spMk id="2" creationId="{A92B708E-4083-4962-9240-C5792BEC3394}"/>
          </ac:spMkLst>
        </pc:spChg>
        <pc:spChg chg="mod">
          <ac:chgData name="Lisa Bock" userId="1f2a7945151d6011" providerId="LiveId" clId="{17091C86-7D63-4939-9F97-780EE3CEBC81}" dt="2021-10-05T14:06:17.007" v="1848" actId="14100"/>
          <ac:spMkLst>
            <pc:docMk/>
            <pc:sldMk cId="1387039101" sldId="269"/>
            <ac:spMk id="3" creationId="{D265882B-10E2-446D-A76D-9CAE7BFA8BE6}"/>
          </ac:spMkLst>
        </pc:spChg>
      </pc:sldChg>
      <pc:sldChg chg="modSp mod">
        <pc:chgData name="Lisa Bock" userId="1f2a7945151d6011" providerId="LiveId" clId="{17091C86-7D63-4939-9F97-780EE3CEBC81}" dt="2021-10-05T02:42:09.958" v="1491" actId="20577"/>
        <pc:sldMkLst>
          <pc:docMk/>
          <pc:sldMk cId="1555248704" sldId="270"/>
        </pc:sldMkLst>
        <pc:spChg chg="mod">
          <ac:chgData name="Lisa Bock" userId="1f2a7945151d6011" providerId="LiveId" clId="{17091C86-7D63-4939-9F97-780EE3CEBC81}" dt="2021-10-05T02:42:09.958" v="1491" actId="20577"/>
          <ac:spMkLst>
            <pc:docMk/>
            <pc:sldMk cId="1555248704" sldId="270"/>
            <ac:spMk id="2" creationId="{00910985-B36C-4A8C-8F00-496036FF49CE}"/>
          </ac:spMkLst>
        </pc:spChg>
        <pc:spChg chg="mod">
          <ac:chgData name="Lisa Bock" userId="1f2a7945151d6011" providerId="LiveId" clId="{17091C86-7D63-4939-9F97-780EE3CEBC81}" dt="2021-10-05T01:39:44.523" v="1225"/>
          <ac:spMkLst>
            <pc:docMk/>
            <pc:sldMk cId="1555248704" sldId="270"/>
            <ac:spMk id="3" creationId="{741BF6B6-2A64-4049-9A00-5F58CF8B2C57}"/>
          </ac:spMkLst>
        </pc:spChg>
      </pc:sldChg>
      <pc:sldChg chg="modSp mod ord">
        <pc:chgData name="Lisa Bock" userId="1f2a7945151d6011" providerId="LiveId" clId="{17091C86-7D63-4939-9F97-780EE3CEBC81}" dt="2021-10-06T14:09:00.476" v="2532"/>
        <pc:sldMkLst>
          <pc:docMk/>
          <pc:sldMk cId="344198462" sldId="272"/>
        </pc:sldMkLst>
        <pc:spChg chg="mod">
          <ac:chgData name="Lisa Bock" userId="1f2a7945151d6011" providerId="LiveId" clId="{17091C86-7D63-4939-9F97-780EE3CEBC81}" dt="2021-10-05T02:44:47.126" v="1524" actId="20577"/>
          <ac:spMkLst>
            <pc:docMk/>
            <pc:sldMk cId="344198462" sldId="272"/>
            <ac:spMk id="2" creationId="{A92B708E-4083-4962-9240-C5792BEC3394}"/>
          </ac:spMkLst>
        </pc:spChg>
        <pc:spChg chg="mod">
          <ac:chgData name="Lisa Bock" userId="1f2a7945151d6011" providerId="LiveId" clId="{17091C86-7D63-4939-9F97-780EE3CEBC81}" dt="2021-10-05T02:50:26.054" v="1642" actId="20577"/>
          <ac:spMkLst>
            <pc:docMk/>
            <pc:sldMk cId="344198462" sldId="272"/>
            <ac:spMk id="3" creationId="{D265882B-10E2-446D-A76D-9CAE7BFA8BE6}"/>
          </ac:spMkLst>
        </pc:spChg>
      </pc:sldChg>
      <pc:sldChg chg="modSp mod modNotesTx">
        <pc:chgData name="Lisa Bock" userId="1f2a7945151d6011" providerId="LiveId" clId="{17091C86-7D63-4939-9F97-780EE3CEBC81}" dt="2021-10-11T02:56:19.012" v="2538" actId="113"/>
        <pc:sldMkLst>
          <pc:docMk/>
          <pc:sldMk cId="2731222769" sldId="273"/>
        </pc:sldMkLst>
        <pc:spChg chg="mod">
          <ac:chgData name="Lisa Bock" userId="1f2a7945151d6011" providerId="LiveId" clId="{17091C86-7D63-4939-9F97-780EE3CEBC81}" dt="2021-10-05T02:52:39.495" v="1678" actId="20577"/>
          <ac:spMkLst>
            <pc:docMk/>
            <pc:sldMk cId="2731222769" sldId="273"/>
            <ac:spMk id="2" creationId="{A92B708E-4083-4962-9240-C5792BEC3394}"/>
          </ac:spMkLst>
        </pc:spChg>
        <pc:spChg chg="mod">
          <ac:chgData name="Lisa Bock" userId="1f2a7945151d6011" providerId="LiveId" clId="{17091C86-7D63-4939-9F97-780EE3CEBC81}" dt="2021-10-11T02:56:19.012" v="2538" actId="113"/>
          <ac:spMkLst>
            <pc:docMk/>
            <pc:sldMk cId="2731222769" sldId="273"/>
            <ac:spMk id="3" creationId="{D265882B-10E2-446D-A76D-9CAE7BFA8BE6}"/>
          </ac:spMkLst>
        </pc:spChg>
      </pc:sldChg>
      <pc:sldChg chg="modSp mod modNotesTx">
        <pc:chgData name="Lisa Bock" userId="1f2a7945151d6011" providerId="LiveId" clId="{17091C86-7D63-4939-9F97-780EE3CEBC81}" dt="2021-10-06T14:18:03.302" v="2534" actId="6549"/>
        <pc:sldMkLst>
          <pc:docMk/>
          <pc:sldMk cId="2707367036" sldId="274"/>
        </pc:sldMkLst>
        <pc:spChg chg="mod">
          <ac:chgData name="Lisa Bock" userId="1f2a7945151d6011" providerId="LiveId" clId="{17091C86-7D63-4939-9F97-780EE3CEBC81}" dt="2021-10-05T14:10:54.050" v="1857"/>
          <ac:spMkLst>
            <pc:docMk/>
            <pc:sldMk cId="2707367036" sldId="274"/>
            <ac:spMk id="2" creationId="{A92B708E-4083-4962-9240-C5792BEC3394}"/>
          </ac:spMkLst>
        </pc:spChg>
        <pc:spChg chg="mod">
          <ac:chgData name="Lisa Bock" userId="1f2a7945151d6011" providerId="LiveId" clId="{17091C86-7D63-4939-9F97-780EE3CEBC81}" dt="2021-10-05T14:34:51.382" v="1956" actId="113"/>
          <ac:spMkLst>
            <pc:docMk/>
            <pc:sldMk cId="2707367036" sldId="274"/>
            <ac:spMk id="3" creationId="{D265882B-10E2-446D-A76D-9CAE7BFA8BE6}"/>
          </ac:spMkLst>
        </pc:spChg>
      </pc:sldChg>
      <pc:sldChg chg="modSp mod">
        <pc:chgData name="Lisa Bock" userId="1f2a7945151d6011" providerId="LiveId" clId="{17091C86-7D63-4939-9F97-780EE3CEBC81}" dt="2021-10-05T14:57:39.806" v="2188" actId="20577"/>
        <pc:sldMkLst>
          <pc:docMk/>
          <pc:sldMk cId="3677739018" sldId="275"/>
        </pc:sldMkLst>
        <pc:spChg chg="mod">
          <ac:chgData name="Lisa Bock" userId="1f2a7945151d6011" providerId="LiveId" clId="{17091C86-7D63-4939-9F97-780EE3CEBC81}" dt="2021-10-05T14:57:39.806" v="2188" actId="20577"/>
          <ac:spMkLst>
            <pc:docMk/>
            <pc:sldMk cId="3677739018" sldId="275"/>
            <ac:spMk id="2" creationId="{00910985-B36C-4A8C-8F00-496036FF49CE}"/>
          </ac:spMkLst>
        </pc:spChg>
        <pc:spChg chg="mod">
          <ac:chgData name="Lisa Bock" userId="1f2a7945151d6011" providerId="LiveId" clId="{17091C86-7D63-4939-9F97-780EE3CEBC81}" dt="2021-10-05T14:51:12.009" v="2115"/>
          <ac:spMkLst>
            <pc:docMk/>
            <pc:sldMk cId="3677739018" sldId="275"/>
            <ac:spMk id="3" creationId="{741BF6B6-2A64-4049-9A00-5F58CF8B2C57}"/>
          </ac:spMkLst>
        </pc:spChg>
      </pc:sldChg>
      <pc:sldChg chg="modSp mod">
        <pc:chgData name="Lisa Bock" userId="1f2a7945151d6011" providerId="LiveId" clId="{17091C86-7D63-4939-9F97-780EE3CEBC81}" dt="2021-10-11T13:47:50.103" v="2575" actId="20577"/>
        <pc:sldMkLst>
          <pc:docMk/>
          <pc:sldMk cId="3029436493" sldId="277"/>
        </pc:sldMkLst>
        <pc:spChg chg="mod">
          <ac:chgData name="Lisa Bock" userId="1f2a7945151d6011" providerId="LiveId" clId="{17091C86-7D63-4939-9F97-780EE3CEBC81}" dt="2021-10-11T13:47:50.103" v="2575" actId="20577"/>
          <ac:spMkLst>
            <pc:docMk/>
            <pc:sldMk cId="3029436493" sldId="277"/>
            <ac:spMk id="2" creationId="{A92B708E-4083-4962-9240-C5792BEC3394}"/>
          </ac:spMkLst>
        </pc:spChg>
        <pc:spChg chg="mod">
          <ac:chgData name="Lisa Bock" userId="1f2a7945151d6011" providerId="LiveId" clId="{17091C86-7D63-4939-9F97-780EE3CEBC81}" dt="2021-10-11T02:57:00.836" v="2574" actId="20577"/>
          <ac:spMkLst>
            <pc:docMk/>
            <pc:sldMk cId="3029436493" sldId="277"/>
            <ac:spMk id="3" creationId="{D265882B-10E2-446D-A76D-9CAE7BFA8BE6}"/>
          </ac:spMkLst>
        </pc:spChg>
      </pc:sldChg>
      <pc:sldChg chg="modSp mod">
        <pc:chgData name="Lisa Bock" userId="1f2a7945151d6011" providerId="LiveId" clId="{17091C86-7D63-4939-9F97-780EE3CEBC81}" dt="2021-10-11T14:03:49.921" v="2589" actId="20577"/>
        <pc:sldMkLst>
          <pc:docMk/>
          <pc:sldMk cId="1730167077" sldId="278"/>
        </pc:sldMkLst>
        <pc:spChg chg="mod">
          <ac:chgData name="Lisa Bock" userId="1f2a7945151d6011" providerId="LiveId" clId="{17091C86-7D63-4939-9F97-780EE3CEBC81}" dt="2021-10-05T15:12:54.758" v="2371" actId="20577"/>
          <ac:spMkLst>
            <pc:docMk/>
            <pc:sldMk cId="1730167077" sldId="278"/>
            <ac:spMk id="2" creationId="{A92B708E-4083-4962-9240-C5792BEC3394}"/>
          </ac:spMkLst>
        </pc:spChg>
        <pc:spChg chg="mod">
          <ac:chgData name="Lisa Bock" userId="1f2a7945151d6011" providerId="LiveId" clId="{17091C86-7D63-4939-9F97-780EE3CEBC81}" dt="2021-10-11T14:03:49.921" v="2589" actId="20577"/>
          <ac:spMkLst>
            <pc:docMk/>
            <pc:sldMk cId="1730167077" sldId="278"/>
            <ac:spMk id="3" creationId="{D265882B-10E2-446D-A76D-9CAE7BFA8BE6}"/>
          </ac:spMkLst>
        </pc:spChg>
      </pc:sldChg>
      <pc:sldChg chg="modSp mod">
        <pc:chgData name="Lisa Bock" userId="1f2a7945151d6011" providerId="LiveId" clId="{17091C86-7D63-4939-9F97-780EE3CEBC81}" dt="2021-10-11T14:04:11.707" v="2596" actId="20577"/>
        <pc:sldMkLst>
          <pc:docMk/>
          <pc:sldMk cId="867101296" sldId="279"/>
        </pc:sldMkLst>
        <pc:spChg chg="mod">
          <ac:chgData name="Lisa Bock" userId="1f2a7945151d6011" providerId="LiveId" clId="{17091C86-7D63-4939-9F97-780EE3CEBC81}" dt="2021-10-05T15:15:36.244" v="2405" actId="313"/>
          <ac:spMkLst>
            <pc:docMk/>
            <pc:sldMk cId="867101296" sldId="279"/>
            <ac:spMk id="2" creationId="{A92B708E-4083-4962-9240-C5792BEC3394}"/>
          </ac:spMkLst>
        </pc:spChg>
        <pc:spChg chg="mod">
          <ac:chgData name="Lisa Bock" userId="1f2a7945151d6011" providerId="LiveId" clId="{17091C86-7D63-4939-9F97-780EE3CEBC81}" dt="2021-10-11T14:04:11.707" v="2596" actId="20577"/>
          <ac:spMkLst>
            <pc:docMk/>
            <pc:sldMk cId="867101296" sldId="279"/>
            <ac:spMk id="3" creationId="{D265882B-10E2-446D-A76D-9CAE7BFA8BE6}"/>
          </ac:spMkLst>
        </pc:spChg>
      </pc:sldChg>
      <pc:sldChg chg="modSp mod">
        <pc:chgData name="Lisa Bock" userId="1f2a7945151d6011" providerId="LiveId" clId="{17091C86-7D63-4939-9F97-780EE3CEBC81}" dt="2021-10-05T15:22:39.095" v="2526" actId="20577"/>
        <pc:sldMkLst>
          <pc:docMk/>
          <pc:sldMk cId="661460135" sldId="280"/>
        </pc:sldMkLst>
        <pc:spChg chg="mod">
          <ac:chgData name="Lisa Bock" userId="1f2a7945151d6011" providerId="LiveId" clId="{17091C86-7D63-4939-9F97-780EE3CEBC81}" dt="2021-10-05T15:22:39.095" v="2526" actId="20577"/>
          <ac:spMkLst>
            <pc:docMk/>
            <pc:sldMk cId="661460135" sldId="280"/>
            <ac:spMk id="2" creationId="{00910985-B36C-4A8C-8F00-496036FF49CE}"/>
          </ac:spMkLst>
        </pc:spChg>
        <pc:spChg chg="mod">
          <ac:chgData name="Lisa Bock" userId="1f2a7945151d6011" providerId="LiveId" clId="{17091C86-7D63-4939-9F97-780EE3CEBC81}" dt="2021-10-05T15:09:56.606" v="2313"/>
          <ac:spMkLst>
            <pc:docMk/>
            <pc:sldMk cId="661460135" sldId="280"/>
            <ac:spMk id="3" creationId="{741BF6B6-2A64-4049-9A00-5F58CF8B2C57}"/>
          </ac:spMkLst>
        </pc:spChg>
      </pc:sldChg>
      <pc:sldChg chg="addSp delSp modSp add mod ord modNotesTx">
        <pc:chgData name="Lisa Bock" userId="1f2a7945151d6011" providerId="LiveId" clId="{17091C86-7D63-4939-9F97-780EE3CEBC81}" dt="2021-10-03T23:42:03.411" v="877" actId="1076"/>
        <pc:sldMkLst>
          <pc:docMk/>
          <pc:sldMk cId="2447634479" sldId="282"/>
        </pc:sldMkLst>
        <pc:spChg chg="del mod">
          <ac:chgData name="Lisa Bock" userId="1f2a7945151d6011" providerId="LiveId" clId="{17091C86-7D63-4939-9F97-780EE3CEBC81}" dt="2021-10-03T19:27:07.359" v="496" actId="478"/>
          <ac:spMkLst>
            <pc:docMk/>
            <pc:sldMk cId="2447634479" sldId="282"/>
            <ac:spMk id="3" creationId="{D265882B-10E2-446D-A76D-9CAE7BFA8BE6}"/>
          </ac:spMkLst>
        </pc:spChg>
        <pc:spChg chg="add del mod">
          <ac:chgData name="Lisa Bock" userId="1f2a7945151d6011" providerId="LiveId" clId="{17091C86-7D63-4939-9F97-780EE3CEBC81}" dt="2021-10-03T19:27:09.872" v="497"/>
          <ac:spMkLst>
            <pc:docMk/>
            <pc:sldMk cId="2447634479" sldId="282"/>
            <ac:spMk id="6" creationId="{9881BE4C-3C76-4B7C-8FB4-87AA8B3C8837}"/>
          </ac:spMkLst>
        </pc:spChg>
        <pc:spChg chg="add del mod">
          <ac:chgData name="Lisa Bock" userId="1f2a7945151d6011" providerId="LiveId" clId="{17091C86-7D63-4939-9F97-780EE3CEBC81}" dt="2021-10-03T23:42:02.131" v="876" actId="1076"/>
          <ac:spMkLst>
            <pc:docMk/>
            <pc:sldMk cId="2447634479" sldId="282"/>
            <ac:spMk id="8" creationId="{C4348D5D-89EC-420F-8407-45147B6AA219}"/>
          </ac:spMkLst>
        </pc:spChg>
        <pc:spChg chg="add del mod">
          <ac:chgData name="Lisa Bock" userId="1f2a7945151d6011" providerId="LiveId" clId="{17091C86-7D63-4939-9F97-780EE3CEBC81}" dt="2021-10-03T23:41:21.564" v="868" actId="478"/>
          <ac:spMkLst>
            <pc:docMk/>
            <pc:sldMk cId="2447634479" sldId="282"/>
            <ac:spMk id="9" creationId="{21EAB0FE-9F26-4822-847C-3831F3F176D7}"/>
          </ac:spMkLst>
        </pc:spChg>
        <pc:picChg chg="add mod">
          <ac:chgData name="Lisa Bock" userId="1f2a7945151d6011" providerId="LiveId" clId="{17091C86-7D63-4939-9F97-780EE3CEBC81}" dt="2021-10-03T23:42:03.411" v="877" actId="1076"/>
          <ac:picMkLst>
            <pc:docMk/>
            <pc:sldMk cId="2447634479" sldId="282"/>
            <ac:picMk id="1026" creationId="{6FCAD13E-D722-46F8-95E0-505619368C65}"/>
          </ac:picMkLst>
        </pc:picChg>
      </pc:sldChg>
      <pc:sldChg chg="modSp add mod ord modAnim">
        <pc:chgData name="Lisa Bock" userId="1f2a7945151d6011" providerId="LiveId" clId="{17091C86-7D63-4939-9F97-780EE3CEBC81}" dt="2021-10-05T02:34:34.618" v="1451"/>
        <pc:sldMkLst>
          <pc:docMk/>
          <pc:sldMk cId="4134869164" sldId="283"/>
        </pc:sldMkLst>
        <pc:spChg chg="mod">
          <ac:chgData name="Lisa Bock" userId="1f2a7945151d6011" providerId="LiveId" clId="{17091C86-7D63-4939-9F97-780EE3CEBC81}" dt="2021-10-03T19:44:16.749" v="777" actId="6549"/>
          <ac:spMkLst>
            <pc:docMk/>
            <pc:sldMk cId="4134869164" sldId="283"/>
            <ac:spMk id="2" creationId="{A92B708E-4083-4962-9240-C5792BEC3394}"/>
          </ac:spMkLst>
        </pc:spChg>
        <pc:spChg chg="mod">
          <ac:chgData name="Lisa Bock" userId="1f2a7945151d6011" providerId="LiveId" clId="{17091C86-7D63-4939-9F97-780EE3CEBC81}" dt="2021-10-03T19:34:49.073" v="609" actId="6549"/>
          <ac:spMkLst>
            <pc:docMk/>
            <pc:sldMk cId="4134869164" sldId="283"/>
            <ac:spMk id="3" creationId="{D265882B-10E2-446D-A76D-9CAE7BFA8BE6}"/>
          </ac:spMkLst>
        </pc:spChg>
      </pc:sldChg>
      <pc:sldChg chg="addSp delSp modSp add mod modAnim modNotesTx">
        <pc:chgData name="Lisa Bock" userId="1f2a7945151d6011" providerId="LiveId" clId="{17091C86-7D63-4939-9F97-780EE3CEBC81}" dt="2021-10-05T02:34:44.361" v="1452"/>
        <pc:sldMkLst>
          <pc:docMk/>
          <pc:sldMk cId="3623118151" sldId="284"/>
        </pc:sldMkLst>
        <pc:spChg chg="mod">
          <ac:chgData name="Lisa Bock" userId="1f2a7945151d6011" providerId="LiveId" clId="{17091C86-7D63-4939-9F97-780EE3CEBC81}" dt="2021-10-03T19:42:33.003" v="747" actId="20577"/>
          <ac:spMkLst>
            <pc:docMk/>
            <pc:sldMk cId="3623118151" sldId="284"/>
            <ac:spMk id="2" creationId="{A92B708E-4083-4962-9240-C5792BEC3394}"/>
          </ac:spMkLst>
        </pc:spChg>
        <pc:spChg chg="add del mod">
          <ac:chgData name="Lisa Bock" userId="1f2a7945151d6011" providerId="LiveId" clId="{17091C86-7D63-4939-9F97-780EE3CEBC81}" dt="2021-10-03T19:35:09.335" v="614"/>
          <ac:spMkLst>
            <pc:docMk/>
            <pc:sldMk cId="3623118151" sldId="284"/>
            <ac:spMk id="3" creationId="{3319B9E2-CE9E-4A0C-B3FF-228A69994FC9}"/>
          </ac:spMkLst>
        </pc:spChg>
        <pc:spChg chg="add mod">
          <ac:chgData name="Lisa Bock" userId="1f2a7945151d6011" providerId="LiveId" clId="{17091C86-7D63-4939-9F97-780EE3CEBC81}" dt="2021-10-03T19:42:04.099" v="744" actId="1076"/>
          <ac:spMkLst>
            <pc:docMk/>
            <pc:sldMk cId="3623118151" sldId="284"/>
            <ac:spMk id="7" creationId="{74D47D15-813E-4AF8-87C6-D45891D86564}"/>
          </ac:spMkLst>
        </pc:spChg>
        <pc:picChg chg="del">
          <ac:chgData name="Lisa Bock" userId="1f2a7945151d6011" providerId="LiveId" clId="{17091C86-7D63-4939-9F97-780EE3CEBC81}" dt="2021-10-03T19:35:07.051" v="613" actId="478"/>
          <ac:picMkLst>
            <pc:docMk/>
            <pc:sldMk cId="3623118151" sldId="284"/>
            <ac:picMk id="1026" creationId="{6FCAD13E-D722-46F8-95E0-505619368C65}"/>
          </ac:picMkLst>
        </pc:picChg>
        <pc:picChg chg="add mod">
          <ac:chgData name="Lisa Bock" userId="1f2a7945151d6011" providerId="LiveId" clId="{17091C86-7D63-4939-9F97-780EE3CEBC81}" dt="2021-10-03T19:36:35.786" v="619" actId="1076"/>
          <ac:picMkLst>
            <pc:docMk/>
            <pc:sldMk cId="3623118151" sldId="284"/>
            <ac:picMk id="2050" creationId="{D05D709F-9599-40AA-B08B-00EA44B8A9EC}"/>
          </ac:picMkLst>
        </pc:picChg>
      </pc:sldChg>
      <pc:sldChg chg="addSp delSp modSp new mod modClrScheme chgLayout">
        <pc:chgData name="Lisa Bock" userId="1f2a7945151d6011" providerId="LiveId" clId="{17091C86-7D63-4939-9F97-780EE3CEBC81}" dt="2021-10-05T14:07:04.016" v="1851" actId="20577"/>
        <pc:sldMkLst>
          <pc:docMk/>
          <pc:sldMk cId="463173275" sldId="285"/>
        </pc:sldMkLst>
        <pc:spChg chg="del mod ord">
          <ac:chgData name="Lisa Bock" userId="1f2a7945151d6011" providerId="LiveId" clId="{17091C86-7D63-4939-9F97-780EE3CEBC81}" dt="2021-10-05T01:34:43.395" v="1178" actId="700"/>
          <ac:spMkLst>
            <pc:docMk/>
            <pc:sldMk cId="463173275" sldId="285"/>
            <ac:spMk id="2" creationId="{224B5DF0-5DE9-42DD-BD75-F9B58AC7C05F}"/>
          </ac:spMkLst>
        </pc:spChg>
        <pc:spChg chg="del mod ord">
          <ac:chgData name="Lisa Bock" userId="1f2a7945151d6011" providerId="LiveId" clId="{17091C86-7D63-4939-9F97-780EE3CEBC81}" dt="2021-10-05T01:34:43.395" v="1178" actId="700"/>
          <ac:spMkLst>
            <pc:docMk/>
            <pc:sldMk cId="463173275" sldId="285"/>
            <ac:spMk id="3" creationId="{CC298E29-3C2D-4D84-97D6-31085A43F0BC}"/>
          </ac:spMkLst>
        </pc:spChg>
        <pc:spChg chg="del">
          <ac:chgData name="Lisa Bock" userId="1f2a7945151d6011" providerId="LiveId" clId="{17091C86-7D63-4939-9F97-780EE3CEBC81}" dt="2021-10-05T01:34:43.395" v="1178" actId="700"/>
          <ac:spMkLst>
            <pc:docMk/>
            <pc:sldMk cId="463173275" sldId="285"/>
            <ac:spMk id="4" creationId="{0CDDED44-3D68-4454-B7F4-A57DA4C136B3}"/>
          </ac:spMkLst>
        </pc:spChg>
        <pc:spChg chg="mod ord">
          <ac:chgData name="Lisa Bock" userId="1f2a7945151d6011" providerId="LiveId" clId="{17091C86-7D63-4939-9F97-780EE3CEBC81}" dt="2021-10-05T01:34:43.395" v="1178" actId="700"/>
          <ac:spMkLst>
            <pc:docMk/>
            <pc:sldMk cId="463173275" sldId="285"/>
            <ac:spMk id="5" creationId="{388F2D84-1B98-4D14-A63A-A4CF2642A0D0}"/>
          </ac:spMkLst>
        </pc:spChg>
        <pc:spChg chg="add mod ord">
          <ac:chgData name="Lisa Bock" userId="1f2a7945151d6011" providerId="LiveId" clId="{17091C86-7D63-4939-9F97-780EE3CEBC81}" dt="2021-10-05T01:35:08.812" v="1196" actId="20577"/>
          <ac:spMkLst>
            <pc:docMk/>
            <pc:sldMk cId="463173275" sldId="285"/>
            <ac:spMk id="6" creationId="{2FC3FA59-7AA6-475C-BEA7-70B6C4ABC24B}"/>
          </ac:spMkLst>
        </pc:spChg>
        <pc:spChg chg="add mod ord">
          <ac:chgData name="Lisa Bock" userId="1f2a7945151d6011" providerId="LiveId" clId="{17091C86-7D63-4939-9F97-780EE3CEBC81}" dt="2021-10-05T14:07:04.016" v="1851" actId="20577"/>
          <ac:spMkLst>
            <pc:docMk/>
            <pc:sldMk cId="463173275" sldId="285"/>
            <ac:spMk id="7" creationId="{46991304-903D-4D1A-A6AD-B48B7D428C7B}"/>
          </ac:spMkLst>
        </pc:spChg>
      </pc:sldChg>
      <pc:sldChg chg="modSp new mod modNotesTx">
        <pc:chgData name="Lisa Bock" userId="1f2a7945151d6011" providerId="LiveId" clId="{17091C86-7D63-4939-9F97-780EE3CEBC81}" dt="2021-10-05T15:24:01.905" v="2528" actId="20577"/>
        <pc:sldMkLst>
          <pc:docMk/>
          <pc:sldMk cId="232418109" sldId="286"/>
        </pc:sldMkLst>
        <pc:spChg chg="mod">
          <ac:chgData name="Lisa Bock" userId="1f2a7945151d6011" providerId="LiveId" clId="{17091C86-7D63-4939-9F97-780EE3CEBC81}" dt="2021-10-05T14:38:26.230" v="1995" actId="6549"/>
          <ac:spMkLst>
            <pc:docMk/>
            <pc:sldMk cId="232418109" sldId="286"/>
            <ac:spMk id="2" creationId="{AED0DEA9-C98A-410A-8145-4E6CDB3B3B87}"/>
          </ac:spMkLst>
        </pc:spChg>
        <pc:spChg chg="mod">
          <ac:chgData name="Lisa Bock" userId="1f2a7945151d6011" providerId="LiveId" clId="{17091C86-7D63-4939-9F97-780EE3CEBC81}" dt="2021-10-05T14:50:57.638" v="2114" actId="20577"/>
          <ac:spMkLst>
            <pc:docMk/>
            <pc:sldMk cId="232418109" sldId="286"/>
            <ac:spMk id="3" creationId="{9358B65E-75A0-4736-B866-6E2F9C01993F}"/>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pcisecuritystandards.org/pci_security/"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cve.mitre.org/"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Describe the difference of a vulnerability scan and a PenTest </a:t>
            </a:r>
            <a:endParaRPr lang="en-US" i="1"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1510897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i="1" dirty="0"/>
              <a:t>Have the students work through the risk analysis process using a real-life example </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825358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When comparing the steps to exam objectives, you’ll note that the Tools and Code Analysis domain is not listed. However, we will cover the tools used during the appropriate stage of the PenTest process.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3871117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1359085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Describe some of the analysis the team will need to do during each phase of the PenTest process.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981846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572562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PCI DSS documentation is found at: </a:t>
            </a:r>
            <a:r>
              <a:rPr lang="en-US" b="0" i="1" dirty="0">
                <a:solidFill>
                  <a:srgbClr val="007C9E"/>
                </a:solidFill>
                <a:effectLst/>
                <a:latin typeface="Open Sans" panose="020B0606030504020204" pitchFamily="34" charset="0"/>
                <a:hlinkClick r:id="rId3"/>
              </a:rPr>
              <a:t>https://www.pcisecuritystandards.org/pci_security/</a:t>
            </a:r>
            <a:r>
              <a:rPr lang="en-US" b="0" i="1" dirty="0">
                <a:solidFill>
                  <a:srgbClr val="45545F"/>
                </a:solidFill>
                <a:effectLst/>
                <a:latin typeface="Open Sans" panose="020B0606030504020204" pitchFamily="34" charset="0"/>
              </a:rPr>
              <a:t>. Within the documentation you will find a list of the four main tenets and guidelines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3679803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lvl="0"/>
            <a:r>
              <a:rPr lang="en-US" sz="1200" b="0" i="1" kern="1200" dirty="0">
                <a:solidFill>
                  <a:srgbClr val="45545F"/>
                </a:solidFill>
                <a:effectLst/>
                <a:latin typeface="Open Sans" panose="020B0606030504020204" pitchFamily="34" charset="0"/>
                <a:ea typeface="+mn-ea"/>
                <a:cs typeface="+mn-cs"/>
              </a:rPr>
              <a:t>Level 1 large merchant &gt; six million transactions/year.</a:t>
            </a:r>
          </a:p>
          <a:p>
            <a:pPr lvl="0"/>
            <a:r>
              <a:rPr lang="en-US" sz="1200" b="0" i="1" kern="1200" dirty="0">
                <a:solidFill>
                  <a:srgbClr val="45545F"/>
                </a:solidFill>
                <a:effectLst/>
                <a:latin typeface="Open Sans" panose="020B0606030504020204" pitchFamily="34" charset="0"/>
                <a:ea typeface="+mn-ea"/>
                <a:cs typeface="+mn-cs"/>
              </a:rPr>
              <a:t>Level 2 merchant with one to six million transactions/year.</a:t>
            </a:r>
          </a:p>
          <a:p>
            <a:pPr lvl="0"/>
            <a:r>
              <a:rPr lang="en-US" sz="1200" b="0" i="1" kern="1200" dirty="0">
                <a:solidFill>
                  <a:srgbClr val="45545F"/>
                </a:solidFill>
                <a:effectLst/>
                <a:latin typeface="Open Sans" panose="020B0606030504020204" pitchFamily="34" charset="0"/>
                <a:ea typeface="+mn-ea"/>
                <a:cs typeface="+mn-cs"/>
              </a:rPr>
              <a:t>Level 3 merchant with 20,000 to one million transactions/year.</a:t>
            </a:r>
          </a:p>
          <a:p>
            <a:pPr lvl="0"/>
            <a:r>
              <a:rPr lang="en-US" sz="1200" b="0" i="1" kern="1200" dirty="0">
                <a:solidFill>
                  <a:srgbClr val="45545F"/>
                </a:solidFill>
                <a:effectLst/>
                <a:latin typeface="Open Sans" panose="020B0606030504020204" pitchFamily="34" charset="0"/>
                <a:ea typeface="+mn-ea"/>
                <a:cs typeface="+mn-cs"/>
              </a:rPr>
              <a:t>Level 4  small merchant &lt; 20,000 transactions/year.</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771599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2533814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i="1" dirty="0">
                <a:solidFill>
                  <a:srgbClr val="45545F"/>
                </a:solidFill>
                <a:effectLst/>
                <a:latin typeface="Open Sans" panose="020B0606030504020204" pitchFamily="34" charset="0"/>
              </a:rPr>
              <a:t>Review some of the columns in the framework along with how the team can use the information to better prepare for the PenTest exercise.</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388169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sz="1200" b="0" i="1" kern="1200" dirty="0">
                <a:solidFill>
                  <a:srgbClr val="45545F"/>
                </a:solidFill>
                <a:effectLst/>
                <a:latin typeface="Open Sans" panose="020B0606030504020204" pitchFamily="34" charset="0"/>
                <a:ea typeface="+mn-ea"/>
                <a:cs typeface="+mn-cs"/>
              </a:rPr>
              <a:t>Go to https://attack.mitre.org/ Review some of the columns in the framework along with how the team can use the information to better prepare for the PenTest exercise.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1387244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i="1" dirty="0">
                <a:solidFill>
                  <a:srgbClr val="45545F"/>
                </a:solidFill>
                <a:effectLst/>
                <a:latin typeface="Open Sans" panose="020B0606030504020204" pitchFamily="34" charset="0"/>
              </a:rPr>
              <a:t>Visit </a:t>
            </a:r>
            <a:r>
              <a:rPr lang="en-US" i="1" dirty="0">
                <a:solidFill>
                  <a:srgbClr val="007C9E"/>
                </a:solidFill>
                <a:effectLst/>
                <a:latin typeface="Open Sans" panose="020B0606030504020204" pitchFamily="34" charset="0"/>
                <a:hlinkClick r:id="rId3"/>
              </a:rPr>
              <a:t>https://cve.mitre.org/</a:t>
            </a:r>
            <a:r>
              <a:rPr lang="en-US" i="1" dirty="0">
                <a:solidFill>
                  <a:srgbClr val="45545F"/>
                </a:solidFill>
                <a:effectLst/>
                <a:latin typeface="Open Sans" panose="020B0606030504020204" pitchFamily="34" charset="0"/>
              </a:rPr>
              <a:t> and read some of the newest CVE records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2881700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1974895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4106910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PT0-002</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CompTIA </a:t>
            </a:r>
            <a:r>
              <a:rPr lang="en-US" dirty="0" err="1"/>
              <a:t>PenTest</a:t>
            </a:r>
            <a:r>
              <a:rPr lang="en-US" dirty="0"/>
              <a:t>+</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7" name="Graphic 16">
            <a:extLst>
              <a:ext uri="{FF2B5EF4-FFF2-40B4-BE49-F238E27FC236}">
                <a16:creationId xmlns:a16="http://schemas.microsoft.com/office/drawing/2014/main" id="{7D84293D-9EA8-40F2-93FB-ED6D63C3A85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22120" y="2131276"/>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pic>
        <p:nvPicPr>
          <p:cNvPr id="19" name="Graphic 18">
            <a:extLst>
              <a:ext uri="{FF2B5EF4-FFF2-40B4-BE49-F238E27FC236}">
                <a16:creationId xmlns:a16="http://schemas.microsoft.com/office/drawing/2014/main" id="{ADBC3B40-8D17-4058-A330-EB58C13D6CD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20" name="Graphic 19">
            <a:extLst>
              <a:ext uri="{FF2B5EF4-FFF2-40B4-BE49-F238E27FC236}">
                <a16:creationId xmlns:a16="http://schemas.microsoft.com/office/drawing/2014/main" id="{0C10025E-BF6D-4382-802A-4903B84203D5}"/>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397774" y="1311388"/>
            <a:ext cx="2508635" cy="625047"/>
          </a:xfrm>
          <a:prstGeom prst="rect">
            <a:avLst/>
          </a:prstGeom>
        </p:spPr>
      </p:pic>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pic>
        <p:nvPicPr>
          <p:cNvPr id="12" name="Graphic 11">
            <a:extLst>
              <a:ext uri="{FF2B5EF4-FFF2-40B4-BE49-F238E27FC236}">
                <a16:creationId xmlns:a16="http://schemas.microsoft.com/office/drawing/2014/main" id="{6DCE80E9-7F35-4B60-9186-5838CCF74D37}"/>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43351" y="418781"/>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pic>
        <p:nvPicPr>
          <p:cNvPr id="16" name="Graphic 15">
            <a:extLst>
              <a:ext uri="{FF2B5EF4-FFF2-40B4-BE49-F238E27FC236}">
                <a16:creationId xmlns:a16="http://schemas.microsoft.com/office/drawing/2014/main" id="{4F6561AF-3711-4D10-83B7-F654C4C4802B}"/>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9" name="Graphic 18">
            <a:extLst>
              <a:ext uri="{FF2B5EF4-FFF2-40B4-BE49-F238E27FC236}">
                <a16:creationId xmlns:a16="http://schemas.microsoft.com/office/drawing/2014/main" id="{C2DA8F62-B736-4E19-826C-4C8C382FE83B}"/>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397774" y="1311388"/>
            <a:ext cx="2508635" cy="625047"/>
          </a:xfrm>
          <a:prstGeom prst="rect">
            <a:avLst/>
          </a:prstGeom>
        </p:spPr>
      </p:pic>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9FB4-7244-4484-B018-DD33DB9A52A5}"/>
              </a:ext>
            </a:extLst>
          </p:cNvPr>
          <p:cNvSpPr>
            <a:spLocks noGrp="1"/>
          </p:cNvSpPr>
          <p:nvPr>
            <p:ph type="ctrTitle"/>
          </p:nvPr>
        </p:nvSpPr>
        <p:spPr/>
        <p:txBody>
          <a:bodyPr/>
          <a:lstStyle/>
          <a:p>
            <a:r>
              <a:rPr lang="en-US" dirty="0"/>
              <a:t>Exam PT0-002</a:t>
            </a:r>
          </a:p>
        </p:txBody>
      </p:sp>
      <p:sp>
        <p:nvSpPr>
          <p:cNvPr id="3" name="Subtitle 2">
            <a:extLst>
              <a:ext uri="{FF2B5EF4-FFF2-40B4-BE49-F238E27FC236}">
                <a16:creationId xmlns:a16="http://schemas.microsoft.com/office/drawing/2014/main" id="{0120E2C8-88F7-4382-A812-F719CC64D304}"/>
              </a:ext>
            </a:extLst>
          </p:cNvPr>
          <p:cNvSpPr>
            <a:spLocks noGrp="1"/>
          </p:cNvSpPr>
          <p:nvPr>
            <p:ph type="subTitle" idx="1"/>
          </p:nvPr>
        </p:nvSpPr>
        <p:spPr/>
        <p:txBody>
          <a:bodyPr/>
          <a:lstStyle/>
          <a:p>
            <a:r>
              <a:rPr lang="en-US" dirty="0"/>
              <a:t>CompTIA PenTest+</a:t>
            </a:r>
          </a:p>
        </p:txBody>
      </p:sp>
      <p:sp>
        <p:nvSpPr>
          <p:cNvPr id="4" name="Slide Number Placeholder 3">
            <a:extLst>
              <a:ext uri="{FF2B5EF4-FFF2-40B4-BE49-F238E27FC236}">
                <a16:creationId xmlns:a16="http://schemas.microsoft.com/office/drawing/2014/main" id="{0662A346-0A2D-4C5C-A981-A185650AD0E2}"/>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extLst>
      <p:ext uri="{BB962C8B-B14F-4D97-AF65-F5344CB8AC3E}">
        <p14:creationId xmlns:p14="http://schemas.microsoft.com/office/powerpoint/2010/main" val="63253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D087C-759A-4744-8CA2-B6FC76A04C6B}"/>
              </a:ext>
            </a:extLst>
          </p:cNvPr>
          <p:cNvSpPr>
            <a:spLocks noGrp="1"/>
          </p:cNvSpPr>
          <p:nvPr>
            <p:ph type="ctrTitle"/>
          </p:nvPr>
        </p:nvSpPr>
        <p:spPr/>
        <p:txBody>
          <a:bodyPr/>
          <a:lstStyle/>
          <a:p>
            <a:r>
              <a:rPr lang="en-US" dirty="0"/>
              <a:t>Scoping Organizational/Customer Requirements</a:t>
            </a:r>
          </a:p>
        </p:txBody>
      </p:sp>
      <p:sp>
        <p:nvSpPr>
          <p:cNvPr id="3" name="Subtitle 2">
            <a:extLst>
              <a:ext uri="{FF2B5EF4-FFF2-40B4-BE49-F238E27FC236}">
                <a16:creationId xmlns:a16="http://schemas.microsoft.com/office/drawing/2014/main" id="{8E3CCB41-16A4-4F8D-ABB5-5CE3E3695174}"/>
              </a:ext>
            </a:extLst>
          </p:cNvPr>
          <p:cNvSpPr>
            <a:spLocks noGrp="1"/>
          </p:cNvSpPr>
          <p:nvPr>
            <p:ph type="subTitle" idx="1"/>
          </p:nvPr>
        </p:nvSpPr>
        <p:spPr/>
        <p:txBody>
          <a:bodyPr/>
          <a:lstStyle/>
          <a:p>
            <a:r>
              <a:rPr lang="en-US" dirty="0"/>
              <a:t>Lesson 1</a:t>
            </a:r>
          </a:p>
        </p:txBody>
      </p:sp>
      <p:sp>
        <p:nvSpPr>
          <p:cNvPr id="4" name="Text Placeholder 3">
            <a:extLst>
              <a:ext uri="{FF2B5EF4-FFF2-40B4-BE49-F238E27FC236}">
                <a16:creationId xmlns:a16="http://schemas.microsoft.com/office/drawing/2014/main" id="{FFFA2055-7F4C-49B3-90A3-30BC6D855737}"/>
              </a:ext>
            </a:extLst>
          </p:cNvPr>
          <p:cNvSpPr>
            <a:spLocks noGrp="1"/>
          </p:cNvSpPr>
          <p:nvPr>
            <p:ph type="body" sz="quarter" idx="12"/>
          </p:nvPr>
        </p:nvSpPr>
        <p:spPr/>
        <p:txBody>
          <a:bodyPr/>
          <a:lstStyle/>
          <a:p>
            <a:r>
              <a:rPr lang="en-US" dirty="0"/>
              <a:t>CompTIA PenTest+ Exam PT0-002</a:t>
            </a:r>
          </a:p>
        </p:txBody>
      </p:sp>
      <p:sp>
        <p:nvSpPr>
          <p:cNvPr id="5" name="Slide Number Placeholder 4">
            <a:extLst>
              <a:ext uri="{FF2B5EF4-FFF2-40B4-BE49-F238E27FC236}">
                <a16:creationId xmlns:a16="http://schemas.microsoft.com/office/drawing/2014/main" id="{24A2E7BE-3CF5-43B5-A07D-D2F63BA0A4CD}"/>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3476460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2032A-10FC-4BB7-B136-BD4193536FE4}"/>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7ED73DC9-4D7D-4A76-A939-CFBD8317E387}"/>
              </a:ext>
            </a:extLst>
          </p:cNvPr>
          <p:cNvSpPr>
            <a:spLocks noGrp="1"/>
          </p:cNvSpPr>
          <p:nvPr>
            <p:ph idx="1"/>
          </p:nvPr>
        </p:nvSpPr>
        <p:spPr/>
        <p:txBody>
          <a:bodyPr/>
          <a:lstStyle/>
          <a:p>
            <a:r>
              <a:rPr lang="en-US" dirty="0"/>
              <a:t>Compare and contrast governance, risk, and compliance reports.</a:t>
            </a:r>
          </a:p>
          <a:p>
            <a:r>
              <a:rPr lang="en-US" dirty="0"/>
              <a:t>Explain the importance of scoping and organizational/customer requirements</a:t>
            </a:r>
          </a:p>
          <a:p>
            <a:r>
              <a:rPr lang="en-US" dirty="0"/>
              <a:t>Explain the importance of communication during the penetration testing process</a:t>
            </a:r>
          </a:p>
          <a:p>
            <a:r>
              <a:rPr lang="en-US" dirty="0"/>
              <a:t>Given a scenario, demonstrate an ethical hacking mindset by maintaining professionalism and integrity</a:t>
            </a:r>
          </a:p>
          <a:p>
            <a:r>
              <a:rPr lang="en-US" dirty="0"/>
              <a:t>Given a scenario, perform passive reconnaissance</a:t>
            </a:r>
          </a:p>
        </p:txBody>
      </p:sp>
      <p:sp>
        <p:nvSpPr>
          <p:cNvPr id="4" name="Slide Number Placeholder 3">
            <a:extLst>
              <a:ext uri="{FF2B5EF4-FFF2-40B4-BE49-F238E27FC236}">
                <a16:creationId xmlns:a16="http://schemas.microsoft.com/office/drawing/2014/main" id="{F3D724FD-097F-41F1-84E9-7E3A49F253D2}"/>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extLst>
      <p:ext uri="{BB962C8B-B14F-4D97-AF65-F5344CB8AC3E}">
        <p14:creationId xmlns:p14="http://schemas.microsoft.com/office/powerpoint/2010/main" val="3676537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EEB6-1AEE-41DF-9C4C-570C8610147C}"/>
              </a:ext>
            </a:extLst>
          </p:cNvPr>
          <p:cNvSpPr>
            <a:spLocks noGrp="1"/>
          </p:cNvSpPr>
          <p:nvPr>
            <p:ph type="ctrTitle"/>
          </p:nvPr>
        </p:nvSpPr>
        <p:spPr/>
        <p:txBody>
          <a:bodyPr/>
          <a:lstStyle/>
          <a:p>
            <a:r>
              <a:rPr lang="en-US" dirty="0"/>
              <a:t>Define Organizational PenTesting</a:t>
            </a:r>
          </a:p>
        </p:txBody>
      </p:sp>
      <p:sp>
        <p:nvSpPr>
          <p:cNvPr id="3" name="Subtitle 2">
            <a:extLst>
              <a:ext uri="{FF2B5EF4-FFF2-40B4-BE49-F238E27FC236}">
                <a16:creationId xmlns:a16="http://schemas.microsoft.com/office/drawing/2014/main" id="{4987CBD2-FC2F-43E3-BBCF-3F07A0EC94E2}"/>
              </a:ext>
            </a:extLst>
          </p:cNvPr>
          <p:cNvSpPr>
            <a:spLocks noGrp="1"/>
          </p:cNvSpPr>
          <p:nvPr>
            <p:ph type="subTitle" idx="1"/>
          </p:nvPr>
        </p:nvSpPr>
        <p:spPr/>
        <p:txBody>
          <a:bodyPr/>
          <a:lstStyle/>
          <a:p>
            <a:r>
              <a:rPr lang="en-US" dirty="0"/>
              <a:t>Topic 1A</a:t>
            </a:r>
          </a:p>
        </p:txBody>
      </p:sp>
      <p:sp>
        <p:nvSpPr>
          <p:cNvPr id="4" name="Text Placeholder 3">
            <a:extLst>
              <a:ext uri="{FF2B5EF4-FFF2-40B4-BE49-F238E27FC236}">
                <a16:creationId xmlns:a16="http://schemas.microsoft.com/office/drawing/2014/main" id="{8C758618-B692-44C1-92DC-F8A5F871B945}"/>
              </a:ext>
            </a:extLst>
          </p:cNvPr>
          <p:cNvSpPr>
            <a:spLocks noGrp="1"/>
          </p:cNvSpPr>
          <p:nvPr>
            <p:ph type="body" sz="quarter" idx="12"/>
          </p:nvPr>
        </p:nvSpPr>
        <p:spPr/>
        <p:txBody>
          <a:bodyPr/>
          <a:lstStyle/>
          <a:p>
            <a:r>
              <a:rPr lang="en-US" dirty="0"/>
              <a:t>Lesson 1</a:t>
            </a:r>
          </a:p>
        </p:txBody>
      </p:sp>
      <p:sp>
        <p:nvSpPr>
          <p:cNvPr id="5" name="Slide Number Placeholder 4">
            <a:extLst>
              <a:ext uri="{FF2B5EF4-FFF2-40B4-BE49-F238E27FC236}">
                <a16:creationId xmlns:a16="http://schemas.microsoft.com/office/drawing/2014/main" id="{53249E05-C74B-4ADD-92BD-BF8C8F918D6C}"/>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3581186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sz="2400" dirty="0"/>
              <a:t>Assessing Cyber Health and Resiliency</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lstStyle/>
          <a:p>
            <a:r>
              <a:rPr lang="en-US" dirty="0"/>
              <a:t>Companies recognize the need to secure their systems</a:t>
            </a:r>
          </a:p>
          <a:p>
            <a:r>
              <a:rPr lang="en-US" dirty="0"/>
              <a:t>Many employ controls to ensure the CIA of data</a:t>
            </a:r>
          </a:p>
          <a:p>
            <a:pPr lvl="1"/>
            <a:r>
              <a:rPr lang="en-US" dirty="0"/>
              <a:t>Administrative controls</a:t>
            </a:r>
          </a:p>
          <a:p>
            <a:pPr lvl="1"/>
            <a:r>
              <a:rPr lang="en-US" dirty="0"/>
              <a:t>Physical controls</a:t>
            </a:r>
          </a:p>
          <a:p>
            <a:pPr lvl="1"/>
            <a:r>
              <a:rPr lang="en-US" dirty="0"/>
              <a:t>Technical or logical controls</a:t>
            </a:r>
          </a:p>
          <a:p>
            <a:r>
              <a:rPr lang="en-US" dirty="0"/>
              <a:t>All controls should adhere to the Principle of Least Privilege</a:t>
            </a:r>
            <a:r>
              <a:rPr lang="en-US" sz="2800" dirty="0"/>
              <a:t>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2700514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Reducing Overall Risk</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One of the primary goals of a PenTest is to reduce overall risk </a:t>
            </a:r>
          </a:p>
          <a:p>
            <a:r>
              <a:rPr lang="en-US" dirty="0"/>
              <a:t>Formula for determining risk: </a:t>
            </a:r>
          </a:p>
          <a:p>
            <a:pPr lvl="1"/>
            <a:r>
              <a:rPr lang="en-US" dirty="0"/>
              <a:t>RISK = THREAT * VULNERABILITY</a:t>
            </a:r>
          </a:p>
          <a:p>
            <a:pPr lvl="1"/>
            <a:r>
              <a:rPr lang="en-US" dirty="0"/>
              <a:t>Threats include malware or natural disasters</a:t>
            </a:r>
          </a:p>
          <a:p>
            <a:pPr lvl="1"/>
            <a:r>
              <a:rPr lang="en-US" dirty="0"/>
              <a:t>Vulnerabilities – a weakness or flaw</a:t>
            </a:r>
          </a:p>
          <a:p>
            <a:r>
              <a:rPr lang="en-US" b="1" dirty="0"/>
              <a:t>Risk management </a:t>
            </a:r>
            <a:r>
              <a:rPr lang="en-US" dirty="0"/>
              <a:t>- process of identifying, assessing, analyzing, and responding to risks.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1766491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Recognizing the CompTIA Process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7</a:t>
            </a:fld>
            <a:endParaRPr lang="en-US" dirty="0"/>
          </a:p>
        </p:txBody>
      </p:sp>
      <p:pic>
        <p:nvPicPr>
          <p:cNvPr id="1026" name="Picture 2">
            <a:extLst>
              <a:ext uri="{FF2B5EF4-FFF2-40B4-BE49-F238E27FC236}">
                <a16:creationId xmlns:a16="http://schemas.microsoft.com/office/drawing/2014/main" id="{6FCAD13E-D722-46F8-95E0-505619368C6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77808" y="1885506"/>
            <a:ext cx="7588379" cy="118568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6">
            <a:extLst>
              <a:ext uri="{FF2B5EF4-FFF2-40B4-BE49-F238E27FC236}">
                <a16:creationId xmlns:a16="http://schemas.microsoft.com/office/drawing/2014/main" id="{C4348D5D-89EC-420F-8407-45147B6AA219}"/>
              </a:ext>
            </a:extLst>
          </p:cNvPr>
          <p:cNvSpPr txBox="1">
            <a:spLocks/>
          </p:cNvSpPr>
          <p:nvPr/>
        </p:nvSpPr>
        <p:spPr>
          <a:xfrm>
            <a:off x="2495508" y="3516794"/>
            <a:ext cx="4152981" cy="453965"/>
          </a:xfrm>
          <a:custGeom>
            <a:avLst/>
            <a:gdLst>
              <a:gd name="connsiteX0" fmla="*/ 0 w 4152981"/>
              <a:gd name="connsiteY0" fmla="*/ 0 h 453965"/>
              <a:gd name="connsiteX1" fmla="*/ 468694 w 4152981"/>
              <a:gd name="connsiteY1" fmla="*/ 0 h 453965"/>
              <a:gd name="connsiteX2" fmla="*/ 1145036 w 4152981"/>
              <a:gd name="connsiteY2" fmla="*/ 0 h 453965"/>
              <a:gd name="connsiteX3" fmla="*/ 1655260 w 4152981"/>
              <a:gd name="connsiteY3" fmla="*/ 0 h 453965"/>
              <a:gd name="connsiteX4" fmla="*/ 2248543 w 4152981"/>
              <a:gd name="connsiteY4" fmla="*/ 0 h 453965"/>
              <a:gd name="connsiteX5" fmla="*/ 2717236 w 4152981"/>
              <a:gd name="connsiteY5" fmla="*/ 0 h 453965"/>
              <a:gd name="connsiteX6" fmla="*/ 3393579 w 4152981"/>
              <a:gd name="connsiteY6" fmla="*/ 0 h 453965"/>
              <a:gd name="connsiteX7" fmla="*/ 4152981 w 4152981"/>
              <a:gd name="connsiteY7" fmla="*/ 0 h 453965"/>
              <a:gd name="connsiteX8" fmla="*/ 4152981 w 4152981"/>
              <a:gd name="connsiteY8" fmla="*/ 453965 h 453965"/>
              <a:gd name="connsiteX9" fmla="*/ 3559698 w 4152981"/>
              <a:gd name="connsiteY9" fmla="*/ 453965 h 453965"/>
              <a:gd name="connsiteX10" fmla="*/ 3049475 w 4152981"/>
              <a:gd name="connsiteY10" fmla="*/ 453965 h 453965"/>
              <a:gd name="connsiteX11" fmla="*/ 2373132 w 4152981"/>
              <a:gd name="connsiteY11" fmla="*/ 453965 h 453965"/>
              <a:gd name="connsiteX12" fmla="*/ 1696789 w 4152981"/>
              <a:gd name="connsiteY12" fmla="*/ 453965 h 453965"/>
              <a:gd name="connsiteX13" fmla="*/ 1020447 w 4152981"/>
              <a:gd name="connsiteY13" fmla="*/ 453965 h 453965"/>
              <a:gd name="connsiteX14" fmla="*/ 510223 w 4152981"/>
              <a:gd name="connsiteY14" fmla="*/ 453965 h 453965"/>
              <a:gd name="connsiteX15" fmla="*/ 0 w 4152981"/>
              <a:gd name="connsiteY15" fmla="*/ 453965 h 453965"/>
              <a:gd name="connsiteX16" fmla="*/ 0 w 4152981"/>
              <a:gd name="connsiteY16" fmla="*/ 0 h 453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52981" h="453965" fill="none" extrusionOk="0">
                <a:moveTo>
                  <a:pt x="0" y="0"/>
                </a:moveTo>
                <a:cubicBezTo>
                  <a:pt x="222404" y="-46187"/>
                  <a:pt x="239705" y="52001"/>
                  <a:pt x="468694" y="0"/>
                </a:cubicBezTo>
                <a:cubicBezTo>
                  <a:pt x="697683" y="-52001"/>
                  <a:pt x="893660" y="57723"/>
                  <a:pt x="1145036" y="0"/>
                </a:cubicBezTo>
                <a:cubicBezTo>
                  <a:pt x="1396412" y="-57723"/>
                  <a:pt x="1546237" y="56483"/>
                  <a:pt x="1655260" y="0"/>
                </a:cubicBezTo>
                <a:cubicBezTo>
                  <a:pt x="1764283" y="-56483"/>
                  <a:pt x="1976186" y="39450"/>
                  <a:pt x="2248543" y="0"/>
                </a:cubicBezTo>
                <a:cubicBezTo>
                  <a:pt x="2520900" y="-39450"/>
                  <a:pt x="2553964" y="29035"/>
                  <a:pt x="2717236" y="0"/>
                </a:cubicBezTo>
                <a:cubicBezTo>
                  <a:pt x="2880508" y="-29035"/>
                  <a:pt x="3256555" y="18814"/>
                  <a:pt x="3393579" y="0"/>
                </a:cubicBezTo>
                <a:cubicBezTo>
                  <a:pt x="3530603" y="-18814"/>
                  <a:pt x="3991777" y="40263"/>
                  <a:pt x="4152981" y="0"/>
                </a:cubicBezTo>
                <a:cubicBezTo>
                  <a:pt x="4164250" y="165287"/>
                  <a:pt x="4132194" y="269937"/>
                  <a:pt x="4152981" y="453965"/>
                </a:cubicBezTo>
                <a:cubicBezTo>
                  <a:pt x="3979036" y="488507"/>
                  <a:pt x="3775030" y="391199"/>
                  <a:pt x="3559698" y="453965"/>
                </a:cubicBezTo>
                <a:cubicBezTo>
                  <a:pt x="3344366" y="516731"/>
                  <a:pt x="3162387" y="438636"/>
                  <a:pt x="3049475" y="453965"/>
                </a:cubicBezTo>
                <a:cubicBezTo>
                  <a:pt x="2936563" y="469294"/>
                  <a:pt x="2549525" y="421940"/>
                  <a:pt x="2373132" y="453965"/>
                </a:cubicBezTo>
                <a:cubicBezTo>
                  <a:pt x="2196739" y="485990"/>
                  <a:pt x="1972578" y="374338"/>
                  <a:pt x="1696789" y="453965"/>
                </a:cubicBezTo>
                <a:cubicBezTo>
                  <a:pt x="1421000" y="533592"/>
                  <a:pt x="1247632" y="390629"/>
                  <a:pt x="1020447" y="453965"/>
                </a:cubicBezTo>
                <a:cubicBezTo>
                  <a:pt x="793262" y="517301"/>
                  <a:pt x="619999" y="445508"/>
                  <a:pt x="510223" y="453965"/>
                </a:cubicBezTo>
                <a:cubicBezTo>
                  <a:pt x="400447" y="462422"/>
                  <a:pt x="252896" y="423285"/>
                  <a:pt x="0" y="453965"/>
                </a:cubicBezTo>
                <a:cubicBezTo>
                  <a:pt x="-13610" y="288678"/>
                  <a:pt x="50864" y="112911"/>
                  <a:pt x="0" y="0"/>
                </a:cubicBezTo>
                <a:close/>
              </a:path>
              <a:path w="4152981" h="453965" stroke="0" extrusionOk="0">
                <a:moveTo>
                  <a:pt x="0" y="0"/>
                </a:moveTo>
                <a:cubicBezTo>
                  <a:pt x="147561" y="-21623"/>
                  <a:pt x="249938" y="26461"/>
                  <a:pt x="468694" y="0"/>
                </a:cubicBezTo>
                <a:cubicBezTo>
                  <a:pt x="687450" y="-26461"/>
                  <a:pt x="836859" y="37169"/>
                  <a:pt x="937387" y="0"/>
                </a:cubicBezTo>
                <a:cubicBezTo>
                  <a:pt x="1037915" y="-37169"/>
                  <a:pt x="1215457" y="47975"/>
                  <a:pt x="1447611" y="0"/>
                </a:cubicBezTo>
                <a:cubicBezTo>
                  <a:pt x="1679765" y="-47975"/>
                  <a:pt x="1784890" y="40747"/>
                  <a:pt x="1999364" y="0"/>
                </a:cubicBezTo>
                <a:cubicBezTo>
                  <a:pt x="2213838" y="-40747"/>
                  <a:pt x="2267214" y="13944"/>
                  <a:pt x="2468057" y="0"/>
                </a:cubicBezTo>
                <a:cubicBezTo>
                  <a:pt x="2668900" y="-13944"/>
                  <a:pt x="2805106" y="5655"/>
                  <a:pt x="2936751" y="0"/>
                </a:cubicBezTo>
                <a:cubicBezTo>
                  <a:pt x="3068396" y="-5655"/>
                  <a:pt x="3184533" y="47480"/>
                  <a:pt x="3405444" y="0"/>
                </a:cubicBezTo>
                <a:cubicBezTo>
                  <a:pt x="3626355" y="-47480"/>
                  <a:pt x="3946275" y="86002"/>
                  <a:pt x="4152981" y="0"/>
                </a:cubicBezTo>
                <a:cubicBezTo>
                  <a:pt x="4189794" y="111233"/>
                  <a:pt x="4132778" y="300355"/>
                  <a:pt x="4152981" y="453965"/>
                </a:cubicBezTo>
                <a:cubicBezTo>
                  <a:pt x="3901696" y="477110"/>
                  <a:pt x="3855013" y="419898"/>
                  <a:pt x="3601228" y="453965"/>
                </a:cubicBezTo>
                <a:cubicBezTo>
                  <a:pt x="3347443" y="488032"/>
                  <a:pt x="3181178" y="417932"/>
                  <a:pt x="2966415" y="453965"/>
                </a:cubicBezTo>
                <a:cubicBezTo>
                  <a:pt x="2751652" y="489998"/>
                  <a:pt x="2469226" y="414749"/>
                  <a:pt x="2331602" y="453965"/>
                </a:cubicBezTo>
                <a:cubicBezTo>
                  <a:pt x="2193978" y="493181"/>
                  <a:pt x="1925116" y="391322"/>
                  <a:pt x="1779849" y="453965"/>
                </a:cubicBezTo>
                <a:cubicBezTo>
                  <a:pt x="1634582" y="516608"/>
                  <a:pt x="1495792" y="435446"/>
                  <a:pt x="1269626" y="453965"/>
                </a:cubicBezTo>
                <a:cubicBezTo>
                  <a:pt x="1043460" y="472484"/>
                  <a:pt x="948402" y="403980"/>
                  <a:pt x="717872" y="453965"/>
                </a:cubicBezTo>
                <a:cubicBezTo>
                  <a:pt x="487342" y="503950"/>
                  <a:pt x="316565" y="424163"/>
                  <a:pt x="0" y="453965"/>
                </a:cubicBezTo>
                <a:cubicBezTo>
                  <a:pt x="-2510" y="249589"/>
                  <a:pt x="25087" y="144269"/>
                  <a:pt x="0" y="0"/>
                </a:cubicBezTo>
                <a:close/>
              </a:path>
            </a:pathLst>
          </a:custGeom>
          <a:ln>
            <a:solidFill>
              <a:schemeClr val="accent1"/>
            </a:solidFill>
            <a:extLst>
              <a:ext uri="{C807C97D-BFC1-408E-A445-0C87EB9F89A2}">
                <ask:lineSketchStyleProps xmlns:ask="http://schemas.microsoft.com/office/drawing/2018/sketchyshapes" sd="1617156465">
                  <a:prstGeom prst="rect">
                    <a:avLst/>
                  </a:prstGeom>
                  <ask:type>
                    <ask:lineSketchScribble/>
                  </ask:type>
                </ask:lineSketchStyleProps>
              </a:ext>
            </a:extLst>
          </a:ln>
        </p:spPr>
        <p:txBody>
          <a:bodyPr/>
          <a:lstStyle>
            <a:lvl1pPr marL="257175" indent="-257175" algn="l" defTabSz="342900" rtl="0" eaLnBrk="1" latinLnBrk="0" hangingPunct="1">
              <a:spcBef>
                <a:spcPct val="20000"/>
              </a:spcBef>
              <a:buClr>
                <a:schemeClr val="accent1"/>
              </a:buClr>
              <a:buFont typeface="Wingdings" panose="05000000000000000000" pitchFamily="2" charset="2"/>
              <a:buChar char="§"/>
              <a:defRPr sz="1800" kern="1200">
                <a:solidFill>
                  <a:schemeClr val="tx1"/>
                </a:solidFill>
                <a:latin typeface="+mn-lt"/>
                <a:ea typeface="+mn-ea"/>
                <a:cs typeface="+mn-cs"/>
              </a:defRPr>
            </a:lvl1pPr>
            <a:lvl2pPr marL="685800" indent="-342900" algn="l" defTabSz="342900" rtl="0" eaLnBrk="1" latinLnBrk="0" hangingPunct="1">
              <a:spcBef>
                <a:spcPct val="200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857250" indent="-171450" algn="l" defTabSz="342900" rtl="0" eaLnBrk="1" latinLnBrk="0" hangingPunct="1">
              <a:spcBef>
                <a:spcPct val="20000"/>
              </a:spcBef>
              <a:buClr>
                <a:schemeClr val="accent1"/>
              </a:buClr>
              <a:buSzPct val="60000"/>
              <a:buFont typeface="Courier New" panose="02070309020205020404" pitchFamily="49" charset="0"/>
              <a:buChar char="o"/>
              <a:defRPr sz="1400" kern="1200">
                <a:solidFill>
                  <a:schemeClr val="tx1"/>
                </a:solidFill>
                <a:latin typeface="+mn-lt"/>
                <a:ea typeface="+mn-ea"/>
                <a:cs typeface="+mn-cs"/>
              </a:defRPr>
            </a:lvl3pPr>
            <a:lvl4pPr marL="1200150" indent="-171450" algn="l" defTabSz="342900" rtl="0" eaLnBrk="1" latinLnBrk="0" hangingPunct="1">
              <a:spcBef>
                <a:spcPct val="20000"/>
              </a:spcBef>
              <a:buClr>
                <a:schemeClr val="accent1"/>
              </a:buClr>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Clr>
                <a:schemeClr val="accent1"/>
              </a:buClr>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Font typeface="Wingdings" panose="05000000000000000000" pitchFamily="2" charset="2"/>
              <a:buNone/>
            </a:pPr>
            <a:r>
              <a:rPr lang="en-US" dirty="0">
                <a:solidFill>
                  <a:schemeClr val="accent1"/>
                </a:solidFill>
                <a:latin typeface="Calibri" panose="020F0502020204030204" pitchFamily="34" charset="0"/>
                <a:ea typeface="Roboto Mono" pitchFamily="2" charset="0"/>
                <a:cs typeface="Calibri" panose="020F0502020204030204" pitchFamily="34" charset="0"/>
              </a:rPr>
              <a:t>CompTIA Structured PenTest Process</a:t>
            </a:r>
            <a:endParaRPr lang="en-US" dirty="0">
              <a:solidFill>
                <a:schemeClr val="accen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7634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Steps in the PenTest Process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fontScale="92500" lnSpcReduction="10000"/>
          </a:bodyPr>
          <a:lstStyle/>
          <a:p>
            <a:r>
              <a:rPr lang="en-US" b="1" dirty="0"/>
              <a:t>Planning and scoping - </a:t>
            </a:r>
            <a:r>
              <a:rPr lang="en-US" dirty="0"/>
              <a:t>outline a plan for the PenTest. </a:t>
            </a:r>
          </a:p>
          <a:p>
            <a:r>
              <a:rPr lang="en-US" b="1" dirty="0"/>
              <a:t>Reconnaissance</a:t>
            </a:r>
            <a:r>
              <a:rPr lang="en-US" dirty="0"/>
              <a:t> gather information about the target. </a:t>
            </a:r>
          </a:p>
          <a:p>
            <a:r>
              <a:rPr lang="en-US" b="1" dirty="0"/>
              <a:t>Scanning -</a:t>
            </a:r>
            <a:r>
              <a:rPr lang="en-US" dirty="0"/>
              <a:t> identify live hosts, listening ports, and running services. </a:t>
            </a:r>
          </a:p>
          <a:p>
            <a:r>
              <a:rPr lang="en-US" b="1" dirty="0"/>
              <a:t>Gaining access - </a:t>
            </a:r>
            <a:r>
              <a:rPr lang="en-US" dirty="0"/>
              <a:t>see how deep into the network they can travel. </a:t>
            </a:r>
          </a:p>
          <a:p>
            <a:r>
              <a:rPr lang="en-US" b="1" dirty="0"/>
              <a:t>Maintaining access - </a:t>
            </a:r>
            <a:r>
              <a:rPr lang="en-US" dirty="0"/>
              <a:t>maintain access undetected for as long as possible</a:t>
            </a:r>
          </a:p>
          <a:p>
            <a:r>
              <a:rPr lang="en-US" b="1" dirty="0"/>
              <a:t>Covering tracks - </a:t>
            </a:r>
            <a:r>
              <a:rPr lang="en-US" dirty="0"/>
              <a:t>removes any evidence that the team was in the system</a:t>
            </a:r>
          </a:p>
          <a:p>
            <a:r>
              <a:rPr lang="en-US" b="1" dirty="0"/>
              <a:t>Analysis</a:t>
            </a:r>
            <a:r>
              <a:rPr lang="en-US" dirty="0"/>
              <a:t> - analyze the findings and derive a summary of the risk rating </a:t>
            </a:r>
          </a:p>
          <a:p>
            <a:r>
              <a:rPr lang="en-US" b="1" dirty="0"/>
              <a:t>Reporting - </a:t>
            </a:r>
            <a:r>
              <a:rPr lang="en-US" dirty="0"/>
              <a:t>deliver the results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413486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Comparing Steps Taken During PenTesting</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9</a:t>
            </a:fld>
            <a:endParaRPr lang="en-US" dirty="0"/>
          </a:p>
        </p:txBody>
      </p:sp>
      <p:pic>
        <p:nvPicPr>
          <p:cNvPr id="2050" name="Picture 2">
            <a:extLst>
              <a:ext uri="{FF2B5EF4-FFF2-40B4-BE49-F238E27FC236}">
                <a16:creationId xmlns:a16="http://schemas.microsoft.com/office/drawing/2014/main" id="{D05D709F-9599-40AA-B08B-00EA44B8A9E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575556" y="887726"/>
            <a:ext cx="2340869" cy="3368047"/>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74D47D15-813E-4AF8-87C6-D45891D86564}"/>
              </a:ext>
            </a:extLst>
          </p:cNvPr>
          <p:cNvSpPr txBox="1">
            <a:spLocks/>
          </p:cNvSpPr>
          <p:nvPr/>
        </p:nvSpPr>
        <p:spPr>
          <a:xfrm>
            <a:off x="370389" y="1381647"/>
            <a:ext cx="4500000" cy="2725645"/>
          </a:xfrm>
          <a:prstGeom prst="rect">
            <a:avLst/>
          </a:prstGeom>
        </p:spPr>
        <p:txBody>
          <a:bodyPr vert="horz" lIns="91440" tIns="45720" rIns="91440" bIns="45720" rtlCol="0">
            <a:normAutofit/>
          </a:bodyPr>
          <a:lst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dirty="0"/>
              <a:t>PenTesting Team</a:t>
            </a:r>
          </a:p>
          <a:p>
            <a:pPr lvl="1"/>
            <a:r>
              <a:rPr lang="en-US" dirty="0"/>
              <a:t>Main goal – test an infrastructure’s defenses </a:t>
            </a:r>
          </a:p>
          <a:p>
            <a:r>
              <a:rPr lang="en-US" dirty="0"/>
              <a:t>Threat Actor</a:t>
            </a:r>
          </a:p>
          <a:p>
            <a:pPr lvl="1"/>
            <a:r>
              <a:rPr lang="en-US" dirty="0"/>
              <a:t>Main goal - alter the integrity of the system</a:t>
            </a:r>
          </a:p>
        </p:txBody>
      </p:sp>
    </p:spTree>
    <p:extLst>
      <p:ext uri="{BB962C8B-B14F-4D97-AF65-F5344CB8AC3E}">
        <p14:creationId xmlns:p14="http://schemas.microsoft.com/office/powerpoint/2010/main" val="3623118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Explain the process of scoping and organizational requirements.</a:t>
            </a:r>
          </a:p>
          <a:p>
            <a:r>
              <a:rPr lang="en-US" dirty="0"/>
              <a:t>Outline the main steps of the structured PenTesting process</a:t>
            </a:r>
          </a:p>
          <a:p>
            <a:r>
              <a:rPr lang="en-US" dirty="0"/>
              <a:t>Describe the importance of communication during the penetration testing process.</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Organizational PenTesting</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1379302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Acknowledge Compliance Requirements</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1B</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1</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2476087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Outlining PCI DSS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Specifies controls that must be in place to handle credit card data.</a:t>
            </a:r>
          </a:p>
          <a:p>
            <a:pPr lvl="1"/>
            <a:r>
              <a:rPr lang="en-US" dirty="0"/>
              <a:t>Create and maintain a secure infrastructure.</a:t>
            </a:r>
          </a:p>
          <a:p>
            <a:pPr lvl="1"/>
            <a:r>
              <a:rPr lang="en-US" dirty="0"/>
              <a:t>Employ good practice strategies.</a:t>
            </a:r>
          </a:p>
          <a:p>
            <a:pPr lvl="1"/>
            <a:r>
              <a:rPr lang="en-US" dirty="0"/>
              <a:t>Continuously monitor for vulnerabilities </a:t>
            </a:r>
          </a:p>
          <a:p>
            <a:pPr lvl="1"/>
            <a:r>
              <a:rPr lang="en-US" dirty="0"/>
              <a:t>Employ appropriate anti-malware protection</a:t>
            </a:r>
          </a:p>
          <a:p>
            <a:pPr lvl="1"/>
            <a:r>
              <a:rPr lang="en-US" dirty="0"/>
              <a:t>Provide strong access control methods </a:t>
            </a:r>
          </a:p>
          <a:p>
            <a:pPr lvl="1"/>
            <a:r>
              <a:rPr lang="en-US" dirty="0"/>
              <a:t>Routinely monitor and test networks.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2996616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Assess, remediate, and report</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fontScale="92500" lnSpcReduction="10000"/>
          </a:bodyPr>
          <a:lstStyle/>
          <a:p>
            <a:r>
              <a:rPr lang="en-US" b="0" i="0" dirty="0">
                <a:solidFill>
                  <a:srgbClr val="000000"/>
                </a:solidFill>
                <a:effectLst/>
              </a:rPr>
              <a:t>A company must be vigilant with efforts to secure the data.</a:t>
            </a:r>
          </a:p>
          <a:p>
            <a:r>
              <a:rPr lang="en-US" dirty="0">
                <a:solidFill>
                  <a:srgbClr val="000000"/>
                </a:solidFill>
              </a:rPr>
              <a:t>Testing ensures they are compliant</a:t>
            </a:r>
          </a:p>
          <a:p>
            <a:pPr lvl="1"/>
            <a:r>
              <a:rPr lang="en-US" b="0" i="0" dirty="0">
                <a:solidFill>
                  <a:srgbClr val="000000"/>
                </a:solidFill>
                <a:effectLst/>
              </a:rPr>
              <a:t>Complete an assessment and then report the results.</a:t>
            </a:r>
          </a:p>
          <a:p>
            <a:r>
              <a:rPr lang="en-US" b="0" i="0" dirty="0">
                <a:solidFill>
                  <a:srgbClr val="000000"/>
                </a:solidFill>
                <a:effectLst/>
              </a:rPr>
              <a:t>Merchant level defines whether they must </a:t>
            </a:r>
            <a:r>
              <a:rPr lang="en-US" dirty="0">
                <a:solidFill>
                  <a:srgbClr val="000000"/>
                </a:solidFill>
              </a:rPr>
              <a:t>complete a ROC</a:t>
            </a:r>
          </a:p>
          <a:p>
            <a:pPr lvl="1"/>
            <a:r>
              <a:rPr lang="en-US" b="1" i="0" dirty="0">
                <a:solidFill>
                  <a:srgbClr val="000000"/>
                </a:solidFill>
                <a:effectLst/>
              </a:rPr>
              <a:t>Level 1</a:t>
            </a:r>
            <a:r>
              <a:rPr lang="en-US" sz="2100" dirty="0">
                <a:solidFill>
                  <a:srgbClr val="000000"/>
                </a:solidFill>
              </a:rPr>
              <a:t>—must have an external auditor perform the assessment by an approved Qualified Security Assessor (QSA).</a:t>
            </a:r>
          </a:p>
          <a:p>
            <a:pPr lvl="1"/>
            <a:r>
              <a:rPr lang="en-US" b="1" i="0" dirty="0">
                <a:solidFill>
                  <a:srgbClr val="000000"/>
                </a:solidFill>
                <a:effectLst/>
              </a:rPr>
              <a:t>Levels 1 and 2 </a:t>
            </a:r>
            <a:r>
              <a:rPr lang="en-US" b="0" i="0" dirty="0">
                <a:solidFill>
                  <a:srgbClr val="000000"/>
                </a:solidFill>
                <a:effectLst/>
              </a:rPr>
              <a:t>must complete a Report on Compliance </a:t>
            </a:r>
          </a:p>
          <a:p>
            <a:pPr lvl="1"/>
            <a:r>
              <a:rPr lang="en-US" b="1" i="0" dirty="0">
                <a:solidFill>
                  <a:srgbClr val="000000"/>
                </a:solidFill>
                <a:effectLst/>
              </a:rPr>
              <a:t>Levels 2–4</a:t>
            </a:r>
            <a:r>
              <a:rPr lang="en-US" b="0" i="0" dirty="0">
                <a:solidFill>
                  <a:srgbClr val="000000"/>
                </a:solidFill>
                <a:effectLst/>
              </a:rPr>
              <a:t>—can either have an external auditor or submit a self-test that proves they are taking active steps to secure the infrastructure.</a:t>
            </a:r>
          </a:p>
          <a:p>
            <a:endParaRPr lang="en-US" b="1" i="0" dirty="0">
              <a:solidFill>
                <a:srgbClr val="000000"/>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443996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General Data Protection Regulation (GDPR)</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a:xfrm>
            <a:off x="146050" y="746760"/>
            <a:ext cx="8870950" cy="3940255"/>
          </a:xfrm>
        </p:spPr>
        <p:txBody>
          <a:bodyPr>
            <a:normAutofit lnSpcReduction="10000"/>
          </a:bodyPr>
          <a:lstStyle/>
          <a:p>
            <a:r>
              <a:rPr lang="en-US" dirty="0"/>
              <a:t>Focuses on the privacy of consumer data</a:t>
            </a:r>
          </a:p>
          <a:p>
            <a:pPr lvl="1"/>
            <a:r>
              <a:rPr lang="en-US" dirty="0"/>
              <a:t>Affects anyone who does business with residents of EU and Britain. </a:t>
            </a:r>
          </a:p>
          <a:p>
            <a:r>
              <a:rPr lang="en-US" dirty="0"/>
              <a:t>Components include:</a:t>
            </a:r>
          </a:p>
          <a:p>
            <a:pPr lvl="1"/>
            <a:r>
              <a:rPr lang="en-US" b="1" dirty="0"/>
              <a:t>Require consent </a:t>
            </a:r>
            <a:r>
              <a:rPr lang="en-US" dirty="0"/>
              <a:t>– ask permission for each data source</a:t>
            </a:r>
          </a:p>
          <a:p>
            <a:pPr lvl="1"/>
            <a:r>
              <a:rPr lang="en-US" b="1" dirty="0"/>
              <a:t>Rescind consent </a:t>
            </a:r>
            <a:r>
              <a:rPr lang="en-US" dirty="0"/>
              <a:t>– consumer can opt out at any time</a:t>
            </a:r>
          </a:p>
          <a:p>
            <a:pPr lvl="1"/>
            <a:r>
              <a:rPr lang="en-US" b="1" dirty="0"/>
              <a:t>Global reach </a:t>
            </a:r>
            <a:r>
              <a:rPr lang="en-US" dirty="0"/>
              <a:t>- anyone who does business with residents of EU and Britain. </a:t>
            </a:r>
          </a:p>
          <a:p>
            <a:pPr lvl="1"/>
            <a:r>
              <a:rPr lang="en-US" b="1" dirty="0"/>
              <a:t>Restrict data collection </a:t>
            </a:r>
            <a:r>
              <a:rPr lang="en-US" dirty="0"/>
              <a:t>- collect only what is needed</a:t>
            </a:r>
          </a:p>
          <a:p>
            <a:pPr lvl="1"/>
            <a:r>
              <a:rPr lang="en-US" b="1" dirty="0"/>
              <a:t>Violation reporting </a:t>
            </a:r>
            <a:r>
              <a:rPr lang="en-US" dirty="0"/>
              <a:t>– companies must report a breach within 72 hours.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1387039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FC3FA59-7AA6-475C-BEA7-70B6C4ABC24B}"/>
              </a:ext>
            </a:extLst>
          </p:cNvPr>
          <p:cNvSpPr>
            <a:spLocks noGrp="1"/>
          </p:cNvSpPr>
          <p:nvPr>
            <p:ph type="title"/>
          </p:nvPr>
        </p:nvSpPr>
        <p:spPr/>
        <p:txBody>
          <a:bodyPr/>
          <a:lstStyle/>
          <a:p>
            <a:r>
              <a:rPr lang="en-US" dirty="0"/>
              <a:t>Other Privacy Laws</a:t>
            </a:r>
          </a:p>
        </p:txBody>
      </p:sp>
      <p:sp>
        <p:nvSpPr>
          <p:cNvPr id="7" name="Content Placeholder 6">
            <a:extLst>
              <a:ext uri="{FF2B5EF4-FFF2-40B4-BE49-F238E27FC236}">
                <a16:creationId xmlns:a16="http://schemas.microsoft.com/office/drawing/2014/main" id="{46991304-903D-4D1A-A6AD-B48B7D428C7B}"/>
              </a:ext>
            </a:extLst>
          </p:cNvPr>
          <p:cNvSpPr>
            <a:spLocks noGrp="1"/>
          </p:cNvSpPr>
          <p:nvPr>
            <p:ph idx="1"/>
          </p:nvPr>
        </p:nvSpPr>
        <p:spPr/>
        <p:txBody>
          <a:bodyPr/>
          <a:lstStyle/>
          <a:p>
            <a:r>
              <a:rPr lang="en-US" dirty="0"/>
              <a:t>Stop Hacks and Improve Electronic Data Security (SHIELD) </a:t>
            </a:r>
          </a:p>
          <a:p>
            <a:pPr lvl="1"/>
            <a:r>
              <a:rPr lang="en-US" dirty="0"/>
              <a:t>Enacted in New York state to protect citizens data.</a:t>
            </a:r>
          </a:p>
          <a:p>
            <a:r>
              <a:rPr lang="en-US" dirty="0"/>
              <a:t>California Consumer Privacy Act (CCPA) </a:t>
            </a:r>
          </a:p>
          <a:p>
            <a:pPr lvl="1"/>
            <a:r>
              <a:rPr lang="en-US" dirty="0"/>
              <a:t>Outlines specific guidelines on how to appropriately handle consumer data.</a:t>
            </a:r>
          </a:p>
          <a:p>
            <a:r>
              <a:rPr lang="en-US" dirty="0"/>
              <a:t>Health Insurance Portability and Accountability Act (HIPAA) </a:t>
            </a:r>
          </a:p>
          <a:p>
            <a:pPr lvl="1"/>
            <a:r>
              <a:rPr lang="en-US" dirty="0"/>
              <a:t>Rigorous requirements for anyone that deals with patient information.</a:t>
            </a:r>
          </a:p>
        </p:txBody>
      </p:sp>
      <p:sp>
        <p:nvSpPr>
          <p:cNvPr id="5" name="Slide Number Placeholder 4">
            <a:extLst>
              <a:ext uri="{FF2B5EF4-FFF2-40B4-BE49-F238E27FC236}">
                <a16:creationId xmlns:a16="http://schemas.microsoft.com/office/drawing/2014/main" id="{388F2D84-1B98-4D14-A63A-A4CF2642A0D0}"/>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463173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Describe the components of PCI DSS</a:t>
            </a:r>
          </a:p>
          <a:p>
            <a:r>
              <a:rPr lang="en-US" dirty="0"/>
              <a:t>List the main topics of GDPR</a:t>
            </a:r>
          </a:p>
          <a:p>
            <a:r>
              <a:rPr lang="en-US" dirty="0"/>
              <a:t>Discuss other privacy laws that govern the protection of data:</a:t>
            </a:r>
          </a:p>
          <a:p>
            <a:pPr lvl="1"/>
            <a:r>
              <a:rPr lang="en-US" dirty="0"/>
              <a:t>SHIELD, CCPA and HIPAA</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Define Organizational PenTesting</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1555248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Compare Standards and Methodologies</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1C</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1</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1865066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Identifying Pentesting Frameworks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lstStyle/>
          <a:p>
            <a:r>
              <a:rPr lang="en-US" dirty="0"/>
              <a:t>A complete assessment will discover system weaknesses</a:t>
            </a:r>
          </a:p>
          <a:p>
            <a:r>
              <a:rPr lang="en-US" dirty="0"/>
              <a:t>Many resources available that provide guidance on how to conduct an effective PenTesting exercise:</a:t>
            </a:r>
          </a:p>
          <a:p>
            <a:pPr lvl="1"/>
            <a:r>
              <a:rPr lang="en-US" dirty="0"/>
              <a:t>The Open Web Application Security Project (OWASP)</a:t>
            </a:r>
          </a:p>
          <a:p>
            <a:pPr lvl="1"/>
            <a:r>
              <a:rPr lang="da-DK" dirty="0"/>
              <a:t>National Institute of Science and Technology (NIST)</a:t>
            </a:r>
          </a:p>
          <a:p>
            <a:pPr lvl="1"/>
            <a:r>
              <a:rPr lang="en-US" dirty="0"/>
              <a:t>Open-source Security Testing Methodology Manual (OSSTMM)</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344198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Providing Structure and Guidance</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lstStyle/>
          <a:p>
            <a:r>
              <a:rPr lang="en-US" dirty="0"/>
              <a:t>Several organizations have developed structured guidelines and best practices to accomplish a PenTesting exercise. </a:t>
            </a:r>
          </a:p>
          <a:p>
            <a:pPr lvl="1"/>
            <a:r>
              <a:rPr lang="en-US" b="1" dirty="0"/>
              <a:t>ISSAF</a:t>
            </a:r>
            <a:r>
              <a:rPr lang="en-US" dirty="0"/>
              <a:t> - open-source resource available to cybersecurity professionals.</a:t>
            </a:r>
          </a:p>
          <a:p>
            <a:pPr lvl="1"/>
            <a:r>
              <a:rPr lang="en-US" b="1" dirty="0"/>
              <a:t>PTES</a:t>
            </a:r>
            <a:r>
              <a:rPr lang="en-US" dirty="0"/>
              <a:t> - provide a comprehensive overview of the proper structure of a complete PenTest.</a:t>
            </a:r>
          </a:p>
          <a:p>
            <a:pPr lvl="1"/>
            <a:r>
              <a:rPr lang="en-US" b="1" dirty="0"/>
              <a:t>MITRE</a:t>
            </a:r>
            <a:r>
              <a:rPr lang="en-US" dirty="0"/>
              <a:t> provides research, publications, and tools at no charge for anyone who accesses the site.</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2731222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MITRE ATT&amp;CK</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lstStyle/>
          <a:p>
            <a:r>
              <a:rPr lang="en-US" dirty="0"/>
              <a:t>ATT&amp;CK - Adversarial Tactics, Techniques &amp; Common Knowledge</a:t>
            </a:r>
          </a:p>
          <a:p>
            <a:r>
              <a:rPr lang="en-US" dirty="0"/>
              <a:t>Provides tools and techniques specific to PenTesting. </a:t>
            </a:r>
          </a:p>
          <a:p>
            <a:r>
              <a:rPr lang="en-US" dirty="0"/>
              <a:t>Contains categories that list tasks completed during a PenTest: </a:t>
            </a:r>
          </a:p>
          <a:p>
            <a:pPr lvl="1"/>
            <a:r>
              <a:rPr lang="en-US" b="1" dirty="0"/>
              <a:t>Initial Access </a:t>
            </a:r>
            <a:r>
              <a:rPr lang="en-US" dirty="0"/>
              <a:t>lists attack vectors used to gain access to a network.</a:t>
            </a:r>
          </a:p>
          <a:p>
            <a:pPr lvl="1"/>
            <a:r>
              <a:rPr lang="en-US" b="1" dirty="0"/>
              <a:t>Persistence</a:t>
            </a:r>
            <a:r>
              <a:rPr lang="en-US" dirty="0"/>
              <a:t> provides details on how to remain in a system. </a:t>
            </a:r>
          </a:p>
          <a:p>
            <a:pPr lvl="1"/>
            <a:r>
              <a:rPr lang="en-US" b="1" dirty="0"/>
              <a:t>Credential access </a:t>
            </a:r>
            <a:r>
              <a:rPr lang="en-US" dirty="0"/>
              <a:t>provides solutions on how to obtain credentials,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2707367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0DEA9-C98A-410A-8145-4E6CDB3B3B87}"/>
              </a:ext>
            </a:extLst>
          </p:cNvPr>
          <p:cNvSpPr>
            <a:spLocks noGrp="1"/>
          </p:cNvSpPr>
          <p:nvPr>
            <p:ph type="title"/>
          </p:nvPr>
        </p:nvSpPr>
        <p:spPr/>
        <p:txBody>
          <a:bodyPr/>
          <a:lstStyle/>
          <a:p>
            <a:r>
              <a:rPr lang="en-US" dirty="0"/>
              <a:t>Investigating CVE and CWE</a:t>
            </a:r>
            <a:r>
              <a:rPr lang="en-US" b="1" i="0" cap="all" dirty="0">
                <a:solidFill>
                  <a:srgbClr val="007C9E"/>
                </a:solidFill>
                <a:effectLst/>
                <a:latin typeface="Open Sans" panose="020B0606030504020204" pitchFamily="34" charset="0"/>
              </a:rPr>
              <a:t> </a:t>
            </a:r>
            <a:endParaRPr lang="en-US" dirty="0"/>
          </a:p>
        </p:txBody>
      </p:sp>
      <p:sp>
        <p:nvSpPr>
          <p:cNvPr id="3" name="Content Placeholder 2">
            <a:extLst>
              <a:ext uri="{FF2B5EF4-FFF2-40B4-BE49-F238E27FC236}">
                <a16:creationId xmlns:a16="http://schemas.microsoft.com/office/drawing/2014/main" id="{9358B65E-75A0-4736-B866-6E2F9C01993F}"/>
              </a:ext>
            </a:extLst>
          </p:cNvPr>
          <p:cNvSpPr>
            <a:spLocks noGrp="1"/>
          </p:cNvSpPr>
          <p:nvPr>
            <p:ph idx="1"/>
          </p:nvPr>
        </p:nvSpPr>
        <p:spPr/>
        <p:txBody>
          <a:bodyPr/>
          <a:lstStyle/>
          <a:p>
            <a:r>
              <a:rPr lang="en-US" b="1" dirty="0"/>
              <a:t>CVE</a:t>
            </a:r>
            <a:r>
              <a:rPr lang="en-US" dirty="0"/>
              <a:t> - Common Vulnerabilities and Exposures is a listing of all publicly disclosed vulnerabilities.</a:t>
            </a:r>
          </a:p>
          <a:p>
            <a:pPr lvl="1"/>
            <a:r>
              <a:rPr lang="en-US" dirty="0"/>
              <a:t>Each entry refers to specific vulnerability of a particular product </a:t>
            </a:r>
          </a:p>
          <a:p>
            <a:pPr lvl="1"/>
            <a:r>
              <a:rPr lang="en-US" dirty="0"/>
              <a:t>Is cataloged with the name and description of the vulnerability </a:t>
            </a:r>
          </a:p>
          <a:p>
            <a:r>
              <a:rPr lang="en-US" b="1" dirty="0"/>
              <a:t>CWE</a:t>
            </a:r>
            <a:r>
              <a:rPr lang="en-US" dirty="0"/>
              <a:t> - Common Weakness Enumeration is a database of software-related weaknesses maintained by the MITRE Corporation</a:t>
            </a:r>
          </a:p>
        </p:txBody>
      </p:sp>
      <p:sp>
        <p:nvSpPr>
          <p:cNvPr id="4" name="Slide Number Placeholder 3">
            <a:extLst>
              <a:ext uri="{FF2B5EF4-FFF2-40B4-BE49-F238E27FC236}">
                <a16:creationId xmlns:a16="http://schemas.microsoft.com/office/drawing/2014/main" id="{F7CDA9D1-4D03-4F19-A6F7-3D033D9FEC07}"/>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232418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Identify Pentesting Frameworks</a:t>
            </a:r>
          </a:p>
          <a:p>
            <a:r>
              <a:rPr lang="en-US" dirty="0"/>
              <a:t>List organizations have developed Pentest guidelines</a:t>
            </a:r>
          </a:p>
          <a:p>
            <a:r>
              <a:rPr lang="en-US" dirty="0"/>
              <a:t>Describe the key elements of MITRE ATT&amp;CK</a:t>
            </a:r>
          </a:p>
          <a:p>
            <a:r>
              <a:rPr lang="en-US" dirty="0"/>
              <a:t>Compare and contrast CVE and CWE </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Compare Standards and Methodologies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3677739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Describe Ways to Maintain Professionalism</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1D</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1</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4031499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Validating the Team</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lstStyle/>
          <a:p>
            <a:r>
              <a:rPr lang="en-US" dirty="0"/>
              <a:t>Each member of a PenTesting team needs to prove they can work in a secure environment:</a:t>
            </a:r>
          </a:p>
          <a:p>
            <a:pPr lvl="1"/>
            <a:r>
              <a:rPr lang="en-US" dirty="0"/>
              <a:t>Provide credentials, such as certifications that prove they have the appropriate skills to conduct PenTesting.</a:t>
            </a:r>
          </a:p>
          <a:p>
            <a:pPr lvl="1"/>
            <a:r>
              <a:rPr lang="en-US" dirty="0"/>
              <a:t>Produce recent background checks, that can include credit scores and driving records. Make sure no one has a criminal record or felony conviction.</a:t>
            </a:r>
          </a:p>
          <a:p>
            <a:r>
              <a:rPr lang="en-US" dirty="0"/>
              <a:t>Stress how it’s essential to identify and report criminal activity – even if the activity occurred by accident</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3029436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a:xfrm>
            <a:off x="-126999" y="0"/>
            <a:ext cx="9143999" cy="603250"/>
          </a:xfrm>
        </p:spPr>
        <p:txBody>
          <a:bodyPr/>
          <a:lstStyle/>
          <a:p>
            <a:r>
              <a:rPr lang="en-US" dirty="0"/>
              <a:t>Maintaining Confidentiality</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lstStyle/>
          <a:p>
            <a:r>
              <a:rPr lang="en-US" dirty="0"/>
              <a:t>Everyone on the PenTest team must agree to conform to the policy on handling proprietary and sensitive information.</a:t>
            </a:r>
          </a:p>
          <a:p>
            <a:r>
              <a:rPr lang="en-US" dirty="0"/>
              <a:t>The team should explicitly state to the client that the testers will protect information they discover during testing</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1730167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Avoiding Prosecution</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lstStyle/>
          <a:p>
            <a:r>
              <a:rPr lang="en-US" dirty="0"/>
              <a:t>Prior to beginning any testing, the team should outline the terms of the contract </a:t>
            </a:r>
          </a:p>
          <a:p>
            <a:pPr lvl="1"/>
            <a:r>
              <a:rPr lang="en-US" dirty="0"/>
              <a:t>Review all possible legal considerations that might be applicable. </a:t>
            </a:r>
          </a:p>
          <a:p>
            <a:r>
              <a:rPr lang="en-US" dirty="0"/>
              <a:t>Carefully think through all scenarios. </a:t>
            </a:r>
          </a:p>
          <a:p>
            <a:pPr lvl="1"/>
            <a:r>
              <a:rPr lang="en-US" dirty="0"/>
              <a:t>Step though how they will complete the testing, along with possible conflicts that might occur.</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867101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List ways to assure the organization that the team has the appropriate experience and an excellent reputation.</a:t>
            </a:r>
          </a:p>
          <a:p>
            <a:r>
              <a:rPr lang="en-US" dirty="0"/>
              <a:t>Explain the importance of maintaining confidentiality.</a:t>
            </a:r>
          </a:p>
          <a:p>
            <a:r>
              <a:rPr lang="en-US" dirty="0"/>
              <a:t>Describe possible legal considerations that might be applicable during the PenTest process. </a:t>
            </a:r>
          </a:p>
          <a:p>
            <a:endParaRPr lang="en-US" dirty="0"/>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sz="2600" dirty="0"/>
              <a:t>Describe Ways to Maintain Professionalism</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661460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12A6636-FB7B-434B-90D7-F68D09FF271C}"/>
              </a:ext>
            </a:extLst>
          </p:cNvPr>
          <p:cNvSpPr>
            <a:spLocks noGrp="1"/>
          </p:cNvSpPr>
          <p:nvPr>
            <p:ph type="subTitle" idx="1"/>
          </p:nvPr>
        </p:nvSpPr>
        <p:spPr/>
        <p:txBody>
          <a:bodyPr/>
          <a:lstStyle/>
          <a:p>
            <a:r>
              <a:rPr lang="en-US" dirty="0"/>
              <a:t>Lesson 1</a:t>
            </a:r>
          </a:p>
        </p:txBody>
      </p:sp>
      <p:sp>
        <p:nvSpPr>
          <p:cNvPr id="3" name="Text Placeholder 2">
            <a:extLst>
              <a:ext uri="{FF2B5EF4-FFF2-40B4-BE49-F238E27FC236}">
                <a16:creationId xmlns:a16="http://schemas.microsoft.com/office/drawing/2014/main" id="{ED0895CF-B89C-4362-9D1E-CA6D941DA106}"/>
              </a:ext>
            </a:extLst>
          </p:cNvPr>
          <p:cNvSpPr>
            <a:spLocks noGrp="1"/>
          </p:cNvSpPr>
          <p:nvPr>
            <p:ph type="body"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A345E4A2-6543-4B60-AB1F-E70A19E69999}"/>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2875311080"/>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19" ma:contentTypeDescription="Create a new document." ma:contentTypeScope="" ma:versionID="982e8a56513d1ee2aafc01cca592f65d">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7e83a006b54384a7189437426092eef"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A492A6DC-0E0C-4713-8DB4-3FF7E900DF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comptia_ova</Template>
  <TotalTime>3568</TotalTime>
  <Words>1423</Words>
  <Application>Microsoft Office PowerPoint</Application>
  <PresentationFormat>On-screen Show (16:9)</PresentationFormat>
  <Paragraphs>194</Paragraphs>
  <Slides>28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Calibri</vt:lpstr>
      <vt:lpstr>Open Sans</vt:lpstr>
      <vt:lpstr>Wingdings</vt:lpstr>
      <vt:lpstr>Arial</vt:lpstr>
      <vt:lpstr>comptia_ov</vt:lpstr>
      <vt:lpstr>Exam PT0-002</vt:lpstr>
      <vt:lpstr>Scoping Organizational/Customer Requirements</vt:lpstr>
      <vt:lpstr>Objectives</vt:lpstr>
      <vt:lpstr>Define Organizational PenTesting</vt:lpstr>
      <vt:lpstr>Assessing Cyber Health and Resiliency</vt:lpstr>
      <vt:lpstr>Reducing Overall Risk</vt:lpstr>
      <vt:lpstr>Recognizing the CompTIA Process</vt:lpstr>
      <vt:lpstr>Steps in the PenTest Process</vt:lpstr>
      <vt:lpstr>Comparing Steps Taken During PenTesting</vt:lpstr>
      <vt:lpstr>Organizational PenTesting</vt:lpstr>
      <vt:lpstr>Acknowledge Compliance Requirements</vt:lpstr>
      <vt:lpstr>Outlining PCI DSS</vt:lpstr>
      <vt:lpstr>Assess, remediate, and report</vt:lpstr>
      <vt:lpstr>General Data Protection Regulation (GDPR)</vt:lpstr>
      <vt:lpstr>Other Privacy Laws</vt:lpstr>
      <vt:lpstr>Define Organizational PenTesting</vt:lpstr>
      <vt:lpstr>Compare Standards and Methodologies</vt:lpstr>
      <vt:lpstr>Identifying Pentesting Frameworks</vt:lpstr>
      <vt:lpstr>Providing Structure and Guidance</vt:lpstr>
      <vt:lpstr>MITRE ATT&amp;CK</vt:lpstr>
      <vt:lpstr>Investigating CVE and CWE </vt:lpstr>
      <vt:lpstr>Compare Standards and Methodologies</vt:lpstr>
      <vt:lpstr>Describe Ways to Maintain Professionalism</vt:lpstr>
      <vt:lpstr>Validating the Team</vt:lpstr>
      <vt:lpstr>Maintaining Confidentiality</vt:lpstr>
      <vt:lpstr>Avoiding Prosecution</vt:lpstr>
      <vt:lpstr>Describe Ways to Maintain Professionalism</vt:lpstr>
      <vt:lpstr>PowerPoint Presentation</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Danielle Andries</dc:creator>
  <dc:description>Copyright © 2022 CompTIA, Inc. All Rights Reserved.  |  CompTIA.org</dc:description>
  <cp:lastModifiedBy>Danielle Andries</cp:lastModifiedBy>
  <cp:revision>2</cp:revision>
  <dcterms:created xsi:type="dcterms:W3CDTF">2021-09-23T15:15:08Z</dcterms:created>
  <dcterms:modified xsi:type="dcterms:W3CDTF">2022-10-19T21:10:38Z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