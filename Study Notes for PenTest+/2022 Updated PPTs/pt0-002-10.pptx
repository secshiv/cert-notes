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910" r:id="rId4"/>
  </p:sldMasterIdLst>
  <p:notesMasterIdLst>
    <p:notesMasterId r:id="rId28"/>
  </p:notesMasterIdLst>
  <p:handoutMasterIdLst>
    <p:handoutMasterId r:id="rId29"/>
  </p:handoutMasterIdLst>
  <p:sldIdLst>
    <p:sldId id="257" r:id="rId5"/>
    <p:sldId id="258" r:id="rId6"/>
    <p:sldId id="256" r:id="rId7"/>
    <p:sldId id="259" r:id="rId8"/>
    <p:sldId id="260" r:id="rId9"/>
    <p:sldId id="264" r:id="rId10"/>
    <p:sldId id="265" r:id="rId11"/>
    <p:sldId id="285" r:id="rId12"/>
    <p:sldId id="286" r:id="rId13"/>
    <p:sldId id="287" r:id="rId14"/>
    <p:sldId id="267" r:id="rId15"/>
    <p:sldId id="261" r:id="rId16"/>
    <p:sldId id="266" r:id="rId17"/>
    <p:sldId id="268" r:id="rId18"/>
    <p:sldId id="269" r:id="rId19"/>
    <p:sldId id="288" r:id="rId20"/>
    <p:sldId id="289" r:id="rId21"/>
    <p:sldId id="290" r:id="rId22"/>
    <p:sldId id="291" r:id="rId23"/>
    <p:sldId id="292" r:id="rId24"/>
    <p:sldId id="293" r:id="rId25"/>
    <p:sldId id="270" r:id="rId26"/>
    <p:sldId id="281" r:id="rId27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Open Sans" panose="020B0606030504020204" pitchFamily="34" charset="0"/>
      <p:regular r:id="rId34"/>
      <p:bold r:id="rId35"/>
      <p:italic r:id="rId36"/>
      <p:boldItalic r:id="rId3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m Taylor" initials="PT" lastIdx="1" clrIdx="0">
    <p:extLst>
      <p:ext uri="{19B8F6BF-5375-455C-9EA6-DF929625EA0E}">
        <p15:presenceInfo xmlns:p15="http://schemas.microsoft.com/office/powerpoint/2012/main" userId="Pam Taylor" providerId="None"/>
      </p:ext>
    </p:extLst>
  </p:cmAuthor>
  <p:cmAuthor id="2" name="Gail Sandler" initials="GS" lastIdx="4" clrIdx="1">
    <p:extLst>
      <p:ext uri="{19B8F6BF-5375-455C-9EA6-DF929625EA0E}">
        <p15:presenceInfo xmlns:p15="http://schemas.microsoft.com/office/powerpoint/2012/main" userId="2b7e9c3f3530ff22" providerId="Windows Live"/>
      </p:ext>
    </p:extLst>
  </p:cmAuthor>
  <p:cmAuthor id="3" name="James Pengelly" initials="JP" lastIdx="1" clrIdx="2">
    <p:extLst>
      <p:ext uri="{19B8F6BF-5375-455C-9EA6-DF929625EA0E}">
        <p15:presenceInfo xmlns:p15="http://schemas.microsoft.com/office/powerpoint/2012/main" userId="S::jpengelly@comptia.org::d269fecd-a8a2-4e5a-93ae-88bdaab21f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9FDE"/>
    <a:srgbClr val="FEAE62"/>
    <a:srgbClr val="7FC8DD"/>
    <a:srgbClr val="ED6D00"/>
    <a:srgbClr val="44545F"/>
    <a:srgbClr val="B1B7BC"/>
    <a:srgbClr val="0A7DA0"/>
    <a:srgbClr val="007C9E"/>
    <a:srgbClr val="004D72"/>
    <a:srgbClr val="004D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1" autoAdjust="0"/>
    <p:restoredTop sz="80180" autoAdjust="0"/>
  </p:normalViewPr>
  <p:slideViewPr>
    <p:cSldViewPr snapToGrid="0">
      <p:cViewPr varScale="1">
        <p:scale>
          <a:sx n="118" d="100"/>
          <a:sy n="118" d="100"/>
        </p:scale>
        <p:origin x="1440" y="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font" Target="fonts/font5.fntdata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7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4.fntdata"/><Relationship Id="rId38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le Andries" userId="93d179e4-3c18-40f7-920e-ae80b202540d" providerId="ADAL" clId="{827CC81F-B490-40FA-A371-BDC1D27DE7E7}"/>
    <pc:docChg chg="modSld">
      <pc:chgData name="Danielle Andries" userId="93d179e4-3c18-40f7-920e-ae80b202540d" providerId="ADAL" clId="{827CC81F-B490-40FA-A371-BDC1D27DE7E7}" dt="2021-10-21T13:51:54.319" v="34" actId="20577"/>
      <pc:docMkLst>
        <pc:docMk/>
      </pc:docMkLst>
      <pc:sldChg chg="modNotesTx">
        <pc:chgData name="Danielle Andries" userId="93d179e4-3c18-40f7-920e-ae80b202540d" providerId="ADAL" clId="{827CC81F-B490-40FA-A371-BDC1D27DE7E7}" dt="2021-10-21T13:51:34.177" v="16" actId="20577"/>
        <pc:sldMkLst>
          <pc:docMk/>
          <pc:sldMk cId="2996616140" sldId="267"/>
        </pc:sldMkLst>
      </pc:sldChg>
      <pc:sldChg chg="modNotesTx">
        <pc:chgData name="Danielle Andries" userId="93d179e4-3c18-40f7-920e-ae80b202540d" providerId="ADAL" clId="{827CC81F-B490-40FA-A371-BDC1D27DE7E7}" dt="2021-10-21T13:51:44.248" v="25" actId="20577"/>
        <pc:sldMkLst>
          <pc:docMk/>
          <pc:sldMk cId="1387039101" sldId="269"/>
        </pc:sldMkLst>
      </pc:sldChg>
      <pc:sldChg chg="modNotesTx">
        <pc:chgData name="Danielle Andries" userId="93d179e4-3c18-40f7-920e-ae80b202540d" providerId="ADAL" clId="{827CC81F-B490-40FA-A371-BDC1D27DE7E7}" dt="2021-10-21T13:51:21.512" v="8" actId="20577"/>
        <pc:sldMkLst>
          <pc:docMk/>
          <pc:sldMk cId="1895232185" sldId="287"/>
        </pc:sldMkLst>
      </pc:sldChg>
      <pc:sldChg chg="modNotesTx">
        <pc:chgData name="Danielle Andries" userId="93d179e4-3c18-40f7-920e-ae80b202540d" providerId="ADAL" clId="{827CC81F-B490-40FA-A371-BDC1D27DE7E7}" dt="2021-10-21T13:51:54.319" v="34" actId="20577"/>
        <pc:sldMkLst>
          <pc:docMk/>
          <pc:sldMk cId="2750511308" sldId="289"/>
        </pc:sldMkLst>
      </pc:sldChg>
    </pc:docChg>
  </pc:docChgLst>
  <pc:docChgLst>
    <pc:chgData name="Danielle Andries" userId="93d179e4-3c18-40f7-920e-ae80b202540d" providerId="ADAL" clId="{6C4DDD9A-F753-495D-800B-267E75BEE8CC}"/>
    <pc:docChg chg="delSld">
      <pc:chgData name="Danielle Andries" userId="93d179e4-3c18-40f7-920e-ae80b202540d" providerId="ADAL" clId="{6C4DDD9A-F753-495D-800B-267E75BEE8CC}" dt="2022-10-19T21:45:01.068" v="0" actId="47"/>
      <pc:docMkLst>
        <pc:docMk/>
      </pc:docMkLst>
      <pc:sldChg chg="del">
        <pc:chgData name="Danielle Andries" userId="93d179e4-3c18-40f7-920e-ae80b202540d" providerId="ADAL" clId="{6C4DDD9A-F753-495D-800B-267E75BEE8CC}" dt="2022-10-19T21:45:01.068" v="0" actId="47"/>
        <pc:sldMkLst>
          <pc:docMk/>
          <pc:sldMk cId="3073644457" sldId="284"/>
        </pc:sldMkLst>
      </pc:sldChg>
    </pc:docChg>
  </pc:docChgLst>
  <pc:docChgLst>
    <pc:chgData name="Danielle Andries" userId="93d179e4-3c18-40f7-920e-ae80b202540d" providerId="ADAL" clId="{62C81E0E-E6B5-4D42-8DAD-B2C0CD56ED6C}"/>
    <pc:docChg chg="delSld modSld sldOrd">
      <pc:chgData name="Danielle Andries" userId="93d179e4-3c18-40f7-920e-ae80b202540d" providerId="ADAL" clId="{62C81E0E-E6B5-4D42-8DAD-B2C0CD56ED6C}" dt="2021-10-13T13:49:11.162" v="32" actId="47"/>
      <pc:docMkLst>
        <pc:docMk/>
      </pc:docMkLst>
      <pc:sldChg chg="modSp mod">
        <pc:chgData name="Danielle Andries" userId="93d179e4-3c18-40f7-920e-ae80b202540d" providerId="ADAL" clId="{62C81E0E-E6B5-4D42-8DAD-B2C0CD56ED6C}" dt="2021-10-13T13:48:03.668" v="0" actId="6549"/>
        <pc:sldMkLst>
          <pc:docMk/>
          <pc:sldMk cId="3676537154" sldId="256"/>
        </pc:sldMkLst>
        <pc:spChg chg="mod">
          <ac:chgData name="Danielle Andries" userId="93d179e4-3c18-40f7-920e-ae80b202540d" providerId="ADAL" clId="{62C81E0E-E6B5-4D42-8DAD-B2C0CD56ED6C}" dt="2021-10-13T13:48:03.668" v="0" actId="6549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62C81E0E-E6B5-4D42-8DAD-B2C0CD56ED6C}" dt="2021-10-13T13:48:31.119" v="28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62C81E0E-E6B5-4D42-8DAD-B2C0CD56ED6C}" dt="2021-10-13T13:48:31.119" v="28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62C81E0E-E6B5-4D42-8DAD-B2C0CD56ED6C}" dt="2021-10-13T13:48:23.610" v="6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62C81E0E-E6B5-4D42-8DAD-B2C0CD56ED6C}" dt="2021-10-13T13:48:21.073" v="3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del">
        <pc:chgData name="Danielle Andries" userId="93d179e4-3c18-40f7-920e-ae80b202540d" providerId="ADAL" clId="{62C81E0E-E6B5-4D42-8DAD-B2C0CD56ED6C}" dt="2021-10-13T13:49:11.162" v="32" actId="47"/>
        <pc:sldMkLst>
          <pc:docMk/>
          <pc:sldMk cId="1865066414" sldId="271"/>
        </pc:sldMkLst>
      </pc:sldChg>
      <pc:sldChg chg="del">
        <pc:chgData name="Danielle Andries" userId="93d179e4-3c18-40f7-920e-ae80b202540d" providerId="ADAL" clId="{62C81E0E-E6B5-4D42-8DAD-B2C0CD56ED6C}" dt="2021-10-13T13:49:11.162" v="32" actId="47"/>
        <pc:sldMkLst>
          <pc:docMk/>
          <pc:sldMk cId="344198462" sldId="272"/>
        </pc:sldMkLst>
      </pc:sldChg>
      <pc:sldChg chg="del">
        <pc:chgData name="Danielle Andries" userId="93d179e4-3c18-40f7-920e-ae80b202540d" providerId="ADAL" clId="{62C81E0E-E6B5-4D42-8DAD-B2C0CD56ED6C}" dt="2021-10-13T13:49:11.162" v="32" actId="47"/>
        <pc:sldMkLst>
          <pc:docMk/>
          <pc:sldMk cId="2731222769" sldId="273"/>
        </pc:sldMkLst>
      </pc:sldChg>
      <pc:sldChg chg="del">
        <pc:chgData name="Danielle Andries" userId="93d179e4-3c18-40f7-920e-ae80b202540d" providerId="ADAL" clId="{62C81E0E-E6B5-4D42-8DAD-B2C0CD56ED6C}" dt="2021-10-13T13:49:11.162" v="32" actId="47"/>
        <pc:sldMkLst>
          <pc:docMk/>
          <pc:sldMk cId="2707367036" sldId="274"/>
        </pc:sldMkLst>
      </pc:sldChg>
      <pc:sldChg chg="del">
        <pc:chgData name="Danielle Andries" userId="93d179e4-3c18-40f7-920e-ae80b202540d" providerId="ADAL" clId="{62C81E0E-E6B5-4D42-8DAD-B2C0CD56ED6C}" dt="2021-10-13T13:49:11.162" v="32" actId="47"/>
        <pc:sldMkLst>
          <pc:docMk/>
          <pc:sldMk cId="3677739018" sldId="275"/>
        </pc:sldMkLst>
      </pc:sldChg>
      <pc:sldChg chg="modSp mod ord">
        <pc:chgData name="Danielle Andries" userId="93d179e4-3c18-40f7-920e-ae80b202540d" providerId="ADAL" clId="{62C81E0E-E6B5-4D42-8DAD-B2C0CD56ED6C}" dt="2021-10-13T13:49:04.574" v="31"/>
        <pc:sldMkLst>
          <pc:docMk/>
          <pc:sldMk cId="3073644457" sldId="284"/>
        </pc:sldMkLst>
        <pc:spChg chg="mod">
          <ac:chgData name="Danielle Andries" userId="93d179e4-3c18-40f7-920e-ae80b202540d" providerId="ADAL" clId="{62C81E0E-E6B5-4D42-8DAD-B2C0CD56ED6C}" dt="2021-10-13T13:49:04.574" v="31"/>
          <ac:spMkLst>
            <pc:docMk/>
            <pc:sldMk cId="3073644457" sldId="284"/>
            <ac:spMk id="3" creationId="{568708AE-48ED-4852-AE39-86C44E3C3102}"/>
          </ac:spMkLst>
        </pc:spChg>
      </pc:sldChg>
    </pc:docChg>
  </pc:docChgLst>
  <pc:docChgLst>
    <pc:chgData name="Lisa Bock" userId="1f2a7945151d6011" providerId="LiveId" clId="{F321E89E-AF0E-4F75-B2BB-CA77FBE2490D}"/>
    <pc:docChg chg="undo redo custSel addSld delSld modSld sldOrd">
      <pc:chgData name="Lisa Bock" userId="1f2a7945151d6011" providerId="LiveId" clId="{F321E89E-AF0E-4F75-B2BB-CA77FBE2490D}" dt="2021-10-21T02:12:46.168" v="2242" actId="20577"/>
      <pc:docMkLst>
        <pc:docMk/>
      </pc:docMkLst>
      <pc:sldChg chg="modSp mod">
        <pc:chgData name="Lisa Bock" userId="1f2a7945151d6011" providerId="LiveId" clId="{F321E89E-AF0E-4F75-B2BB-CA77FBE2490D}" dt="2021-10-17T16:31:41.378" v="58"/>
        <pc:sldMkLst>
          <pc:docMk/>
          <pc:sldMk cId="2700514735" sldId="260"/>
        </pc:sldMkLst>
        <pc:spChg chg="mod">
          <ac:chgData name="Lisa Bock" userId="1f2a7945151d6011" providerId="LiveId" clId="{F321E89E-AF0E-4F75-B2BB-CA77FBE2490D}" dt="2021-10-17T16:27:31.105" v="35" actId="20577"/>
          <ac:spMkLst>
            <pc:docMk/>
            <pc:sldMk cId="2700514735" sldId="260"/>
            <ac:spMk id="2" creationId="{A92B708E-4083-4962-9240-C5792BEC3394}"/>
          </ac:spMkLst>
        </pc:spChg>
        <pc:spChg chg="mod">
          <ac:chgData name="Lisa Bock" userId="1f2a7945151d6011" providerId="LiveId" clId="{F321E89E-AF0E-4F75-B2BB-CA77FBE2490D}" dt="2021-10-17T16:31:41.378" v="58"/>
          <ac:spMkLst>
            <pc:docMk/>
            <pc:sldMk cId="2700514735" sldId="260"/>
            <ac:spMk id="3" creationId="{D265882B-10E2-446D-A76D-9CAE7BFA8BE6}"/>
          </ac:spMkLst>
        </pc:spChg>
      </pc:sldChg>
      <pc:sldChg chg="modSp mod">
        <pc:chgData name="Lisa Bock" userId="1f2a7945151d6011" providerId="LiveId" clId="{F321E89E-AF0E-4F75-B2BB-CA77FBE2490D}" dt="2021-10-17T17:47:47.779" v="992" actId="20578"/>
        <pc:sldMkLst>
          <pc:docMk/>
          <pc:sldMk cId="1379302974" sldId="261"/>
        </pc:sldMkLst>
        <pc:spChg chg="mod">
          <ac:chgData name="Lisa Bock" userId="1f2a7945151d6011" providerId="LiveId" clId="{F321E89E-AF0E-4F75-B2BB-CA77FBE2490D}" dt="2021-10-17T17:47:47.779" v="992" actId="20578"/>
          <ac:spMkLst>
            <pc:docMk/>
            <pc:sldMk cId="1379302974" sldId="261"/>
            <ac:spMk id="2" creationId="{00910985-B36C-4A8C-8F00-496036FF49CE}"/>
          </ac:spMkLst>
        </pc:spChg>
        <pc:spChg chg="mod">
          <ac:chgData name="Lisa Bock" userId="1f2a7945151d6011" providerId="LiveId" clId="{F321E89E-AF0E-4F75-B2BB-CA77FBE2490D}" dt="2021-10-17T17:42:59.786" v="799"/>
          <ac:spMkLst>
            <pc:docMk/>
            <pc:sldMk cId="1379302974" sldId="261"/>
            <ac:spMk id="3" creationId="{741BF6B6-2A64-4049-9A00-5F58CF8B2C57}"/>
          </ac:spMkLst>
        </pc:spChg>
      </pc:sldChg>
      <pc:sldChg chg="modSp mod">
        <pc:chgData name="Lisa Bock" userId="1f2a7945151d6011" providerId="LiveId" clId="{F321E89E-AF0E-4F75-B2BB-CA77FBE2490D}" dt="2021-10-17T16:41:32.153" v="252" actId="6549"/>
        <pc:sldMkLst>
          <pc:docMk/>
          <pc:sldMk cId="1766491834" sldId="264"/>
        </pc:sldMkLst>
        <pc:spChg chg="mod">
          <ac:chgData name="Lisa Bock" userId="1f2a7945151d6011" providerId="LiveId" clId="{F321E89E-AF0E-4F75-B2BB-CA77FBE2490D}" dt="2021-10-17T16:32:58.962" v="104" actId="20577"/>
          <ac:spMkLst>
            <pc:docMk/>
            <pc:sldMk cId="1766491834" sldId="264"/>
            <ac:spMk id="2" creationId="{A92B708E-4083-4962-9240-C5792BEC3394}"/>
          </ac:spMkLst>
        </pc:spChg>
        <pc:spChg chg="mod">
          <ac:chgData name="Lisa Bock" userId="1f2a7945151d6011" providerId="LiveId" clId="{F321E89E-AF0E-4F75-B2BB-CA77FBE2490D}" dt="2021-10-17T16:41:32.153" v="252" actId="6549"/>
          <ac:spMkLst>
            <pc:docMk/>
            <pc:sldMk cId="1766491834" sldId="264"/>
            <ac:spMk id="3" creationId="{D265882B-10E2-446D-A76D-9CAE7BFA8BE6}"/>
          </ac:spMkLst>
        </pc:spChg>
      </pc:sldChg>
      <pc:sldChg chg="modSp mod">
        <pc:chgData name="Lisa Bock" userId="1f2a7945151d6011" providerId="LiveId" clId="{F321E89E-AF0E-4F75-B2BB-CA77FBE2490D}" dt="2021-10-17T16:48:57.547" v="336" actId="20577"/>
        <pc:sldMkLst>
          <pc:docMk/>
          <pc:sldMk cId="2528030650" sldId="265"/>
        </pc:sldMkLst>
        <pc:spChg chg="mod">
          <ac:chgData name="Lisa Bock" userId="1f2a7945151d6011" providerId="LiveId" clId="{F321E89E-AF0E-4F75-B2BB-CA77FBE2490D}" dt="2021-10-17T16:42:32.766" v="255"/>
          <ac:spMkLst>
            <pc:docMk/>
            <pc:sldMk cId="2528030650" sldId="265"/>
            <ac:spMk id="2" creationId="{A92B708E-4083-4962-9240-C5792BEC3394}"/>
          </ac:spMkLst>
        </pc:spChg>
        <pc:spChg chg="mod">
          <ac:chgData name="Lisa Bock" userId="1f2a7945151d6011" providerId="LiveId" clId="{F321E89E-AF0E-4F75-B2BB-CA77FBE2490D}" dt="2021-10-17T16:48:57.547" v="336" actId="20577"/>
          <ac:spMkLst>
            <pc:docMk/>
            <pc:sldMk cId="2528030650" sldId="265"/>
            <ac:spMk id="3" creationId="{D265882B-10E2-446D-A76D-9CAE7BFA8BE6}"/>
          </ac:spMkLst>
        </pc:spChg>
      </pc:sldChg>
      <pc:sldChg chg="modSp mod ord modNotesTx">
        <pc:chgData name="Lisa Bock" userId="1f2a7945151d6011" providerId="LiveId" clId="{F321E89E-AF0E-4F75-B2BB-CA77FBE2490D}" dt="2021-10-21T01:37:03.979" v="2067" actId="15"/>
        <pc:sldMkLst>
          <pc:docMk/>
          <pc:sldMk cId="2996616140" sldId="267"/>
        </pc:sldMkLst>
        <pc:spChg chg="mod">
          <ac:chgData name="Lisa Bock" userId="1f2a7945151d6011" providerId="LiveId" clId="{F321E89E-AF0E-4F75-B2BB-CA77FBE2490D}" dt="2021-10-17T17:39:39.329" v="704"/>
          <ac:spMkLst>
            <pc:docMk/>
            <pc:sldMk cId="2996616140" sldId="267"/>
            <ac:spMk id="2" creationId="{A92B708E-4083-4962-9240-C5792BEC3394}"/>
          </ac:spMkLst>
        </pc:spChg>
        <pc:spChg chg="mod">
          <ac:chgData name="Lisa Bock" userId="1f2a7945151d6011" providerId="LiveId" clId="{F321E89E-AF0E-4F75-B2BB-CA77FBE2490D}" dt="2021-10-21T01:37:03.979" v="2067" actId="15"/>
          <ac:spMkLst>
            <pc:docMk/>
            <pc:sldMk cId="2996616140" sldId="267"/>
            <ac:spMk id="3" creationId="{D265882B-10E2-446D-A76D-9CAE7BFA8BE6}"/>
          </ac:spMkLst>
        </pc:spChg>
      </pc:sldChg>
      <pc:sldChg chg="modSp mod">
        <pc:chgData name="Lisa Bock" userId="1f2a7945151d6011" providerId="LiveId" clId="{F321E89E-AF0E-4F75-B2BB-CA77FBE2490D}" dt="2021-10-20T19:43:12.993" v="1241" actId="14"/>
        <pc:sldMkLst>
          <pc:docMk/>
          <pc:sldMk cId="443996997" sldId="268"/>
        </pc:sldMkLst>
        <pc:spChg chg="mod">
          <ac:chgData name="Lisa Bock" userId="1f2a7945151d6011" providerId="LiveId" clId="{F321E89E-AF0E-4F75-B2BB-CA77FBE2490D}" dt="2021-10-20T19:18:50.763" v="1015" actId="20577"/>
          <ac:spMkLst>
            <pc:docMk/>
            <pc:sldMk cId="443996997" sldId="268"/>
            <ac:spMk id="2" creationId="{A92B708E-4083-4962-9240-C5792BEC3394}"/>
          </ac:spMkLst>
        </pc:spChg>
        <pc:spChg chg="mod">
          <ac:chgData name="Lisa Bock" userId="1f2a7945151d6011" providerId="LiveId" clId="{F321E89E-AF0E-4F75-B2BB-CA77FBE2490D}" dt="2021-10-20T19:43:12.993" v="1241" actId="14"/>
          <ac:spMkLst>
            <pc:docMk/>
            <pc:sldMk cId="443996997" sldId="268"/>
            <ac:spMk id="3" creationId="{D265882B-10E2-446D-A76D-9CAE7BFA8BE6}"/>
          </ac:spMkLst>
        </pc:spChg>
      </pc:sldChg>
      <pc:sldChg chg="modSp mod modNotesTx">
        <pc:chgData name="Lisa Bock" userId="1f2a7945151d6011" providerId="LiveId" clId="{F321E89E-AF0E-4F75-B2BB-CA77FBE2490D}" dt="2021-10-20T19:37:09.003" v="1127" actId="6549"/>
        <pc:sldMkLst>
          <pc:docMk/>
          <pc:sldMk cId="1387039101" sldId="269"/>
        </pc:sldMkLst>
        <pc:spChg chg="mod">
          <ac:chgData name="Lisa Bock" userId="1f2a7945151d6011" providerId="LiveId" clId="{F321E89E-AF0E-4F75-B2BB-CA77FBE2490D}" dt="2021-10-20T19:19:21.647" v="1018"/>
          <ac:spMkLst>
            <pc:docMk/>
            <pc:sldMk cId="1387039101" sldId="269"/>
            <ac:spMk id="2" creationId="{A92B708E-4083-4962-9240-C5792BEC3394}"/>
          </ac:spMkLst>
        </pc:spChg>
        <pc:spChg chg="mod">
          <ac:chgData name="Lisa Bock" userId="1f2a7945151d6011" providerId="LiveId" clId="{F321E89E-AF0E-4F75-B2BB-CA77FBE2490D}" dt="2021-10-20T19:37:09.003" v="1127" actId="6549"/>
          <ac:spMkLst>
            <pc:docMk/>
            <pc:sldMk cId="1387039101" sldId="269"/>
            <ac:spMk id="3" creationId="{D265882B-10E2-446D-A76D-9CAE7BFA8BE6}"/>
          </ac:spMkLst>
        </pc:spChg>
      </pc:sldChg>
      <pc:sldChg chg="modSp mod">
        <pc:chgData name="Lisa Bock" userId="1f2a7945151d6011" providerId="LiveId" clId="{F321E89E-AF0E-4F75-B2BB-CA77FBE2490D}" dt="2021-10-21T02:08:46.271" v="2221" actId="20577"/>
        <pc:sldMkLst>
          <pc:docMk/>
          <pc:sldMk cId="1555248704" sldId="270"/>
        </pc:sldMkLst>
        <pc:spChg chg="mod">
          <ac:chgData name="Lisa Bock" userId="1f2a7945151d6011" providerId="LiveId" clId="{F321E89E-AF0E-4F75-B2BB-CA77FBE2490D}" dt="2021-10-21T02:08:46.271" v="2221" actId="20577"/>
          <ac:spMkLst>
            <pc:docMk/>
            <pc:sldMk cId="1555248704" sldId="270"/>
            <ac:spMk id="2" creationId="{00910985-B36C-4A8C-8F00-496036FF49CE}"/>
          </ac:spMkLst>
        </pc:spChg>
        <pc:spChg chg="mod">
          <ac:chgData name="Lisa Bock" userId="1f2a7945151d6011" providerId="LiveId" clId="{F321E89E-AF0E-4F75-B2BB-CA77FBE2490D}" dt="2021-10-20T19:17:46.200" v="993"/>
          <ac:spMkLst>
            <pc:docMk/>
            <pc:sldMk cId="1555248704" sldId="270"/>
            <ac:spMk id="3" creationId="{741BF6B6-2A64-4049-9A00-5F58CF8B2C57}"/>
          </ac:spMkLst>
        </pc:spChg>
      </pc:sldChg>
      <pc:sldChg chg="modSp add mod">
        <pc:chgData name="Lisa Bock" userId="1f2a7945151d6011" providerId="LiveId" clId="{F321E89E-AF0E-4F75-B2BB-CA77FBE2490D}" dt="2021-10-17T17:29:30.594" v="470" actId="114"/>
        <pc:sldMkLst>
          <pc:docMk/>
          <pc:sldMk cId="1715245964" sldId="285"/>
        </pc:sldMkLst>
        <pc:spChg chg="mod">
          <ac:chgData name="Lisa Bock" userId="1f2a7945151d6011" providerId="LiveId" clId="{F321E89E-AF0E-4F75-B2BB-CA77FBE2490D}" dt="2021-10-17T16:49:10.912" v="339"/>
          <ac:spMkLst>
            <pc:docMk/>
            <pc:sldMk cId="1715245964" sldId="285"/>
            <ac:spMk id="2" creationId="{A92B708E-4083-4962-9240-C5792BEC3394}"/>
          </ac:spMkLst>
        </pc:spChg>
        <pc:spChg chg="mod">
          <ac:chgData name="Lisa Bock" userId="1f2a7945151d6011" providerId="LiveId" clId="{F321E89E-AF0E-4F75-B2BB-CA77FBE2490D}" dt="2021-10-17T17:29:30.594" v="470" actId="114"/>
          <ac:spMkLst>
            <pc:docMk/>
            <pc:sldMk cId="1715245964" sldId="285"/>
            <ac:spMk id="3" creationId="{D265882B-10E2-446D-A76D-9CAE7BFA8BE6}"/>
          </ac:spMkLst>
        </pc:spChg>
      </pc:sldChg>
      <pc:sldChg chg="modSp add mod modNotesTx">
        <pc:chgData name="Lisa Bock" userId="1f2a7945151d6011" providerId="LiveId" clId="{F321E89E-AF0E-4F75-B2BB-CA77FBE2490D}" dt="2021-10-17T17:32:27.793" v="539" actId="6549"/>
        <pc:sldMkLst>
          <pc:docMk/>
          <pc:sldMk cId="294673442" sldId="286"/>
        </pc:sldMkLst>
        <pc:spChg chg="mod">
          <ac:chgData name="Lisa Bock" userId="1f2a7945151d6011" providerId="LiveId" clId="{F321E89E-AF0E-4F75-B2BB-CA77FBE2490D}" dt="2021-10-17T17:29:42.871" v="473"/>
          <ac:spMkLst>
            <pc:docMk/>
            <pc:sldMk cId="294673442" sldId="286"/>
            <ac:spMk id="2" creationId="{A92B708E-4083-4962-9240-C5792BEC3394}"/>
          </ac:spMkLst>
        </pc:spChg>
        <pc:spChg chg="mod">
          <ac:chgData name="Lisa Bock" userId="1f2a7945151d6011" providerId="LiveId" clId="{F321E89E-AF0E-4F75-B2BB-CA77FBE2490D}" dt="2021-10-17T17:32:27.793" v="539" actId="6549"/>
          <ac:spMkLst>
            <pc:docMk/>
            <pc:sldMk cId="294673442" sldId="286"/>
            <ac:spMk id="3" creationId="{D265882B-10E2-446D-A76D-9CAE7BFA8BE6}"/>
          </ac:spMkLst>
        </pc:spChg>
      </pc:sldChg>
      <pc:sldChg chg="modSp add mod modNotesTx">
        <pc:chgData name="Lisa Bock" userId="1f2a7945151d6011" providerId="LiveId" clId="{F321E89E-AF0E-4F75-B2BB-CA77FBE2490D}" dt="2021-10-17T17:38:47.136" v="698" actId="20577"/>
        <pc:sldMkLst>
          <pc:docMk/>
          <pc:sldMk cId="1895232185" sldId="287"/>
        </pc:sldMkLst>
        <pc:spChg chg="mod">
          <ac:chgData name="Lisa Bock" userId="1f2a7945151d6011" providerId="LiveId" clId="{F321E89E-AF0E-4F75-B2BB-CA77FBE2490D}" dt="2021-10-17T17:38:47.136" v="698" actId="20577"/>
          <ac:spMkLst>
            <pc:docMk/>
            <pc:sldMk cId="1895232185" sldId="287"/>
            <ac:spMk id="2" creationId="{A92B708E-4083-4962-9240-C5792BEC3394}"/>
          </ac:spMkLst>
        </pc:spChg>
        <pc:spChg chg="mod">
          <ac:chgData name="Lisa Bock" userId="1f2a7945151d6011" providerId="LiveId" clId="{F321E89E-AF0E-4F75-B2BB-CA77FBE2490D}" dt="2021-10-17T17:38:11.929" v="695" actId="20577"/>
          <ac:spMkLst>
            <pc:docMk/>
            <pc:sldMk cId="1895232185" sldId="287"/>
            <ac:spMk id="3" creationId="{D265882B-10E2-446D-A76D-9CAE7BFA8BE6}"/>
          </ac:spMkLst>
        </pc:spChg>
      </pc:sldChg>
      <pc:sldChg chg="modSp add mod modNotesTx">
        <pc:chgData name="Lisa Bock" userId="1f2a7945151d6011" providerId="LiveId" clId="{F321E89E-AF0E-4F75-B2BB-CA77FBE2490D}" dt="2021-10-21T02:11:50.639" v="2226" actId="20577"/>
        <pc:sldMkLst>
          <pc:docMk/>
          <pc:sldMk cId="4036053246" sldId="288"/>
        </pc:sldMkLst>
        <pc:spChg chg="mod">
          <ac:chgData name="Lisa Bock" userId="1f2a7945151d6011" providerId="LiveId" clId="{F321E89E-AF0E-4F75-B2BB-CA77FBE2490D}" dt="2021-10-20T19:44:32.265" v="1345"/>
          <ac:spMkLst>
            <pc:docMk/>
            <pc:sldMk cId="4036053246" sldId="288"/>
            <ac:spMk id="2" creationId="{A92B708E-4083-4962-9240-C5792BEC3394}"/>
          </ac:spMkLst>
        </pc:spChg>
        <pc:spChg chg="mod">
          <ac:chgData name="Lisa Bock" userId="1f2a7945151d6011" providerId="LiveId" clId="{F321E89E-AF0E-4F75-B2BB-CA77FBE2490D}" dt="2021-10-21T02:11:50.639" v="2226" actId="20577"/>
          <ac:spMkLst>
            <pc:docMk/>
            <pc:sldMk cId="4036053246" sldId="288"/>
            <ac:spMk id="3" creationId="{D265882B-10E2-446D-A76D-9CAE7BFA8BE6}"/>
          </ac:spMkLst>
        </pc:spChg>
      </pc:sldChg>
      <pc:sldChg chg="modSp add mod modNotesTx">
        <pc:chgData name="Lisa Bock" userId="1f2a7945151d6011" providerId="LiveId" clId="{F321E89E-AF0E-4F75-B2BB-CA77FBE2490D}" dt="2021-10-20T20:01:46.871" v="1687" actId="20577"/>
        <pc:sldMkLst>
          <pc:docMk/>
          <pc:sldMk cId="2750511308" sldId="289"/>
        </pc:sldMkLst>
        <pc:spChg chg="mod">
          <ac:chgData name="Lisa Bock" userId="1f2a7945151d6011" providerId="LiveId" clId="{F321E89E-AF0E-4F75-B2BB-CA77FBE2490D}" dt="2021-10-20T19:45:39.474" v="1351"/>
          <ac:spMkLst>
            <pc:docMk/>
            <pc:sldMk cId="2750511308" sldId="289"/>
            <ac:spMk id="2" creationId="{A92B708E-4083-4962-9240-C5792BEC3394}"/>
          </ac:spMkLst>
        </pc:spChg>
        <pc:spChg chg="mod">
          <ac:chgData name="Lisa Bock" userId="1f2a7945151d6011" providerId="LiveId" clId="{F321E89E-AF0E-4F75-B2BB-CA77FBE2490D}" dt="2021-10-20T20:01:46.871" v="1687" actId="20577"/>
          <ac:spMkLst>
            <pc:docMk/>
            <pc:sldMk cId="2750511308" sldId="289"/>
            <ac:spMk id="3" creationId="{D265882B-10E2-446D-A76D-9CAE7BFA8BE6}"/>
          </ac:spMkLst>
        </pc:spChg>
      </pc:sldChg>
      <pc:sldChg chg="modSp add mod modNotesTx">
        <pc:chgData name="Lisa Bock" userId="1f2a7945151d6011" providerId="LiveId" clId="{F321E89E-AF0E-4F75-B2BB-CA77FBE2490D}" dt="2021-10-21T01:51:01.529" v="2189" actId="6549"/>
        <pc:sldMkLst>
          <pc:docMk/>
          <pc:sldMk cId="3003486949" sldId="290"/>
        </pc:sldMkLst>
        <pc:spChg chg="mod">
          <ac:chgData name="Lisa Bock" userId="1f2a7945151d6011" providerId="LiveId" clId="{F321E89E-AF0E-4F75-B2BB-CA77FBE2490D}" dt="2021-10-20T19:46:13.611" v="1362"/>
          <ac:spMkLst>
            <pc:docMk/>
            <pc:sldMk cId="3003486949" sldId="290"/>
            <ac:spMk id="2" creationId="{A92B708E-4083-4962-9240-C5792BEC3394}"/>
          </ac:spMkLst>
        </pc:spChg>
        <pc:spChg chg="mod">
          <ac:chgData name="Lisa Bock" userId="1f2a7945151d6011" providerId="LiveId" clId="{F321E89E-AF0E-4F75-B2BB-CA77FBE2490D}" dt="2021-10-21T01:51:01.529" v="2189" actId="6549"/>
          <ac:spMkLst>
            <pc:docMk/>
            <pc:sldMk cId="3003486949" sldId="290"/>
            <ac:spMk id="3" creationId="{D265882B-10E2-446D-A76D-9CAE7BFA8BE6}"/>
          </ac:spMkLst>
        </pc:spChg>
      </pc:sldChg>
      <pc:sldChg chg="modSp add mod ord">
        <pc:chgData name="Lisa Bock" userId="1f2a7945151d6011" providerId="LiveId" clId="{F321E89E-AF0E-4F75-B2BB-CA77FBE2490D}" dt="2021-10-21T02:12:46.168" v="2242" actId="20577"/>
        <pc:sldMkLst>
          <pc:docMk/>
          <pc:sldMk cId="2403609740" sldId="291"/>
        </pc:sldMkLst>
        <pc:spChg chg="mod">
          <ac:chgData name="Lisa Bock" userId="1f2a7945151d6011" providerId="LiveId" clId="{F321E89E-AF0E-4F75-B2BB-CA77FBE2490D}" dt="2021-10-20T19:48:05.542" v="1383"/>
          <ac:spMkLst>
            <pc:docMk/>
            <pc:sldMk cId="2403609740" sldId="291"/>
            <ac:spMk id="2" creationId="{A92B708E-4083-4962-9240-C5792BEC3394}"/>
          </ac:spMkLst>
        </pc:spChg>
        <pc:spChg chg="mod">
          <ac:chgData name="Lisa Bock" userId="1f2a7945151d6011" providerId="LiveId" clId="{F321E89E-AF0E-4F75-B2BB-CA77FBE2490D}" dt="2021-10-21T02:12:46.168" v="2242" actId="20577"/>
          <ac:spMkLst>
            <pc:docMk/>
            <pc:sldMk cId="2403609740" sldId="291"/>
            <ac:spMk id="3" creationId="{D265882B-10E2-446D-A76D-9CAE7BFA8BE6}"/>
          </ac:spMkLst>
        </pc:spChg>
      </pc:sldChg>
      <pc:sldChg chg="modSp add mod ord">
        <pc:chgData name="Lisa Bock" userId="1f2a7945151d6011" providerId="LiveId" clId="{F321E89E-AF0E-4F75-B2BB-CA77FBE2490D}" dt="2021-10-21T01:54:20.340" v="2218" actId="20577"/>
        <pc:sldMkLst>
          <pc:docMk/>
          <pc:sldMk cId="2125250043" sldId="292"/>
        </pc:sldMkLst>
        <pc:spChg chg="mod">
          <ac:chgData name="Lisa Bock" userId="1f2a7945151d6011" providerId="LiveId" clId="{F321E89E-AF0E-4F75-B2BB-CA77FBE2490D}" dt="2021-10-20T19:48:50.338" v="1396"/>
          <ac:spMkLst>
            <pc:docMk/>
            <pc:sldMk cId="2125250043" sldId="292"/>
            <ac:spMk id="2" creationId="{A92B708E-4083-4962-9240-C5792BEC3394}"/>
          </ac:spMkLst>
        </pc:spChg>
        <pc:spChg chg="mod">
          <ac:chgData name="Lisa Bock" userId="1f2a7945151d6011" providerId="LiveId" clId="{F321E89E-AF0E-4F75-B2BB-CA77FBE2490D}" dt="2021-10-21T01:54:20.340" v="2218" actId="20577"/>
          <ac:spMkLst>
            <pc:docMk/>
            <pc:sldMk cId="2125250043" sldId="292"/>
            <ac:spMk id="3" creationId="{D265882B-10E2-446D-A76D-9CAE7BFA8BE6}"/>
          </ac:spMkLst>
        </pc:spChg>
      </pc:sldChg>
      <pc:sldChg chg="modSp add mod ord">
        <pc:chgData name="Lisa Bock" userId="1f2a7945151d6011" providerId="LiveId" clId="{F321E89E-AF0E-4F75-B2BB-CA77FBE2490D}" dt="2021-10-20T23:53:44.038" v="2066" actId="15"/>
        <pc:sldMkLst>
          <pc:docMk/>
          <pc:sldMk cId="1037607425" sldId="293"/>
        </pc:sldMkLst>
        <pc:spChg chg="mod">
          <ac:chgData name="Lisa Bock" userId="1f2a7945151d6011" providerId="LiveId" clId="{F321E89E-AF0E-4F75-B2BB-CA77FBE2490D}" dt="2021-10-20T19:49:15.765" v="1405"/>
          <ac:spMkLst>
            <pc:docMk/>
            <pc:sldMk cId="1037607425" sldId="293"/>
            <ac:spMk id="2" creationId="{A92B708E-4083-4962-9240-C5792BEC3394}"/>
          </ac:spMkLst>
        </pc:spChg>
        <pc:spChg chg="mod">
          <ac:chgData name="Lisa Bock" userId="1f2a7945151d6011" providerId="LiveId" clId="{F321E89E-AF0E-4F75-B2BB-CA77FBE2490D}" dt="2021-10-20T23:53:44.038" v="2066" actId="15"/>
          <ac:spMkLst>
            <pc:docMk/>
            <pc:sldMk cId="1037607425" sldId="293"/>
            <ac:spMk id="3" creationId="{D265882B-10E2-446D-A76D-9CAE7BFA8BE6}"/>
          </ac:spMkLst>
        </pc:spChg>
      </pc:sldChg>
      <pc:sldChg chg="add del">
        <pc:chgData name="Lisa Bock" userId="1f2a7945151d6011" providerId="LiveId" clId="{F321E89E-AF0E-4F75-B2BB-CA77FBE2490D}" dt="2021-10-21T01:47:10.767" v="2164" actId="2696"/>
        <pc:sldMkLst>
          <pc:docMk/>
          <pc:sldMk cId="3884476466" sldId="29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06D6A9A-E421-49E1-95E3-28D4C7B9C8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1017" y="8846898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59ABDE6-7738-416A-B4E7-0C3C017A51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391349" y="874756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CompTIA_logo.wmf">
            <a:extLst>
              <a:ext uri="{FF2B5EF4-FFF2-40B4-BE49-F238E27FC236}">
                <a16:creationId xmlns:a16="http://schemas.microsoft.com/office/drawing/2014/main" id="{C687E238-29FD-442E-B707-9D78F681F08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87" y="8742059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46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311223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3845062"/>
            <a:ext cx="6096000" cy="46131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E08E5ED-27EB-4222-8673-ABB6E71767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77118" y="8868932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F69D4DB-2CA4-4812-B085-993471451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336264" y="8769594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CompTIA_logo.wmf">
            <a:extLst>
              <a:ext uri="{FF2B5EF4-FFF2-40B4-BE49-F238E27FC236}">
                <a16:creationId xmlns:a16="http://schemas.microsoft.com/office/drawing/2014/main" id="{94795792-6EB9-40B5-B9EB-C67D5E9BEC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688" y="8764093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101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Jamming devices are illegal in many jurisdictions, including anywhere in the United States. You should consider the legality of radio jamming in your area before performing it as part of a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867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Research KRACK attack and share their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764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When checking for open access points, many times the device is password protected. In some cases, the team might have success in trying the default password for the device. Conduct a search on “Default passwords” and share their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7089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Complete a search on the best interface cards for Wi-Fi PenTesting and share their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188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While it’s possible to run Kismet on Windows, using the Windows Subsystem for Linux (WSL) framework, you will need to run it remotely on a Kismet capture source, such as a Wi-Fi pineapple.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730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Research “Pixie Dust Attack” and share their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3111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When configuring a Bluetooth device on a Linux machine, use the command </a:t>
            </a:r>
            <a:r>
              <a:rPr lang="en-US" b="0" i="1" dirty="0" err="1">
                <a:solidFill>
                  <a:srgbClr val="757575"/>
                </a:solidFill>
                <a:effectLst/>
                <a:latin typeface="Cutive Mono"/>
              </a:rPr>
              <a:t>hciconfig</a:t>
            </a:r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 in a terminal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946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754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7DB1-AF77-4C23-97D2-AB7420353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133DACF-FEBA-45AC-9EB7-694DBCD1B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7C70C8-90CB-4519-B236-5C8D99A8D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333B3E-5BEA-4514-BC19-7601420A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22AB62-0F44-4520-87A4-B6F4E2993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49" y="746760"/>
            <a:ext cx="4353949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FCEDE76-6906-4DE3-843C-BBB6CA5A217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36383" y="746760"/>
            <a:ext cx="4380617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B2E2FA-09DF-4717-B99F-F1A240733D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61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050" y="745483"/>
            <a:ext cx="4353948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8AA6A-10F2-4CA6-8925-E15CCE244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DEE39E2-5B69-4AB7-BDDE-B92E1D3BC1B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46050" y="1367538"/>
            <a:ext cx="4353948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648BDE9-7085-42C7-97A5-A2C2D27A09D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645493" y="1378716"/>
            <a:ext cx="4371507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E6423E8-A4C5-4145-A588-A28F9760C15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645493" y="745483"/>
            <a:ext cx="4371507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B9160-8550-49A0-BE34-C267E3A48D5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1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0B0FC9-797C-41B3-B100-1CC26F987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9425E2-0764-4FEE-ABEB-4675187E4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41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0DDD6C-AB38-440E-A2B7-E3AD1F167ED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050" y="748623"/>
            <a:ext cx="8870950" cy="40443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5610DE-03A3-4171-87CD-CB837BA3D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2760" y="0"/>
            <a:ext cx="6111239" cy="603250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lIns="0"/>
          <a:lstStyle>
            <a:lvl1pPr marL="0">
              <a:defRPr/>
            </a:lvl1pPr>
          </a:lstStyle>
          <a:p>
            <a:r>
              <a:rPr lang="en-US" dirty="0" err="1"/>
              <a:t>ActivityTitle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DA206A-2516-457B-9C8F-9BDD445DD373}"/>
              </a:ext>
            </a:extLst>
          </p:cNvPr>
          <p:cNvSpPr/>
          <p:nvPr userDrawn="1"/>
        </p:nvSpPr>
        <p:spPr>
          <a:xfrm>
            <a:off x="0" y="0"/>
            <a:ext cx="303276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36000" lvl="0" algn="r" defTabSz="342900">
              <a:spcBef>
                <a:spcPct val="0"/>
              </a:spcBef>
              <a:buNone/>
            </a:pPr>
            <a:r>
              <a:rPr lang="en-GB" sz="28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Review Activity: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ADA4BA0-CFFC-47F9-BAF1-81434EEDE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201" y="145375"/>
            <a:ext cx="347558" cy="31249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3B5A26-D33C-4103-B845-8B79BE44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85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FD5A98-A124-4EB7-BACC-FCD20E2A7A9D}"/>
              </a:ext>
            </a:extLst>
          </p:cNvPr>
          <p:cNvSpPr/>
          <p:nvPr userDrawn="1"/>
        </p:nvSpPr>
        <p:spPr>
          <a:xfrm>
            <a:off x="0" y="0"/>
            <a:ext cx="914400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lvl="0" algn="l" defTabSz="342900">
              <a:spcBef>
                <a:spcPct val="0"/>
              </a:spcBef>
              <a:buNone/>
            </a:pPr>
            <a:r>
              <a:rPr lang="en-GB" sz="28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   Lab Activity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7A60DE0-FD9C-4F2F-8B9C-B132BBC175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816" y="125902"/>
            <a:ext cx="288567" cy="3246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AE4D56-1580-4D91-812A-FB8A378319A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BCB8D-8BA4-4A40-81CF-DAD00077BF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6049" y="748621"/>
            <a:ext cx="8870950" cy="4044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009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ver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Exam PT0-002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6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5" descr="CompTIA Logo">
            <a:extLst>
              <a:ext uri="{FF2B5EF4-FFF2-40B4-BE49-F238E27FC236}">
                <a16:creationId xmlns:a16="http://schemas.microsoft.com/office/drawing/2014/main" id="{B1854F63-33E4-4083-8910-1D3D34F99D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0366" y="683160"/>
            <a:ext cx="1428149" cy="30542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C7CFDF-8D56-4B0F-986D-0966674CEF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7D84293D-9EA8-40F2-93FB-ED6D63C3A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2120" y="2131276"/>
            <a:ext cx="2657475" cy="71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6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esson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66824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Lesson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80B78B27-C21A-4DCF-B14E-69446ED67F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 err="1"/>
              <a:t>PenTest</a:t>
            </a:r>
            <a:r>
              <a:rPr lang="en-US" dirty="0"/>
              <a:t>+ PT0-002</a:t>
            </a:r>
            <a:endParaRPr lang="en-GB" dirty="0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C64FEEA5-A281-4DED-AF15-42F817D19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ADBC3B40-8D17-4058-A330-EB58C13D6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0C10025E-BF6D-4382-802A-4903B8420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852816" y="1318606"/>
            <a:ext cx="2508635" cy="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2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opic">
    <p:bg>
      <p:bgPr>
        <a:solidFill>
          <a:srgbClr val="7FC8DD">
            <a:alpha val="25098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40A8FE34-9096-4567-9789-B242DD11E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2FEEEDD-0751-854A-9852-93F3EA02290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</a:t>
            </a:r>
            <a:r>
              <a:rPr lang="en-US" dirty="0" err="1"/>
              <a:t>Title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58038CC-5DF0-1545-A424-EA63B177F1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7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Topic #Y </a:t>
            </a:r>
          </a:p>
        </p:txBody>
      </p:sp>
      <p:pic>
        <p:nvPicPr>
          <p:cNvPr id="7" name="Picture 6" descr="CompTIA Logo">
            <a:extLst>
              <a:ext uri="{FF2B5EF4-FFF2-40B4-BE49-F238E27FC236}">
                <a16:creationId xmlns:a16="http://schemas.microsoft.com/office/drawing/2014/main" id="{3FA6866F-0447-494E-8F3B-C28CBFC125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8" name="Footer Placeholder 13">
            <a:extLst>
              <a:ext uri="{FF2B5EF4-FFF2-40B4-BE49-F238E27FC236}">
                <a16:creationId xmlns:a16="http://schemas.microsoft.com/office/drawing/2014/main" id="{85CB60B9-005C-47AF-9FB6-D41274CD49DC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B711CB8-C942-4974-982E-45957883E0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54002"/>
            <a:ext cx="1813560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/>
              <a:t>Lesson #</a:t>
            </a:r>
            <a:endParaRPr lang="en-GB" dirty="0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67AE811F-4593-4B5E-B7DC-3D290CB8E9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DCE80E9-7F35-4B60-9186-5838CCF74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421816">
            <a:off x="343351" y="418781"/>
            <a:ext cx="2225591" cy="57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09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ummary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C72812BA-B9B1-46F2-B1D3-26CF558EC640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77B2DE0-D1DB-4EE0-B864-29DFD92934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8DB500E6-5CC4-4815-AEE8-41EB81EC7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81A1DFC-41A7-4E3E-A038-1E4DC1D675D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330AC5F2-88D3-4490-90BF-F34E01D17C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 err="1"/>
              <a:t>PenTest</a:t>
            </a:r>
            <a:r>
              <a:rPr lang="en-US" dirty="0"/>
              <a:t>+ PT0-002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9A9EE0-9C3D-4C77-BB60-8191473E1FB2}"/>
              </a:ext>
            </a:extLst>
          </p:cNvPr>
          <p:cNvSpPr txBox="1"/>
          <p:nvPr userDrawn="1"/>
        </p:nvSpPr>
        <p:spPr>
          <a:xfrm>
            <a:off x="650366" y="2170237"/>
            <a:ext cx="2489784" cy="707886"/>
          </a:xfrm>
          <a:prstGeom prst="rect">
            <a:avLst/>
          </a:prstGeom>
          <a:noFill/>
        </p:spPr>
        <p:txBody>
          <a:bodyPr vert="horz" lIns="0" tIns="45720" rIns="0" bIns="45720" rtlCol="0" anchor="t" anchorCtr="0">
            <a:noAutofit/>
          </a:bodyPr>
          <a:lstStyle>
            <a:lvl1pPr defTabSz="342900">
              <a:spcBef>
                <a:spcPts val="0"/>
              </a:spcBef>
              <a:buNone/>
              <a:defRPr lang="en-US" sz="4000" b="0" dirty="0">
                <a:ea typeface="+mj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671E092C-F879-4DF6-A68C-3E9B8C85A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F6561AF-3711-4D10-83B7-F654C4C48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C2DA8F62-B736-4E19-826C-4C8C382FE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797095" y="1315216"/>
            <a:ext cx="2508635" cy="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72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10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FFE8316-6276-444F-8C28-23F8C9298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  <a:solidFill>
            <a:srgbClr val="7FC8DD">
              <a:alpha val="25000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ABFF679-40BB-4275-8271-2872CFC1B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7816" y="488569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2D1C9D9-BB2F-4CEE-AB77-E7FB81417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3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7" r:id="rId2"/>
    <p:sldLayoutId id="2147483918" r:id="rId3"/>
    <p:sldLayoutId id="2147483919" r:id="rId4"/>
    <p:sldLayoutId id="2147483922" r:id="rId5"/>
    <p:sldLayoutId id="2147483924" r:id="rId6"/>
    <p:sldLayoutId id="2147483932" r:id="rId7"/>
    <p:sldLayoutId id="2147483912" r:id="rId8"/>
    <p:sldLayoutId id="2147483911" r:id="rId9"/>
    <p:sldLayoutId id="2147483926" r:id="rId10"/>
    <p:sldLayoutId id="2147483927" r:id="rId11"/>
  </p:sldLayoutIdLst>
  <p:hf hdr="0" ftr="0" dt="0"/>
  <p:txStyles>
    <p:titleStyle>
      <a:lvl1pPr marL="72000" algn="l" defTabSz="342900" rtl="0" eaLnBrk="1" latinLnBrk="0" hangingPunct="1">
        <a:spcBef>
          <a:spcPct val="0"/>
        </a:spcBef>
        <a:buNone/>
        <a:defRPr lang="en-US" sz="2800" b="1" kern="1200" dirty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57175" indent="-257175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34290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857250" indent="-171450" algn="l" defTabSz="342900" rtl="0" eaLnBrk="1" latinLnBrk="0" hangingPunct="1">
        <a:spcBef>
          <a:spcPts val="1000"/>
        </a:spcBef>
        <a:spcAft>
          <a:spcPts val="6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001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430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19FB4-7244-4484-B018-DD33DB9A52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 PT0-002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0E2C8-88F7-4382-A812-F719CC64D3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2A346-0A2D-4C5C-A981-A185650AD0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53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087C-759A-4744-8CA2-B6FC76A04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Testing Wireless Networks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CCB41-16A4-4F8D-ABB5-5CE3E3695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723" y="1066518"/>
            <a:ext cx="7981244" cy="1080000"/>
          </a:xfrm>
        </p:spPr>
        <p:txBody>
          <a:bodyPr/>
          <a:lstStyle/>
          <a:p>
            <a:r>
              <a:rPr lang="en-US" dirty="0"/>
              <a:t>Lesson 10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A2055-7F4C-49B3-90A3-30BC6D8557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 Exam PT0-002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2E7BE-3CF5-43B5-A07D-D2F63BA0A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460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2032A-10FC-4BB7-B136-BD4193536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73DC9-4D7D-4A76-A939-CFBD8317E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 a scenario, research attack vectors and perform network attacks.</a:t>
            </a:r>
          </a:p>
          <a:p>
            <a:r>
              <a:rPr lang="en-US" dirty="0"/>
              <a:t>Explain use cases of the following tools during the phases of a penetration test.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724FD-097F-41F1-84E9-7E3A49F25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537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EEB6-1AEE-41DF-9C4C-570C861014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Discover Wireless Attacks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7CBD2-FC2F-43E3-BBCF-3F07A0EC94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10A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58618-B692-44C1-92DC-F8A5F871B9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10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49E05-C74B-4ADD-92BD-BF8C8F918D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86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Securing Wireless Transmissions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Wireless transmissions are sent through the air using a radio wave and are not protected by a bounded media, such as a cable. </a:t>
            </a:r>
          </a:p>
          <a:p>
            <a:pPr lvl="1"/>
            <a:r>
              <a:rPr lang="en-US" dirty="0"/>
              <a:t>Any human or device within range and direction of the signal will be able to intercept that signal</a:t>
            </a:r>
          </a:p>
          <a:p>
            <a:r>
              <a:rPr lang="en-US" dirty="0"/>
              <a:t>Because of this, wireless networking technology is at a greater risk of compromise from several types of attacks. </a:t>
            </a:r>
          </a:p>
          <a:p>
            <a:r>
              <a:rPr lang="en-US" dirty="0"/>
              <a:t>A malicious actor might be able to obtain your information, such as credit card numbers or login credentials, by using traffic sniffing.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14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Encrypt Data Transmissions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 the years, the predominant encryption standard, Wi-Fi Protected Access (WPA), has been used to secure data</a:t>
            </a:r>
          </a:p>
          <a:p>
            <a:r>
              <a:rPr lang="en-US" dirty="0"/>
              <a:t>Over time it has evolved and improved:</a:t>
            </a:r>
          </a:p>
          <a:p>
            <a:pPr lvl="1"/>
            <a:r>
              <a:rPr lang="en-US" b="1" dirty="0"/>
              <a:t>WPA2</a:t>
            </a:r>
            <a:r>
              <a:rPr lang="en-US" dirty="0"/>
              <a:t> is an improvement of WPA and replaced RC4 and TKIP with Counter Mode CBC-MAC Protocol (CCMP) using AES.</a:t>
            </a:r>
          </a:p>
          <a:p>
            <a:pPr lvl="1"/>
            <a:r>
              <a:rPr lang="en-US" b="1" dirty="0"/>
              <a:t>WPA3 </a:t>
            </a:r>
            <a:r>
              <a:rPr lang="en-US" dirty="0"/>
              <a:t>includes advanced features to secure wireless transmissions and is considered the most secure option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491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Eavesdropping Communications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By sniffing traffic, you may be able to eavesdrop on communications between a client and an AP. </a:t>
            </a:r>
          </a:p>
          <a:p>
            <a:pPr lvl="1"/>
            <a:r>
              <a:rPr lang="en-US" dirty="0"/>
              <a:t>This is more likely possible in public, open Wi-Fi networks that don't incorporate encryption. </a:t>
            </a:r>
          </a:p>
          <a:p>
            <a:r>
              <a:rPr lang="en-US" dirty="0"/>
              <a:t>Encrypted data will make your eavesdropping more difficult, however certain information is transmitted in cleartext</a:t>
            </a:r>
          </a:p>
          <a:p>
            <a:pPr lvl="1"/>
            <a:r>
              <a:rPr lang="en-US" dirty="0"/>
              <a:t>A client's MAC address, which can be used in a spoofing attack.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030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Deauthenticating Clients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deauthentication (deauth) attack will boot a victim from an AP and force them to reauthenticate. </a:t>
            </a:r>
          </a:p>
          <a:p>
            <a:pPr lvl="1"/>
            <a:r>
              <a:rPr lang="en-US" dirty="0"/>
              <a:t>Once booted, the victim will generate the required traffic needed for the malicious actor to capture the handshake.</a:t>
            </a:r>
          </a:p>
          <a:p>
            <a:r>
              <a:rPr lang="en-US" dirty="0"/>
              <a:t>Used in several attacks:</a:t>
            </a:r>
          </a:p>
          <a:p>
            <a:pPr lvl="1"/>
            <a:r>
              <a:rPr lang="en-US" dirty="0"/>
              <a:t>Denial of service, evil twin, replay, and cracking attacks. </a:t>
            </a:r>
          </a:p>
          <a:p>
            <a:r>
              <a:rPr lang="en-US" dirty="0"/>
              <a:t>Tools use to perform deauthentication include </a:t>
            </a:r>
            <a:r>
              <a:rPr lang="en-US" i="1" dirty="0"/>
              <a:t>airodump-ng</a:t>
            </a:r>
            <a:r>
              <a:rPr lang="en-US" dirty="0"/>
              <a:t> to sniff the handshake and </a:t>
            </a:r>
            <a:r>
              <a:rPr lang="en-US" i="1" dirty="0"/>
              <a:t>aireplay-ng</a:t>
            </a:r>
            <a:r>
              <a:rPr lang="en-US" dirty="0"/>
              <a:t> to deauthenticate all clients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245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Jamming a Signal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Jamming disrupts a Wi-Fi signal by broadcasting on the same frequency as the target WAP, which blocks the signals </a:t>
            </a:r>
          </a:p>
          <a:p>
            <a:r>
              <a:rPr lang="en-US" dirty="0"/>
              <a:t>Physical jamming devices can send disruptive signals to several wireless devices in a targeted area and trigger a DoS</a:t>
            </a:r>
          </a:p>
          <a:p>
            <a:r>
              <a:rPr lang="en-US" dirty="0"/>
              <a:t>To launch a jamming attack, a malicious actor can either use a physical device or software jammer. </a:t>
            </a:r>
          </a:p>
          <a:p>
            <a:pPr lvl="1"/>
            <a:r>
              <a:rPr lang="en-US" i="1" dirty="0"/>
              <a:t>Wi-Fi jammer </a:t>
            </a:r>
            <a:r>
              <a:rPr lang="en-US" dirty="0"/>
              <a:t>is a Python script that can jam the signals of all WAPs in an area.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73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Cracking WPA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Wi-Fi networks today use WPA/WPA2 to provide a more robust method of preventing an attack. </a:t>
            </a:r>
          </a:p>
          <a:p>
            <a:r>
              <a:rPr lang="en-US" dirty="0"/>
              <a:t>To crack a password, the team can try the following:</a:t>
            </a:r>
          </a:p>
          <a:p>
            <a:pPr lvl="1"/>
            <a:r>
              <a:rPr lang="en-US" dirty="0"/>
              <a:t>Attempt a dictionary attack</a:t>
            </a:r>
          </a:p>
          <a:p>
            <a:pPr lvl="1"/>
            <a:r>
              <a:rPr lang="en-US" dirty="0"/>
              <a:t>Launch a key reinstallation (KRACK) attack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32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the WPS PIN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malicious actor may be able to access a WPS device by using either a physical attack or brute force the PIN.</a:t>
            </a:r>
          </a:p>
          <a:p>
            <a:pPr lvl="1"/>
            <a:r>
              <a:rPr lang="en-US" dirty="0"/>
              <a:t>A physical attack takes advantage of the “push to connect” feature found on many routers. </a:t>
            </a:r>
          </a:p>
          <a:p>
            <a:r>
              <a:rPr lang="en-US" dirty="0"/>
              <a:t>Another method is to determine the PIN number of the WPS device, using an online or offline brute force attack.</a:t>
            </a:r>
          </a:p>
          <a:p>
            <a:pPr lvl="1"/>
            <a:r>
              <a:rPr lang="en-US" dirty="0"/>
              <a:t>A malicious actor can launch an online attack using a tool called Reaver, which is included in Kali Linux.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616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Discuss why wireless transmissions are especially vulnerable</a:t>
            </a:r>
          </a:p>
          <a:p>
            <a:r>
              <a:rPr lang="en-US" dirty="0"/>
              <a:t>Ways used to encrypt data transmissions</a:t>
            </a:r>
          </a:p>
          <a:p>
            <a:r>
              <a:rPr lang="en-US" dirty="0"/>
              <a:t>Explain how a deauth attack works</a:t>
            </a:r>
          </a:p>
          <a:p>
            <a:r>
              <a:rPr lang="en-US" dirty="0"/>
              <a:t>Outline why someone would want to jam a Wi Fi signal</a:t>
            </a:r>
          </a:p>
          <a:p>
            <a:r>
              <a:rPr lang="en-US" dirty="0"/>
              <a:t>Discuss ways to crack a WPA password or WPS PIN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Discover Wireless Attacks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02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5AF4-7AED-4A32-8826-AA455EAA77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Explore Wireless Tools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9A606-AC3C-4FE5-B558-E5DD82C0A7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10B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820F5-6357-429C-9E9F-7ADBB5B6CA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10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BEE37-D7CF-4ED1-B9E2-10B1F8A4D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87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Attacking the WLAN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plan of attack moves through the following phases: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Begin by scanning across all channels looking for networks in range.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Grade and sort the networks by signal strength (strongest to weakest).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Gather information, and specifically assess any obvious vulnerabilities.</a:t>
            </a:r>
          </a:p>
          <a:p>
            <a:r>
              <a:rPr lang="en-US" dirty="0"/>
              <a:t>Ensure that the capture device is equipped with the required tools and any companion software is installed as well.</a:t>
            </a:r>
          </a:p>
          <a:p>
            <a:pPr lvl="1"/>
            <a:r>
              <a:rPr lang="en-US" dirty="0"/>
              <a:t>The wireless card must support monitor mode and packet injection.</a:t>
            </a:r>
          </a:p>
          <a:p>
            <a:r>
              <a:rPr lang="en-US" dirty="0"/>
              <a:t>The team will need to select an appropriate antenna.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96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 with Aircrack-ng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suite of utilities tools designed to test wireless network security </a:t>
            </a:r>
          </a:p>
          <a:p>
            <a:r>
              <a:rPr lang="en-US" dirty="0"/>
              <a:t>The principal tools in the suite are as follows:</a:t>
            </a:r>
          </a:p>
          <a:p>
            <a:pPr lvl="1"/>
            <a:r>
              <a:rPr lang="en-US" b="1" dirty="0"/>
              <a:t>Airmon-ng</a:t>
            </a:r>
            <a:r>
              <a:rPr lang="en-US" dirty="0"/>
              <a:t>—will enable and disable monitor mode on a wireless interface. </a:t>
            </a:r>
          </a:p>
          <a:p>
            <a:pPr lvl="1"/>
            <a:r>
              <a:rPr lang="en-US" b="1" dirty="0"/>
              <a:t>Airodump-ng</a:t>
            </a:r>
            <a:r>
              <a:rPr lang="en-US" dirty="0"/>
              <a:t>—provides the ability to capture 802.11 frames to identify the BSSID of the WAP along with the MAC address of a victim client device.</a:t>
            </a:r>
          </a:p>
          <a:p>
            <a:pPr lvl="1"/>
            <a:r>
              <a:rPr lang="en-US" b="1" dirty="0"/>
              <a:t>Aireplay-ng</a:t>
            </a:r>
            <a:r>
              <a:rPr lang="en-US" dirty="0"/>
              <a:t>—Inject frames to perform an attack to obtain the authentication credentials for WAP (generally performed using a deauth attack).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039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Discovering Kismet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Kismet primarily works on Linux and OSX on most Wi-Fi and Bluetooth interfaces </a:t>
            </a:r>
          </a:p>
          <a:p>
            <a:pPr lvl="1"/>
            <a:r>
              <a:rPr lang="en-US" dirty="0"/>
              <a:t>Can capture packets and act as a wireless IDS. </a:t>
            </a:r>
          </a:p>
          <a:p>
            <a:r>
              <a:rPr lang="en-US" dirty="0"/>
              <a:t>Once up and running, Kismet will search for wireless networks and identify what device is transmitting the traffic. </a:t>
            </a:r>
          </a:p>
          <a:p>
            <a:pPr lvl="1"/>
            <a:r>
              <a:rPr lang="en-US" dirty="0"/>
              <a:t>If any handshake packets are captured, Kismet will preserve them to attempt to crack the password later.</a:t>
            </a:r>
          </a:p>
          <a:p>
            <a:r>
              <a:rPr lang="en-US" dirty="0"/>
              <a:t>In addition to specialized adapters, it can also capture traffic when using software defined radio (SDR) devices.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0532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the WLAN with Wifite2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Wifite2 is a wireless auditing tool you can use to assess the WLAN. </a:t>
            </a:r>
          </a:p>
          <a:p>
            <a:pPr lvl="1"/>
            <a:r>
              <a:rPr lang="en-US" dirty="0"/>
              <a:t>Once launched, you can begin a site survey and identify and display any active targets, along with and hidden access points. </a:t>
            </a:r>
          </a:p>
          <a:p>
            <a:pPr lvl="1"/>
            <a:r>
              <a:rPr lang="en-US" dirty="0"/>
              <a:t>Identify if the network advertises WPS and the type of encryption used</a:t>
            </a:r>
          </a:p>
          <a:p>
            <a:pPr lvl="1"/>
            <a:r>
              <a:rPr lang="en-US" dirty="0"/>
              <a:t>Can launch a variety of attacks to retrieve the password of a WAP</a:t>
            </a:r>
          </a:p>
          <a:p>
            <a:r>
              <a:rPr lang="en-US" dirty="0"/>
              <a:t>If you select a group of targets, Wifite2 will proceed to attempt to capture handshakes and then attack the easiest targets first. </a:t>
            </a:r>
          </a:p>
          <a:p>
            <a:pPr lvl="1"/>
            <a:r>
              <a:rPr lang="en-US" dirty="0"/>
              <a:t>Once done it will then move to more challenging targets.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511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Bluetooth Enabled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Because Bluetooth uses a different method to transmit a signal, the team will need to use specialized tools launch an attack.</a:t>
            </a:r>
          </a:p>
          <a:p>
            <a:r>
              <a:rPr lang="en-US" dirty="0"/>
              <a:t>Spooftooph is a tool used to spoof or clone a Bluetooth device</a:t>
            </a:r>
          </a:p>
          <a:p>
            <a:r>
              <a:rPr lang="en-US" dirty="0"/>
              <a:t>Once spoofed, it will blend into the background and hide in plain sight whenever someone scans for Bluetooth devices. </a:t>
            </a:r>
          </a:p>
          <a:p>
            <a:pPr lvl="1"/>
            <a:r>
              <a:rPr lang="en-US" dirty="0"/>
              <a:t>Some devices are paired with interesting or essential hardware devices</a:t>
            </a:r>
          </a:p>
          <a:p>
            <a:pPr lvl="1"/>
            <a:r>
              <a:rPr lang="en-US" dirty="0"/>
              <a:t>When blending in, you can observe the interaction between devices.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86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Auditing with Fern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Fern is a Python-based program used to test wireless networks and can recover WEP/ WPS/WPA/ keys using a variety of methods:</a:t>
            </a:r>
          </a:p>
          <a:p>
            <a:pPr lvl="1"/>
            <a:r>
              <a:rPr lang="en-US"/>
              <a:t>Bruteforce</a:t>
            </a:r>
            <a:r>
              <a:rPr lang="en-US" dirty="0"/>
              <a:t>, dictionary, session hijacking, replay, and on-path attacks.</a:t>
            </a:r>
          </a:p>
          <a:p>
            <a:r>
              <a:rPr lang="en-US" dirty="0"/>
              <a:t>Prior to using Fern, you’ll need to make sure you have all essential dependencies such as:</a:t>
            </a:r>
          </a:p>
          <a:p>
            <a:pPr lvl="1"/>
            <a:r>
              <a:rPr lang="en-US" dirty="0"/>
              <a:t>Python, Aircrack-NG and Macchanger</a:t>
            </a:r>
          </a:p>
          <a:p>
            <a:r>
              <a:rPr lang="en-US" dirty="0"/>
              <a:t>Fern is a commercial product; however, there is a free version as well that offers limited functionality and is part of Kali Linux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09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Unearthing the Power of EAPHammer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EAPHammer is a toolkit with a wide range of features. </a:t>
            </a:r>
          </a:p>
          <a:p>
            <a:pPr lvl="1"/>
            <a:r>
              <a:rPr lang="en-US" dirty="0"/>
              <a:t>Provides several options that the team can use to launch an attack on a WPA2-Enterprise 802.11a or 802.11n network in an easy-to-use platform.</a:t>
            </a:r>
          </a:p>
          <a:p>
            <a:r>
              <a:rPr lang="en-US" dirty="0"/>
              <a:t>Once you have all essential dependencies, you can plan an attack:</a:t>
            </a:r>
          </a:p>
          <a:p>
            <a:pPr lvl="1"/>
            <a:r>
              <a:rPr lang="en-US" dirty="0"/>
              <a:t>Launch a karma attack using an evil twin to trick someone into joining a bogus network. </a:t>
            </a:r>
          </a:p>
          <a:p>
            <a:pPr lvl="1"/>
            <a:r>
              <a:rPr lang="en-US" dirty="0"/>
              <a:t>Steal RADIUS credentials such as WPA-EAP and WPA2-EAP authentication</a:t>
            </a:r>
          </a:p>
          <a:p>
            <a:pPr lvl="1"/>
            <a:r>
              <a:rPr lang="en-US" dirty="0"/>
              <a:t>Conceal or cloak an SSID and perform captive portal attacks to capture AD credentials.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250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 Wi-Fi with MDK4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MDK4 is a powerful Linux based tool that features. It supports 2.4 to 5GHz and has nine attack modules, that include:</a:t>
            </a:r>
          </a:p>
          <a:p>
            <a:pPr lvl="1"/>
            <a:r>
              <a:rPr lang="en-US" b="1" dirty="0"/>
              <a:t>Mode b:</a:t>
            </a:r>
            <a:r>
              <a:rPr lang="en-US" dirty="0"/>
              <a:t> create the appearance of many wireless networks</a:t>
            </a:r>
          </a:p>
          <a:p>
            <a:pPr lvl="1"/>
            <a:r>
              <a:rPr lang="en-US" b="1" dirty="0"/>
              <a:t>Mode a</a:t>
            </a:r>
            <a:r>
              <a:rPr lang="en-US" dirty="0"/>
              <a:t>: authentication DoS with the intent of overwhelming an AP</a:t>
            </a:r>
          </a:p>
          <a:p>
            <a:pPr lvl="1"/>
            <a:r>
              <a:rPr lang="en-US" b="1" dirty="0"/>
              <a:t>Mode p: </a:t>
            </a:r>
            <a:r>
              <a:rPr lang="en-US" dirty="0"/>
              <a:t>probes AP for SSID and bruteforce any hidden SSIDs</a:t>
            </a:r>
          </a:p>
          <a:p>
            <a:pPr lvl="1"/>
            <a:r>
              <a:rPr lang="en-US" b="1" dirty="0"/>
              <a:t>Mode d</a:t>
            </a:r>
            <a:r>
              <a:rPr lang="en-US" dirty="0"/>
              <a:t>: sends a deauth to disconnect and disassociate all clients from an AP</a:t>
            </a:r>
          </a:p>
          <a:p>
            <a:pPr lvl="1"/>
            <a:r>
              <a:rPr lang="en-US" b="1" dirty="0"/>
              <a:t>Mode w: </a:t>
            </a:r>
            <a:r>
              <a:rPr lang="en-US" dirty="0"/>
              <a:t>will provoke an IDS/IPS confusion attack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074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List steps to take prior to launching an attack on the WLAN</a:t>
            </a:r>
          </a:p>
          <a:p>
            <a:r>
              <a:rPr lang="en-US" dirty="0"/>
              <a:t>Review the tools in the Aircrack-ng suite of tools</a:t>
            </a:r>
          </a:p>
          <a:p>
            <a:r>
              <a:rPr lang="en-US" dirty="0"/>
              <a:t>Explain some of the features of Kismet</a:t>
            </a:r>
          </a:p>
          <a:p>
            <a:r>
              <a:rPr lang="en-US" dirty="0"/>
              <a:t>Discuss how the team can use Wifite2 during the PenTest</a:t>
            </a:r>
          </a:p>
          <a:p>
            <a:r>
              <a:rPr lang="en-US" dirty="0"/>
              <a:t>Outline some of the testing options when using Fern</a:t>
            </a:r>
          </a:p>
          <a:p>
            <a:r>
              <a:rPr lang="en-US" dirty="0"/>
              <a:t>Describe how EAPHammer can be used to launch an attack</a:t>
            </a:r>
          </a:p>
          <a:p>
            <a:r>
              <a:rPr lang="en-US" dirty="0"/>
              <a:t>Summarize some of the modules in MDK4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Explore Wireless Tools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248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12A6636-FB7B-434B-90D7-F68D09FF27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10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895CF-B89C-4362-9D1E-CA6D941DA1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5E4A2-6543-4B60-AB1F-E70A19E699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11080"/>
      </p:ext>
    </p:extLst>
  </p:cSld>
  <p:clrMapOvr>
    <a:masterClrMapping/>
  </p:clrMapOvr>
</p:sld>
</file>

<file path=ppt/theme/theme1.xml><?xml version="1.0" encoding="utf-8"?>
<a:theme xmlns:a="http://schemas.openxmlformats.org/drawingml/2006/main" name="comptia_ov">
  <a:themeElements>
    <a:clrScheme name="comptia">
      <a:dk1>
        <a:srgbClr val="253644"/>
      </a:dk1>
      <a:lt1>
        <a:srgbClr val="FFFFFF"/>
      </a:lt1>
      <a:dk2>
        <a:srgbClr val="45545F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77869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pen 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ap="flat" cmpd="sng" algn="ctr">
          <a:solidFill>
            <a:srgbClr val="FF0000"/>
          </a:solidFill>
          <a:prstDash val="solid"/>
        </a:ln>
        <a:effectLst/>
      </a:spPr>
      <a:bodyPr rtlCol="0" anchor="ctr"/>
      <a:lstStyle>
        <a:defPPr algn="ctr" defTabSz="914400">
          <a:defRPr sz="1100" b="1" kern="0" dirty="0" err="1" smtClean="0">
            <a:solidFill>
              <a:srgbClr val="FF0000"/>
            </a:solidFill>
            <a:latin typeface="Arial"/>
          </a:defRPr>
        </a:defPPr>
      </a:lstStyle>
    </a:spDef>
    <a:lnDef>
      <a:spPr>
        <a:ln w="1905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mptia_ova" id="{478531A2-6CBB-47DF-8787-97F322309993}" vid="{27DBB225-2D25-419A-A575-CF909A3C9BB4}"/>
    </a:ext>
  </a:extLst>
</a:theme>
</file>

<file path=ppt/theme/theme2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15eb565-7267-4a95-9087-2f433ded3c8b" xsi:nil="true"/>
    <_ip_UnifiedCompliancePolicyProperties xmlns="http://schemas.microsoft.com/sharepoint/v3" xsi:nil="true"/>
    <lcf76f155ced4ddcb4097134ff3c332f xmlns="95a46270-66ec-4bdf-aabc-d78887d5141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AB8BE3257A504EB15FA3D006F5CE14" ma:contentTypeVersion="19" ma:contentTypeDescription="Create a new document." ma:contentTypeScope="" ma:versionID="982e8a56513d1ee2aafc01cca592f65d">
  <xsd:schema xmlns:xsd="http://www.w3.org/2001/XMLSchema" xmlns:xs="http://www.w3.org/2001/XMLSchema" xmlns:p="http://schemas.microsoft.com/office/2006/metadata/properties" xmlns:ns1="http://schemas.microsoft.com/sharepoint/v3" xmlns:ns2="95a46270-66ec-4bdf-aabc-d78887d51418" xmlns:ns3="315eb565-7267-4a95-9087-2f433ded3c8b" targetNamespace="http://schemas.microsoft.com/office/2006/metadata/properties" ma:root="true" ma:fieldsID="d7e83a006b54384a7189437426092eef" ns1:_="" ns2:_="" ns3:_="">
    <xsd:import namespace="http://schemas.microsoft.com/sharepoint/v3"/>
    <xsd:import namespace="95a46270-66ec-4bdf-aabc-d78887d51418"/>
    <xsd:import namespace="315eb565-7267-4a95-9087-2f433ded3c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a46270-66ec-4bdf-aabc-d78887d51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7b08e0c-9838-438a-a46d-e871ec00c0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5eb565-7267-4a95-9087-2f433ded3c8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32a667b-0d96-4d3d-ae00-1e23d06ed90f}" ma:internalName="TaxCatchAll" ma:showField="CatchAllData" ma:web="315eb565-7267-4a95-9087-2f433ded3c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804A4A-BEBA-46F7-8D91-096B77966F98}">
  <ds:schemaRefs>
    <ds:schemaRef ds:uri="http://schemas.openxmlformats.org/package/2006/metadata/core-properties"/>
    <ds:schemaRef ds:uri="http://schemas.microsoft.com/office/2006/metadata/properties"/>
    <ds:schemaRef ds:uri="http://purl.org/dc/terms/"/>
    <ds:schemaRef ds:uri="95a46270-66ec-4bdf-aabc-d78887d51418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315eb565-7267-4a95-9087-2f433ded3c8b"/>
    <ds:schemaRef ds:uri="http://purl.org/dc/dcmitype/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FBCC826D-7D9E-4E6F-A39A-7BF2BDDAC3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5a46270-66ec-4bdf-aabc-d78887d51418"/>
    <ds:schemaRef ds:uri="315eb565-7267-4a95-9087-2f433ded3c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2CFB8D-1019-43EC-BFD1-51DA4001639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comptia_ova</Template>
  <TotalTime>1962</TotalTime>
  <Words>1608</Words>
  <Application>Microsoft Office PowerPoint</Application>
  <PresentationFormat>On-screen Show (16:9)</PresentationFormat>
  <Paragraphs>156</Paragraphs>
  <Slides>23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Calibri</vt:lpstr>
      <vt:lpstr>Open Sans</vt:lpstr>
      <vt:lpstr>Arial</vt:lpstr>
      <vt:lpstr>Cutive Mono</vt:lpstr>
      <vt:lpstr>comptia_ov</vt:lpstr>
      <vt:lpstr>Exam PT0-002</vt:lpstr>
      <vt:lpstr>Testing Wireless Networks</vt:lpstr>
      <vt:lpstr>Objectives</vt:lpstr>
      <vt:lpstr>Discover Wireless Attacks</vt:lpstr>
      <vt:lpstr>Securing Wireless Transmissions</vt:lpstr>
      <vt:lpstr>Encrypt Data Transmissions</vt:lpstr>
      <vt:lpstr>Eavesdropping Communications</vt:lpstr>
      <vt:lpstr>Deauthenticating Clients</vt:lpstr>
      <vt:lpstr>Jamming a Signal</vt:lpstr>
      <vt:lpstr>Cracking WPA</vt:lpstr>
      <vt:lpstr>Accessing the WPS PIN</vt:lpstr>
      <vt:lpstr>Discover Wireless Attacks</vt:lpstr>
      <vt:lpstr>Explore Wireless Tools</vt:lpstr>
      <vt:lpstr>Attacking the WLAN</vt:lpstr>
      <vt:lpstr>Monitoring with Aircrack-ng</vt:lpstr>
      <vt:lpstr>Discovering Kismet</vt:lpstr>
      <vt:lpstr>Assessing the WLAN with Wifite2</vt:lpstr>
      <vt:lpstr>Exploring Bluetooth Enabled Devices</vt:lpstr>
      <vt:lpstr>Auditing with Fern</vt:lpstr>
      <vt:lpstr>Unearthing the Power of EAPHammer</vt:lpstr>
      <vt:lpstr>Testing the Wi-Fi with MDK4</vt:lpstr>
      <vt:lpstr>Explore Wireless Tools</vt:lpstr>
      <vt:lpstr>PowerPoint Presentation</vt:lpstr>
    </vt:vector>
  </TitlesOfParts>
  <Company>CompTIA,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Slide deck to accompany a CompTIA OCC study guide</dc:subject>
  <dc:creator>Danielle Andries</dc:creator>
  <dc:description>Copyright © 2022 CompTIA, Inc. All Rights Reserved.  |  CompTIA.org</dc:description>
  <cp:lastModifiedBy>Danielle Andries</cp:lastModifiedBy>
  <cp:revision>12</cp:revision>
  <dcterms:created xsi:type="dcterms:W3CDTF">2021-09-23T15:15:08Z</dcterms:created>
  <dcterms:modified xsi:type="dcterms:W3CDTF">2022-10-19T21:45:05Z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0x010100F8AB8BE3257A504EB15FA3D006F5CE14</vt:lpwstr>
  </property>
  <property fmtid="{D5CDD505-2E9C-101B-9397-08002B2CF9AE}" pid="3" name="MediaServiceImageTags">
    <vt:lpwstr/>
  </property>
</Properties>
</file>