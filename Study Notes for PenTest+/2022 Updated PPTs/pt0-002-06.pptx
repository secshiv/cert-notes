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wmf" ContentType="image/x-wmf"/>
  <Default Extension="fntdata" ContentType="application/x-fontdata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910" r:id="rId4"/>
  </p:sldMasterIdLst>
  <p:notesMasterIdLst>
    <p:notesMasterId r:id="rId35"/>
  </p:notesMasterIdLst>
  <p:handoutMasterIdLst>
    <p:handoutMasterId r:id="rId36"/>
  </p:handoutMasterIdLst>
  <p:sldIdLst>
    <p:sldId id="257" r:id="rId5"/>
    <p:sldId id="258" r:id="rId6"/>
    <p:sldId id="256" r:id="rId7"/>
    <p:sldId id="259" r:id="rId8"/>
    <p:sldId id="260" r:id="rId9"/>
    <p:sldId id="264" r:id="rId10"/>
    <p:sldId id="265" r:id="rId11"/>
    <p:sldId id="282" r:id="rId12"/>
    <p:sldId id="283" r:id="rId13"/>
    <p:sldId id="284" r:id="rId14"/>
    <p:sldId id="285" r:id="rId15"/>
    <p:sldId id="286" r:id="rId16"/>
    <p:sldId id="287" r:id="rId17"/>
    <p:sldId id="261" r:id="rId18"/>
    <p:sldId id="266" r:id="rId19"/>
    <p:sldId id="267" r:id="rId20"/>
    <p:sldId id="269" r:id="rId21"/>
    <p:sldId id="268" r:id="rId22"/>
    <p:sldId id="288" r:id="rId23"/>
    <p:sldId id="290" r:id="rId24"/>
    <p:sldId id="291" r:id="rId25"/>
    <p:sldId id="270" r:id="rId26"/>
    <p:sldId id="271" r:id="rId27"/>
    <p:sldId id="272" r:id="rId28"/>
    <p:sldId id="273" r:id="rId29"/>
    <p:sldId id="274" r:id="rId30"/>
    <p:sldId id="297" r:id="rId31"/>
    <p:sldId id="299" r:id="rId32"/>
    <p:sldId id="275" r:id="rId33"/>
    <p:sldId id="281" r:id="rId34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37"/>
      <p:bold r:id="rId38"/>
      <p:italic r:id="rId39"/>
      <p:boldItalic r:id="rId40"/>
    </p:embeddedFont>
    <p:embeddedFont>
      <p:font typeface="Open Sans" panose="020B0606030504020204" pitchFamily="34" charset="0"/>
      <p:regular r:id="rId41"/>
      <p:bold r:id="rId42"/>
      <p:italic r:id="rId43"/>
      <p:boldItalic r:id="rId4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m Taylor" initials="PT" lastIdx="1" clrIdx="0">
    <p:extLst>
      <p:ext uri="{19B8F6BF-5375-455C-9EA6-DF929625EA0E}">
        <p15:presenceInfo xmlns:p15="http://schemas.microsoft.com/office/powerpoint/2012/main" userId="Pam Taylor" providerId="None"/>
      </p:ext>
    </p:extLst>
  </p:cmAuthor>
  <p:cmAuthor id="2" name="Gail Sandler" initials="GS" lastIdx="4" clrIdx="1">
    <p:extLst>
      <p:ext uri="{19B8F6BF-5375-455C-9EA6-DF929625EA0E}">
        <p15:presenceInfo xmlns:p15="http://schemas.microsoft.com/office/powerpoint/2012/main" userId="2b7e9c3f3530ff22" providerId="Windows Live"/>
      </p:ext>
    </p:extLst>
  </p:cmAuthor>
  <p:cmAuthor id="3" name="James Pengelly" initials="JP" lastIdx="1" clrIdx="2">
    <p:extLst>
      <p:ext uri="{19B8F6BF-5375-455C-9EA6-DF929625EA0E}">
        <p15:presenceInfo xmlns:p15="http://schemas.microsoft.com/office/powerpoint/2012/main" userId="S::jpengelly@comptia.org::d269fecd-a8a2-4e5a-93ae-88bdaab21f5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9FDE"/>
    <a:srgbClr val="FEAE62"/>
    <a:srgbClr val="7FC8DD"/>
    <a:srgbClr val="ED6D00"/>
    <a:srgbClr val="44545F"/>
    <a:srgbClr val="B1B7BC"/>
    <a:srgbClr val="0A7DA0"/>
    <a:srgbClr val="007C9E"/>
    <a:srgbClr val="004D72"/>
    <a:srgbClr val="004D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62875F1-BCA9-4C43-AF8A-14944DDC65A1}" v="43" dt="2021-10-15T15:56:55.5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1" autoAdjust="0"/>
    <p:restoredTop sz="90634" autoAdjust="0"/>
  </p:normalViewPr>
  <p:slideViewPr>
    <p:cSldViewPr snapToGrid="0">
      <p:cViewPr varScale="1">
        <p:scale>
          <a:sx n="80" d="100"/>
          <a:sy n="80" d="100"/>
        </p:scale>
        <p:origin x="904" y="4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840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3.fntdata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6.fntdata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handoutMaster" Target="handoutMasters/handoutMaster1.xml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8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7.fntdata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microsoft.com/office/2015/10/relationships/revisionInfo" Target="revisionInfo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font" Target="fonts/font2.fntdata"/><Relationship Id="rId4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font" Target="fonts/font5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sa Bock" userId="1f2a7945151d6011" providerId="LiveId" clId="{F62875F1-BCA9-4C43-AF8A-14944DDC65A1}"/>
    <pc:docChg chg="undo custSel addSld delSld modSld sldOrd">
      <pc:chgData name="Lisa Bock" userId="1f2a7945151d6011" providerId="LiveId" clId="{F62875F1-BCA9-4C43-AF8A-14944DDC65A1}" dt="2021-10-15T15:59:07.380" v="2481" actId="20577"/>
      <pc:docMkLst>
        <pc:docMk/>
      </pc:docMkLst>
      <pc:sldChg chg="modSp mod modNotesTx">
        <pc:chgData name="Lisa Bock" userId="1f2a7945151d6011" providerId="LiveId" clId="{F62875F1-BCA9-4C43-AF8A-14944DDC65A1}" dt="2021-10-14T18:18:13.362" v="1561" actId="6549"/>
        <pc:sldMkLst>
          <pc:docMk/>
          <pc:sldMk cId="2700514735" sldId="260"/>
        </pc:sldMkLst>
        <pc:spChg chg="mod">
          <ac:chgData name="Lisa Bock" userId="1f2a7945151d6011" providerId="LiveId" clId="{F62875F1-BCA9-4C43-AF8A-14944DDC65A1}" dt="2021-10-13T15:26:21.823" v="8"/>
          <ac:spMkLst>
            <pc:docMk/>
            <pc:sldMk cId="2700514735" sldId="260"/>
            <ac:spMk id="2" creationId="{A92B708E-4083-4962-9240-C5792BEC3394}"/>
          </ac:spMkLst>
        </pc:spChg>
        <pc:spChg chg="mod">
          <ac:chgData name="Lisa Bock" userId="1f2a7945151d6011" providerId="LiveId" clId="{F62875F1-BCA9-4C43-AF8A-14944DDC65A1}" dt="2021-10-14T18:18:13.362" v="1561" actId="6549"/>
          <ac:spMkLst>
            <pc:docMk/>
            <pc:sldMk cId="2700514735" sldId="260"/>
            <ac:spMk id="3" creationId="{D265882B-10E2-446D-A76D-9CAE7BFA8BE6}"/>
          </ac:spMkLst>
        </pc:spChg>
      </pc:sldChg>
      <pc:sldChg chg="modSp mod">
        <pc:chgData name="Lisa Bock" userId="1f2a7945151d6011" providerId="LiveId" clId="{F62875F1-BCA9-4C43-AF8A-14944DDC65A1}" dt="2021-10-14T18:38:41.871" v="1654" actId="20577"/>
        <pc:sldMkLst>
          <pc:docMk/>
          <pc:sldMk cId="1379302974" sldId="261"/>
        </pc:sldMkLst>
        <pc:spChg chg="mod">
          <ac:chgData name="Lisa Bock" userId="1f2a7945151d6011" providerId="LiveId" clId="{F62875F1-BCA9-4C43-AF8A-14944DDC65A1}" dt="2021-10-14T18:38:41.871" v="1654" actId="20577"/>
          <ac:spMkLst>
            <pc:docMk/>
            <pc:sldMk cId="1379302974" sldId="261"/>
            <ac:spMk id="2" creationId="{00910985-B36C-4A8C-8F00-496036FF49CE}"/>
          </ac:spMkLst>
        </pc:spChg>
        <pc:spChg chg="mod">
          <ac:chgData name="Lisa Bock" userId="1f2a7945151d6011" providerId="LiveId" clId="{F62875F1-BCA9-4C43-AF8A-14944DDC65A1}" dt="2021-10-14T01:05:50.815" v="1115"/>
          <ac:spMkLst>
            <pc:docMk/>
            <pc:sldMk cId="1379302974" sldId="261"/>
            <ac:spMk id="3" creationId="{741BF6B6-2A64-4049-9A00-5F58CF8B2C57}"/>
          </ac:spMkLst>
        </pc:spChg>
      </pc:sldChg>
      <pc:sldChg chg="modSp mod modNotesTx">
        <pc:chgData name="Lisa Bock" userId="1f2a7945151d6011" providerId="LiveId" clId="{F62875F1-BCA9-4C43-AF8A-14944DDC65A1}" dt="2021-10-13T23:35:59.032" v="864" actId="6549"/>
        <pc:sldMkLst>
          <pc:docMk/>
          <pc:sldMk cId="1766491834" sldId="264"/>
        </pc:sldMkLst>
        <pc:spChg chg="mod">
          <ac:chgData name="Lisa Bock" userId="1f2a7945151d6011" providerId="LiveId" clId="{F62875F1-BCA9-4C43-AF8A-14944DDC65A1}" dt="2021-10-13T15:39:36.558" v="159"/>
          <ac:spMkLst>
            <pc:docMk/>
            <pc:sldMk cId="1766491834" sldId="264"/>
            <ac:spMk id="2" creationId="{A92B708E-4083-4962-9240-C5792BEC3394}"/>
          </ac:spMkLst>
        </pc:spChg>
        <pc:spChg chg="mod">
          <ac:chgData name="Lisa Bock" userId="1f2a7945151d6011" providerId="LiveId" clId="{F62875F1-BCA9-4C43-AF8A-14944DDC65A1}" dt="2021-10-13T23:35:59.032" v="864" actId="6549"/>
          <ac:spMkLst>
            <pc:docMk/>
            <pc:sldMk cId="1766491834" sldId="264"/>
            <ac:spMk id="3" creationId="{D265882B-10E2-446D-A76D-9CAE7BFA8BE6}"/>
          </ac:spMkLst>
        </pc:spChg>
      </pc:sldChg>
      <pc:sldChg chg="modSp mod">
        <pc:chgData name="Lisa Bock" userId="1f2a7945151d6011" providerId="LiveId" clId="{F62875F1-BCA9-4C43-AF8A-14944DDC65A1}" dt="2021-10-13T23:36:38.477" v="866" actId="15"/>
        <pc:sldMkLst>
          <pc:docMk/>
          <pc:sldMk cId="2528030650" sldId="265"/>
        </pc:sldMkLst>
        <pc:spChg chg="mod">
          <ac:chgData name="Lisa Bock" userId="1f2a7945151d6011" providerId="LiveId" clId="{F62875F1-BCA9-4C43-AF8A-14944DDC65A1}" dt="2021-10-13T15:51:44.715" v="294"/>
          <ac:spMkLst>
            <pc:docMk/>
            <pc:sldMk cId="2528030650" sldId="265"/>
            <ac:spMk id="2" creationId="{A92B708E-4083-4962-9240-C5792BEC3394}"/>
          </ac:spMkLst>
        </pc:spChg>
        <pc:spChg chg="mod">
          <ac:chgData name="Lisa Bock" userId="1f2a7945151d6011" providerId="LiveId" clId="{F62875F1-BCA9-4C43-AF8A-14944DDC65A1}" dt="2021-10-13T23:36:38.477" v="866" actId="15"/>
          <ac:spMkLst>
            <pc:docMk/>
            <pc:sldMk cId="2528030650" sldId="265"/>
            <ac:spMk id="3" creationId="{D265882B-10E2-446D-A76D-9CAE7BFA8BE6}"/>
          </ac:spMkLst>
        </pc:spChg>
      </pc:sldChg>
      <pc:sldChg chg="modSp mod">
        <pc:chgData name="Lisa Bock" userId="1f2a7945151d6011" providerId="LiveId" clId="{F62875F1-BCA9-4C43-AF8A-14944DDC65A1}" dt="2021-10-15T15:47:00.462" v="2293" actId="20577"/>
        <pc:sldMkLst>
          <pc:docMk/>
          <pc:sldMk cId="2996616140" sldId="267"/>
        </pc:sldMkLst>
        <pc:spChg chg="mod">
          <ac:chgData name="Lisa Bock" userId="1f2a7945151d6011" providerId="LiveId" clId="{F62875F1-BCA9-4C43-AF8A-14944DDC65A1}" dt="2021-10-13T17:56:33.601" v="606" actId="20577"/>
          <ac:spMkLst>
            <pc:docMk/>
            <pc:sldMk cId="2996616140" sldId="267"/>
            <ac:spMk id="2" creationId="{A92B708E-4083-4962-9240-C5792BEC3394}"/>
          </ac:spMkLst>
        </pc:spChg>
        <pc:spChg chg="mod">
          <ac:chgData name="Lisa Bock" userId="1f2a7945151d6011" providerId="LiveId" clId="{F62875F1-BCA9-4C43-AF8A-14944DDC65A1}" dt="2021-10-15T15:47:00.462" v="2293" actId="20577"/>
          <ac:spMkLst>
            <pc:docMk/>
            <pc:sldMk cId="2996616140" sldId="267"/>
            <ac:spMk id="3" creationId="{D265882B-10E2-446D-A76D-9CAE7BFA8BE6}"/>
          </ac:spMkLst>
        </pc:spChg>
      </pc:sldChg>
      <pc:sldChg chg="modSp mod">
        <pc:chgData name="Lisa Bock" userId="1f2a7945151d6011" providerId="LiveId" clId="{F62875F1-BCA9-4C43-AF8A-14944DDC65A1}" dt="2021-10-15T15:47:37.204" v="2295" actId="27636"/>
        <pc:sldMkLst>
          <pc:docMk/>
          <pc:sldMk cId="443996997" sldId="268"/>
        </pc:sldMkLst>
        <pc:spChg chg="mod">
          <ac:chgData name="Lisa Bock" userId="1f2a7945151d6011" providerId="LiveId" clId="{F62875F1-BCA9-4C43-AF8A-14944DDC65A1}" dt="2021-10-14T01:40:30.997" v="1322" actId="20577"/>
          <ac:spMkLst>
            <pc:docMk/>
            <pc:sldMk cId="443996997" sldId="268"/>
            <ac:spMk id="2" creationId="{A92B708E-4083-4962-9240-C5792BEC3394}"/>
          </ac:spMkLst>
        </pc:spChg>
        <pc:spChg chg="mod">
          <ac:chgData name="Lisa Bock" userId="1f2a7945151d6011" providerId="LiveId" clId="{F62875F1-BCA9-4C43-AF8A-14944DDC65A1}" dt="2021-10-15T15:47:37.204" v="2295" actId="27636"/>
          <ac:spMkLst>
            <pc:docMk/>
            <pc:sldMk cId="443996997" sldId="268"/>
            <ac:spMk id="3" creationId="{D265882B-10E2-446D-A76D-9CAE7BFA8BE6}"/>
          </ac:spMkLst>
        </pc:spChg>
      </pc:sldChg>
      <pc:sldChg chg="modSp mod ord modNotesTx">
        <pc:chgData name="Lisa Bock" userId="1f2a7945151d6011" providerId="LiveId" clId="{F62875F1-BCA9-4C43-AF8A-14944DDC65A1}" dt="2021-10-15T15:56:27.748" v="2453"/>
        <pc:sldMkLst>
          <pc:docMk/>
          <pc:sldMk cId="1387039101" sldId="269"/>
        </pc:sldMkLst>
        <pc:spChg chg="mod">
          <ac:chgData name="Lisa Bock" userId="1f2a7945151d6011" providerId="LiveId" clId="{F62875F1-BCA9-4C43-AF8A-14944DDC65A1}" dt="2021-10-14T01:45:28.537" v="1387" actId="313"/>
          <ac:spMkLst>
            <pc:docMk/>
            <pc:sldMk cId="1387039101" sldId="269"/>
            <ac:spMk id="2" creationId="{A92B708E-4083-4962-9240-C5792BEC3394}"/>
          </ac:spMkLst>
        </pc:spChg>
        <pc:spChg chg="mod">
          <ac:chgData name="Lisa Bock" userId="1f2a7945151d6011" providerId="LiveId" clId="{F62875F1-BCA9-4C43-AF8A-14944DDC65A1}" dt="2021-10-15T15:44:48.627" v="2257"/>
          <ac:spMkLst>
            <pc:docMk/>
            <pc:sldMk cId="1387039101" sldId="269"/>
            <ac:spMk id="3" creationId="{D265882B-10E2-446D-A76D-9CAE7BFA8BE6}"/>
          </ac:spMkLst>
        </pc:spChg>
      </pc:sldChg>
      <pc:sldChg chg="modSp mod">
        <pc:chgData name="Lisa Bock" userId="1f2a7945151d6011" providerId="LiveId" clId="{F62875F1-BCA9-4C43-AF8A-14944DDC65A1}" dt="2021-10-15T02:35:26.427" v="2052" actId="20577"/>
        <pc:sldMkLst>
          <pc:docMk/>
          <pc:sldMk cId="1555248704" sldId="270"/>
        </pc:sldMkLst>
        <pc:spChg chg="mod">
          <ac:chgData name="Lisa Bock" userId="1f2a7945151d6011" providerId="LiveId" clId="{F62875F1-BCA9-4C43-AF8A-14944DDC65A1}" dt="2021-10-15T02:35:26.427" v="2052" actId="20577"/>
          <ac:spMkLst>
            <pc:docMk/>
            <pc:sldMk cId="1555248704" sldId="270"/>
            <ac:spMk id="2" creationId="{00910985-B36C-4A8C-8F00-496036FF49CE}"/>
          </ac:spMkLst>
        </pc:spChg>
        <pc:spChg chg="mod">
          <ac:chgData name="Lisa Bock" userId="1f2a7945151d6011" providerId="LiveId" clId="{F62875F1-BCA9-4C43-AF8A-14944DDC65A1}" dt="2021-10-14T01:06:01.887" v="1116"/>
          <ac:spMkLst>
            <pc:docMk/>
            <pc:sldMk cId="1555248704" sldId="270"/>
            <ac:spMk id="3" creationId="{741BF6B6-2A64-4049-9A00-5F58CF8B2C57}"/>
          </ac:spMkLst>
        </pc:spChg>
      </pc:sldChg>
      <pc:sldChg chg="modSp mod">
        <pc:chgData name="Lisa Bock" userId="1f2a7945151d6011" providerId="LiveId" clId="{F62875F1-BCA9-4C43-AF8A-14944DDC65A1}" dt="2021-10-15T15:49:26.271" v="2299" actId="20577"/>
        <pc:sldMkLst>
          <pc:docMk/>
          <pc:sldMk cId="344198462" sldId="272"/>
        </pc:sldMkLst>
        <pc:spChg chg="mod">
          <ac:chgData name="Lisa Bock" userId="1f2a7945151d6011" providerId="LiveId" clId="{F62875F1-BCA9-4C43-AF8A-14944DDC65A1}" dt="2021-10-15T02:53:23.376" v="2196" actId="20577"/>
          <ac:spMkLst>
            <pc:docMk/>
            <pc:sldMk cId="344198462" sldId="272"/>
            <ac:spMk id="2" creationId="{A92B708E-4083-4962-9240-C5792BEC3394}"/>
          </ac:spMkLst>
        </pc:spChg>
        <pc:spChg chg="mod">
          <ac:chgData name="Lisa Bock" userId="1f2a7945151d6011" providerId="LiveId" clId="{F62875F1-BCA9-4C43-AF8A-14944DDC65A1}" dt="2021-10-15T15:49:26.271" v="2299" actId="20577"/>
          <ac:spMkLst>
            <pc:docMk/>
            <pc:sldMk cId="344198462" sldId="272"/>
            <ac:spMk id="3" creationId="{D265882B-10E2-446D-A76D-9CAE7BFA8BE6}"/>
          </ac:spMkLst>
        </pc:spChg>
      </pc:sldChg>
      <pc:sldChg chg="modSp mod modNotesTx">
        <pc:chgData name="Lisa Bock" userId="1f2a7945151d6011" providerId="LiveId" clId="{F62875F1-BCA9-4C43-AF8A-14944DDC65A1}" dt="2021-10-15T02:55:59.576" v="2233" actId="20577"/>
        <pc:sldMkLst>
          <pc:docMk/>
          <pc:sldMk cId="2731222769" sldId="273"/>
        </pc:sldMkLst>
        <pc:spChg chg="mod">
          <ac:chgData name="Lisa Bock" userId="1f2a7945151d6011" providerId="LiveId" clId="{F62875F1-BCA9-4C43-AF8A-14944DDC65A1}" dt="2021-10-15T02:53:56.820" v="2206"/>
          <ac:spMkLst>
            <pc:docMk/>
            <pc:sldMk cId="2731222769" sldId="273"/>
            <ac:spMk id="2" creationId="{A92B708E-4083-4962-9240-C5792BEC3394}"/>
          </ac:spMkLst>
        </pc:spChg>
        <pc:spChg chg="mod">
          <ac:chgData name="Lisa Bock" userId="1f2a7945151d6011" providerId="LiveId" clId="{F62875F1-BCA9-4C43-AF8A-14944DDC65A1}" dt="2021-10-15T02:55:59.576" v="2233" actId="20577"/>
          <ac:spMkLst>
            <pc:docMk/>
            <pc:sldMk cId="2731222769" sldId="273"/>
            <ac:spMk id="3" creationId="{D265882B-10E2-446D-A76D-9CAE7BFA8BE6}"/>
          </ac:spMkLst>
        </pc:spChg>
      </pc:sldChg>
      <pc:sldChg chg="modSp mod modNotesTx">
        <pc:chgData name="Lisa Bock" userId="1f2a7945151d6011" providerId="LiveId" clId="{F62875F1-BCA9-4C43-AF8A-14944DDC65A1}" dt="2021-10-15T02:38:26.777" v="2056" actId="15"/>
        <pc:sldMkLst>
          <pc:docMk/>
          <pc:sldMk cId="2707367036" sldId="274"/>
        </pc:sldMkLst>
        <pc:spChg chg="mod">
          <ac:chgData name="Lisa Bock" userId="1f2a7945151d6011" providerId="LiveId" clId="{F62875F1-BCA9-4C43-AF8A-14944DDC65A1}" dt="2021-10-13T18:38:56.898" v="773"/>
          <ac:spMkLst>
            <pc:docMk/>
            <pc:sldMk cId="2707367036" sldId="274"/>
            <ac:spMk id="2" creationId="{A92B708E-4083-4962-9240-C5792BEC3394}"/>
          </ac:spMkLst>
        </pc:spChg>
        <pc:spChg chg="mod">
          <ac:chgData name="Lisa Bock" userId="1f2a7945151d6011" providerId="LiveId" clId="{F62875F1-BCA9-4C43-AF8A-14944DDC65A1}" dt="2021-10-15T02:38:26.777" v="2056" actId="15"/>
          <ac:spMkLst>
            <pc:docMk/>
            <pc:sldMk cId="2707367036" sldId="274"/>
            <ac:spMk id="3" creationId="{D265882B-10E2-446D-A76D-9CAE7BFA8BE6}"/>
          </ac:spMkLst>
        </pc:spChg>
      </pc:sldChg>
      <pc:sldChg chg="modSp mod">
        <pc:chgData name="Lisa Bock" userId="1f2a7945151d6011" providerId="LiveId" clId="{F62875F1-BCA9-4C43-AF8A-14944DDC65A1}" dt="2021-10-15T15:53:18.127" v="2451" actId="20577"/>
        <pc:sldMkLst>
          <pc:docMk/>
          <pc:sldMk cId="3677739018" sldId="275"/>
        </pc:sldMkLst>
        <pc:spChg chg="mod">
          <ac:chgData name="Lisa Bock" userId="1f2a7945151d6011" providerId="LiveId" clId="{F62875F1-BCA9-4C43-AF8A-14944DDC65A1}" dt="2021-10-15T15:53:18.127" v="2451" actId="20577"/>
          <ac:spMkLst>
            <pc:docMk/>
            <pc:sldMk cId="3677739018" sldId="275"/>
            <ac:spMk id="2" creationId="{00910985-B36C-4A8C-8F00-496036FF49CE}"/>
          </ac:spMkLst>
        </pc:spChg>
        <pc:spChg chg="mod">
          <ac:chgData name="Lisa Bock" userId="1f2a7945151d6011" providerId="LiveId" clId="{F62875F1-BCA9-4C43-AF8A-14944DDC65A1}" dt="2021-10-14T01:06:13.441" v="1117"/>
          <ac:spMkLst>
            <pc:docMk/>
            <pc:sldMk cId="3677739018" sldId="275"/>
            <ac:spMk id="3" creationId="{741BF6B6-2A64-4049-9A00-5F58CF8B2C57}"/>
          </ac:spMkLst>
        </pc:spChg>
      </pc:sldChg>
      <pc:sldChg chg="modSp add mod">
        <pc:chgData name="Lisa Bock" userId="1f2a7945151d6011" providerId="LiveId" clId="{F62875F1-BCA9-4C43-AF8A-14944DDC65A1}" dt="2021-10-13T15:55:08.952" v="350" actId="33524"/>
        <pc:sldMkLst>
          <pc:docMk/>
          <pc:sldMk cId="302918461" sldId="282"/>
        </pc:sldMkLst>
        <pc:spChg chg="mod">
          <ac:chgData name="Lisa Bock" userId="1f2a7945151d6011" providerId="LiveId" clId="{F62875F1-BCA9-4C43-AF8A-14944DDC65A1}" dt="2021-10-13T15:52:58.535" v="309"/>
          <ac:spMkLst>
            <pc:docMk/>
            <pc:sldMk cId="302918461" sldId="282"/>
            <ac:spMk id="2" creationId="{A92B708E-4083-4962-9240-C5792BEC3394}"/>
          </ac:spMkLst>
        </pc:spChg>
        <pc:spChg chg="mod">
          <ac:chgData name="Lisa Bock" userId="1f2a7945151d6011" providerId="LiveId" clId="{F62875F1-BCA9-4C43-AF8A-14944DDC65A1}" dt="2021-10-13T15:55:08.952" v="350" actId="33524"/>
          <ac:spMkLst>
            <pc:docMk/>
            <pc:sldMk cId="302918461" sldId="282"/>
            <ac:spMk id="3" creationId="{D265882B-10E2-446D-A76D-9CAE7BFA8BE6}"/>
          </ac:spMkLst>
        </pc:spChg>
      </pc:sldChg>
      <pc:sldChg chg="modSp add mod modNotesTx">
        <pc:chgData name="Lisa Bock" userId="1f2a7945151d6011" providerId="LiveId" clId="{F62875F1-BCA9-4C43-AF8A-14944DDC65A1}" dt="2021-10-14T18:26:44.688" v="1562"/>
        <pc:sldMkLst>
          <pc:docMk/>
          <pc:sldMk cId="4191926081" sldId="283"/>
        </pc:sldMkLst>
        <pc:spChg chg="mod">
          <ac:chgData name="Lisa Bock" userId="1f2a7945151d6011" providerId="LiveId" clId="{F62875F1-BCA9-4C43-AF8A-14944DDC65A1}" dt="2021-10-13T16:50:51.121" v="487" actId="20577"/>
          <ac:spMkLst>
            <pc:docMk/>
            <pc:sldMk cId="4191926081" sldId="283"/>
            <ac:spMk id="2" creationId="{A92B708E-4083-4962-9240-C5792BEC3394}"/>
          </ac:spMkLst>
        </pc:spChg>
        <pc:spChg chg="mod">
          <ac:chgData name="Lisa Bock" userId="1f2a7945151d6011" providerId="LiveId" clId="{F62875F1-BCA9-4C43-AF8A-14944DDC65A1}" dt="2021-10-13T16:51:45.025" v="517" actId="20577"/>
          <ac:spMkLst>
            <pc:docMk/>
            <pc:sldMk cId="4191926081" sldId="283"/>
            <ac:spMk id="3" creationId="{D265882B-10E2-446D-A76D-9CAE7BFA8BE6}"/>
          </ac:spMkLst>
        </pc:spChg>
      </pc:sldChg>
      <pc:sldChg chg="modSp add mod">
        <pc:chgData name="Lisa Bock" userId="1f2a7945151d6011" providerId="LiveId" clId="{F62875F1-BCA9-4C43-AF8A-14944DDC65A1}" dt="2021-10-13T23:43:11.566" v="890" actId="20577"/>
        <pc:sldMkLst>
          <pc:docMk/>
          <pc:sldMk cId="1096262260" sldId="284"/>
        </pc:sldMkLst>
        <pc:spChg chg="mod">
          <ac:chgData name="Lisa Bock" userId="1f2a7945151d6011" providerId="LiveId" clId="{F62875F1-BCA9-4C43-AF8A-14944DDC65A1}" dt="2021-10-13T23:40:08.251" v="880" actId="20577"/>
          <ac:spMkLst>
            <pc:docMk/>
            <pc:sldMk cId="1096262260" sldId="284"/>
            <ac:spMk id="2" creationId="{A92B708E-4083-4962-9240-C5792BEC3394}"/>
          </ac:spMkLst>
        </pc:spChg>
        <pc:spChg chg="mod">
          <ac:chgData name="Lisa Bock" userId="1f2a7945151d6011" providerId="LiveId" clId="{F62875F1-BCA9-4C43-AF8A-14944DDC65A1}" dt="2021-10-13T23:43:11.566" v="890" actId="20577"/>
          <ac:spMkLst>
            <pc:docMk/>
            <pc:sldMk cId="1096262260" sldId="284"/>
            <ac:spMk id="3" creationId="{D265882B-10E2-446D-A76D-9CAE7BFA8BE6}"/>
          </ac:spMkLst>
        </pc:spChg>
      </pc:sldChg>
      <pc:sldChg chg="addSp modSp add mod">
        <pc:chgData name="Lisa Bock" userId="1f2a7945151d6011" providerId="LiveId" clId="{F62875F1-BCA9-4C43-AF8A-14944DDC65A1}" dt="2021-10-13T23:58:50.290" v="924" actId="1076"/>
        <pc:sldMkLst>
          <pc:docMk/>
          <pc:sldMk cId="1509199398" sldId="285"/>
        </pc:sldMkLst>
        <pc:spChg chg="mod">
          <ac:chgData name="Lisa Bock" userId="1f2a7945151d6011" providerId="LiveId" clId="{F62875F1-BCA9-4C43-AF8A-14944DDC65A1}" dt="2021-10-13T17:12:40.666" v="519"/>
          <ac:spMkLst>
            <pc:docMk/>
            <pc:sldMk cId="1509199398" sldId="285"/>
            <ac:spMk id="2" creationId="{A92B708E-4083-4962-9240-C5792BEC3394}"/>
          </ac:spMkLst>
        </pc:spChg>
        <pc:spChg chg="mod">
          <ac:chgData name="Lisa Bock" userId="1f2a7945151d6011" providerId="LiveId" clId="{F62875F1-BCA9-4C43-AF8A-14944DDC65A1}" dt="2021-10-13T23:58:39.448" v="922" actId="20577"/>
          <ac:spMkLst>
            <pc:docMk/>
            <pc:sldMk cId="1509199398" sldId="285"/>
            <ac:spMk id="3" creationId="{D265882B-10E2-446D-A76D-9CAE7BFA8BE6}"/>
          </ac:spMkLst>
        </pc:spChg>
        <pc:picChg chg="add mod">
          <ac:chgData name="Lisa Bock" userId="1f2a7945151d6011" providerId="LiveId" clId="{F62875F1-BCA9-4C43-AF8A-14944DDC65A1}" dt="2021-10-13T23:58:50.290" v="924" actId="1076"/>
          <ac:picMkLst>
            <pc:docMk/>
            <pc:sldMk cId="1509199398" sldId="285"/>
            <ac:picMk id="1026" creationId="{5EE26AB0-C365-4968-81D4-8A8A12A52644}"/>
          </ac:picMkLst>
        </pc:picChg>
      </pc:sldChg>
      <pc:sldChg chg="modSp add mod">
        <pc:chgData name="Lisa Bock" userId="1f2a7945151d6011" providerId="LiveId" clId="{F62875F1-BCA9-4C43-AF8A-14944DDC65A1}" dt="2021-10-14T18:31:50.391" v="1569" actId="20577"/>
        <pc:sldMkLst>
          <pc:docMk/>
          <pc:sldMk cId="3378457323" sldId="286"/>
        </pc:sldMkLst>
        <pc:spChg chg="mod">
          <ac:chgData name="Lisa Bock" userId="1f2a7945151d6011" providerId="LiveId" clId="{F62875F1-BCA9-4C43-AF8A-14944DDC65A1}" dt="2021-10-13T17:46:20.353" v="550" actId="20577"/>
          <ac:spMkLst>
            <pc:docMk/>
            <pc:sldMk cId="3378457323" sldId="286"/>
            <ac:spMk id="2" creationId="{A92B708E-4083-4962-9240-C5792BEC3394}"/>
          </ac:spMkLst>
        </pc:spChg>
        <pc:spChg chg="mod">
          <ac:chgData name="Lisa Bock" userId="1f2a7945151d6011" providerId="LiveId" clId="{F62875F1-BCA9-4C43-AF8A-14944DDC65A1}" dt="2021-10-14T18:31:50.391" v="1569" actId="20577"/>
          <ac:spMkLst>
            <pc:docMk/>
            <pc:sldMk cId="3378457323" sldId="286"/>
            <ac:spMk id="3" creationId="{D265882B-10E2-446D-A76D-9CAE7BFA8BE6}"/>
          </ac:spMkLst>
        </pc:spChg>
      </pc:sldChg>
      <pc:sldChg chg="modSp add mod">
        <pc:chgData name="Lisa Bock" userId="1f2a7945151d6011" providerId="LiveId" clId="{F62875F1-BCA9-4C43-AF8A-14944DDC65A1}" dt="2021-10-14T18:35:29.265" v="1596" actId="20577"/>
        <pc:sldMkLst>
          <pc:docMk/>
          <pc:sldMk cId="2864686484" sldId="287"/>
        </pc:sldMkLst>
        <pc:spChg chg="mod">
          <ac:chgData name="Lisa Bock" userId="1f2a7945151d6011" providerId="LiveId" clId="{F62875F1-BCA9-4C43-AF8A-14944DDC65A1}" dt="2021-10-14T00:01:42.739" v="954" actId="20577"/>
          <ac:spMkLst>
            <pc:docMk/>
            <pc:sldMk cId="2864686484" sldId="287"/>
            <ac:spMk id="2" creationId="{A92B708E-4083-4962-9240-C5792BEC3394}"/>
          </ac:spMkLst>
        </pc:spChg>
        <pc:spChg chg="mod">
          <ac:chgData name="Lisa Bock" userId="1f2a7945151d6011" providerId="LiveId" clId="{F62875F1-BCA9-4C43-AF8A-14944DDC65A1}" dt="2021-10-14T18:35:29.265" v="1596" actId="20577"/>
          <ac:spMkLst>
            <pc:docMk/>
            <pc:sldMk cId="2864686484" sldId="287"/>
            <ac:spMk id="3" creationId="{D265882B-10E2-446D-A76D-9CAE7BFA8BE6}"/>
          </ac:spMkLst>
        </pc:spChg>
      </pc:sldChg>
      <pc:sldChg chg="addSp delSp modSp add mod chgLayout modNotesTx">
        <pc:chgData name="Lisa Bock" userId="1f2a7945151d6011" providerId="LiveId" clId="{F62875F1-BCA9-4C43-AF8A-14944DDC65A1}" dt="2021-10-15T15:59:07.380" v="2481" actId="20577"/>
        <pc:sldMkLst>
          <pc:docMk/>
          <pc:sldMk cId="1424057841" sldId="288"/>
        </pc:sldMkLst>
        <pc:spChg chg="mod ord">
          <ac:chgData name="Lisa Bock" userId="1f2a7945151d6011" providerId="LiveId" clId="{F62875F1-BCA9-4C43-AF8A-14944DDC65A1}" dt="2021-10-15T15:57:07.680" v="2455" actId="700"/>
          <ac:spMkLst>
            <pc:docMk/>
            <pc:sldMk cId="1424057841" sldId="288"/>
            <ac:spMk id="2" creationId="{A92B708E-4083-4962-9240-C5792BEC3394}"/>
          </ac:spMkLst>
        </pc:spChg>
        <pc:spChg chg="mod ord">
          <ac:chgData name="Lisa Bock" userId="1f2a7945151d6011" providerId="LiveId" clId="{F62875F1-BCA9-4C43-AF8A-14944DDC65A1}" dt="2021-10-15T15:59:07.380" v="2481" actId="20577"/>
          <ac:spMkLst>
            <pc:docMk/>
            <pc:sldMk cId="1424057841" sldId="288"/>
            <ac:spMk id="3" creationId="{D265882B-10E2-446D-A76D-9CAE7BFA8BE6}"/>
          </ac:spMkLst>
        </pc:spChg>
        <pc:spChg chg="mod ord">
          <ac:chgData name="Lisa Bock" userId="1f2a7945151d6011" providerId="LiveId" clId="{F62875F1-BCA9-4C43-AF8A-14944DDC65A1}" dt="2021-10-15T15:57:07.680" v="2455" actId="700"/>
          <ac:spMkLst>
            <pc:docMk/>
            <pc:sldMk cId="1424057841" sldId="288"/>
            <ac:spMk id="4" creationId="{B9412E95-C28E-4651-8C6C-3FC7371BF57A}"/>
          </ac:spMkLst>
        </pc:spChg>
        <pc:picChg chg="add del mod">
          <ac:chgData name="Lisa Bock" userId="1f2a7945151d6011" providerId="LiveId" clId="{F62875F1-BCA9-4C43-AF8A-14944DDC65A1}" dt="2021-10-15T15:56:55.550" v="2454" actId="478"/>
          <ac:picMkLst>
            <pc:docMk/>
            <pc:sldMk cId="1424057841" sldId="288"/>
            <ac:picMk id="5" creationId="{B8ABBD35-FAD2-4B4E-8386-F665D1207D0D}"/>
          </ac:picMkLst>
        </pc:picChg>
      </pc:sldChg>
      <pc:sldChg chg="addSp delSp modSp add del mod">
        <pc:chgData name="Lisa Bock" userId="1f2a7945151d6011" providerId="LiveId" clId="{F62875F1-BCA9-4C43-AF8A-14944DDC65A1}" dt="2021-10-14T19:11:03.315" v="1732" actId="2696"/>
        <pc:sldMkLst>
          <pc:docMk/>
          <pc:sldMk cId="1107483842" sldId="289"/>
        </pc:sldMkLst>
        <pc:spChg chg="del">
          <ac:chgData name="Lisa Bock" userId="1f2a7945151d6011" providerId="LiveId" clId="{F62875F1-BCA9-4C43-AF8A-14944DDC65A1}" dt="2021-10-13T18:28:26.510" v="679" actId="21"/>
          <ac:spMkLst>
            <pc:docMk/>
            <pc:sldMk cId="1107483842" sldId="289"/>
            <ac:spMk id="3" creationId="{D265882B-10E2-446D-A76D-9CAE7BFA8BE6}"/>
          </ac:spMkLst>
        </pc:spChg>
        <pc:spChg chg="add del mod">
          <ac:chgData name="Lisa Bock" userId="1f2a7945151d6011" providerId="LiveId" clId="{F62875F1-BCA9-4C43-AF8A-14944DDC65A1}" dt="2021-10-13T18:28:38.298" v="684"/>
          <ac:spMkLst>
            <pc:docMk/>
            <pc:sldMk cId="1107483842" sldId="289"/>
            <ac:spMk id="5" creationId="{76F71823-D0AE-4558-93BA-614E1132E941}"/>
          </ac:spMkLst>
        </pc:spChg>
        <pc:spChg chg="add del mod">
          <ac:chgData name="Lisa Bock" userId="1f2a7945151d6011" providerId="LiveId" clId="{F62875F1-BCA9-4C43-AF8A-14944DDC65A1}" dt="2021-10-13T18:28:36.080" v="683" actId="478"/>
          <ac:spMkLst>
            <pc:docMk/>
            <pc:sldMk cId="1107483842" sldId="289"/>
            <ac:spMk id="7" creationId="{530A2CE1-F64B-4CE0-945F-49251E1ED540}"/>
          </ac:spMkLst>
        </pc:spChg>
        <pc:picChg chg="add del mod">
          <ac:chgData name="Lisa Bock" userId="1f2a7945151d6011" providerId="LiveId" clId="{F62875F1-BCA9-4C43-AF8A-14944DDC65A1}" dt="2021-10-13T18:28:32.517" v="681" actId="478"/>
          <ac:picMkLst>
            <pc:docMk/>
            <pc:sldMk cId="1107483842" sldId="289"/>
            <ac:picMk id="8" creationId="{A72AD329-B4CD-4E86-8899-A604ED159356}"/>
          </ac:picMkLst>
        </pc:picChg>
        <pc:picChg chg="add mod">
          <ac:chgData name="Lisa Bock" userId="1f2a7945151d6011" providerId="LiveId" clId="{F62875F1-BCA9-4C43-AF8A-14944DDC65A1}" dt="2021-10-14T01:49:33.650" v="1431" actId="1076"/>
          <ac:picMkLst>
            <pc:docMk/>
            <pc:sldMk cId="1107483842" sldId="289"/>
            <ac:picMk id="9" creationId="{5F8B6C39-02F0-417D-902F-9562B5EAA924}"/>
          </ac:picMkLst>
        </pc:picChg>
        <pc:picChg chg="add del">
          <ac:chgData name="Lisa Bock" userId="1f2a7945151d6011" providerId="LiveId" clId="{F62875F1-BCA9-4C43-AF8A-14944DDC65A1}" dt="2021-10-13T18:28:26.510" v="679" actId="21"/>
          <ac:picMkLst>
            <pc:docMk/>
            <pc:sldMk cId="1107483842" sldId="289"/>
            <ac:picMk id="2050" creationId="{A3E57B8F-A95E-487E-B44F-638BA478261F}"/>
          </ac:picMkLst>
        </pc:picChg>
      </pc:sldChg>
      <pc:sldChg chg="modSp add mod modNotesTx">
        <pc:chgData name="Lisa Bock" userId="1f2a7945151d6011" providerId="LiveId" clId="{F62875F1-BCA9-4C43-AF8A-14944DDC65A1}" dt="2021-10-15T02:30:40.125" v="1980"/>
        <pc:sldMkLst>
          <pc:docMk/>
          <pc:sldMk cId="127982986" sldId="290"/>
        </pc:sldMkLst>
        <pc:spChg chg="mod">
          <ac:chgData name="Lisa Bock" userId="1f2a7945151d6011" providerId="LiveId" clId="{F62875F1-BCA9-4C43-AF8A-14944DDC65A1}" dt="2021-10-15T02:25:55.448" v="1919" actId="20577"/>
          <ac:spMkLst>
            <pc:docMk/>
            <pc:sldMk cId="127982986" sldId="290"/>
            <ac:spMk id="2" creationId="{A92B708E-4083-4962-9240-C5792BEC3394}"/>
          </ac:spMkLst>
        </pc:spChg>
        <pc:spChg chg="mod">
          <ac:chgData name="Lisa Bock" userId="1f2a7945151d6011" providerId="LiveId" clId="{F62875F1-BCA9-4C43-AF8A-14944DDC65A1}" dt="2021-10-15T02:30:31.706" v="1979" actId="15"/>
          <ac:spMkLst>
            <pc:docMk/>
            <pc:sldMk cId="127982986" sldId="290"/>
            <ac:spMk id="3" creationId="{D265882B-10E2-446D-A76D-9CAE7BFA8BE6}"/>
          </ac:spMkLst>
        </pc:spChg>
      </pc:sldChg>
      <pc:sldChg chg="modSp add mod modNotesTx">
        <pc:chgData name="Lisa Bock" userId="1f2a7945151d6011" providerId="LiveId" clId="{F62875F1-BCA9-4C43-AF8A-14944DDC65A1}" dt="2021-10-14T19:14:41.239" v="1788" actId="20577"/>
        <pc:sldMkLst>
          <pc:docMk/>
          <pc:sldMk cId="2156937373" sldId="291"/>
        </pc:sldMkLst>
        <pc:spChg chg="mod">
          <ac:chgData name="Lisa Bock" userId="1f2a7945151d6011" providerId="LiveId" clId="{F62875F1-BCA9-4C43-AF8A-14944DDC65A1}" dt="2021-10-13T18:21:57.482" v="649" actId="20577"/>
          <ac:spMkLst>
            <pc:docMk/>
            <pc:sldMk cId="2156937373" sldId="291"/>
            <ac:spMk id="2" creationId="{A92B708E-4083-4962-9240-C5792BEC3394}"/>
          </ac:spMkLst>
        </pc:spChg>
        <pc:spChg chg="mod">
          <ac:chgData name="Lisa Bock" userId="1f2a7945151d6011" providerId="LiveId" clId="{F62875F1-BCA9-4C43-AF8A-14944DDC65A1}" dt="2021-10-14T19:14:41.239" v="1788" actId="20577"/>
          <ac:spMkLst>
            <pc:docMk/>
            <pc:sldMk cId="2156937373" sldId="291"/>
            <ac:spMk id="3" creationId="{D265882B-10E2-446D-A76D-9CAE7BFA8BE6}"/>
          </ac:spMkLst>
        </pc:spChg>
      </pc:sldChg>
      <pc:sldChg chg="modSp add del mod modNotesTx">
        <pc:chgData name="Lisa Bock" userId="1f2a7945151d6011" providerId="LiveId" clId="{F62875F1-BCA9-4C43-AF8A-14944DDC65A1}" dt="2021-10-14T19:14:47.235" v="1789" actId="2696"/>
        <pc:sldMkLst>
          <pc:docMk/>
          <pc:sldMk cId="3801710252" sldId="292"/>
        </pc:sldMkLst>
        <pc:spChg chg="mod">
          <ac:chgData name="Lisa Bock" userId="1f2a7945151d6011" providerId="LiveId" clId="{F62875F1-BCA9-4C43-AF8A-14944DDC65A1}" dt="2021-10-14T19:12:33.605" v="1742" actId="21"/>
          <ac:spMkLst>
            <pc:docMk/>
            <pc:sldMk cId="3801710252" sldId="292"/>
            <ac:spMk id="3" creationId="{D265882B-10E2-446D-A76D-9CAE7BFA8BE6}"/>
          </ac:spMkLst>
        </pc:spChg>
      </pc:sldChg>
      <pc:sldChg chg="modSp add del mod ord modNotesTx">
        <pc:chgData name="Lisa Bock" userId="1f2a7945151d6011" providerId="LiveId" clId="{F62875F1-BCA9-4C43-AF8A-14944DDC65A1}" dt="2021-10-15T02:30:43.742" v="1981" actId="2696"/>
        <pc:sldMkLst>
          <pc:docMk/>
          <pc:sldMk cId="3277148445" sldId="293"/>
        </pc:sldMkLst>
        <pc:spChg chg="mod">
          <ac:chgData name="Lisa Bock" userId="1f2a7945151d6011" providerId="LiveId" clId="{F62875F1-BCA9-4C43-AF8A-14944DDC65A1}" dt="2021-10-13T18:29:29.632" v="695"/>
          <ac:spMkLst>
            <pc:docMk/>
            <pc:sldMk cId="3277148445" sldId="293"/>
            <ac:spMk id="2" creationId="{A92B708E-4083-4962-9240-C5792BEC3394}"/>
          </ac:spMkLst>
        </pc:spChg>
        <pc:spChg chg="mod">
          <ac:chgData name="Lisa Bock" userId="1f2a7945151d6011" providerId="LiveId" clId="{F62875F1-BCA9-4C43-AF8A-14944DDC65A1}" dt="2021-10-15T02:22:10.537" v="1884" actId="108"/>
          <ac:spMkLst>
            <pc:docMk/>
            <pc:sldMk cId="3277148445" sldId="293"/>
            <ac:spMk id="3" creationId="{D265882B-10E2-446D-A76D-9CAE7BFA8BE6}"/>
          </ac:spMkLst>
        </pc:spChg>
      </pc:sldChg>
      <pc:sldChg chg="add del">
        <pc:chgData name="Lisa Bock" userId="1f2a7945151d6011" providerId="LiveId" clId="{F62875F1-BCA9-4C43-AF8A-14944DDC65A1}" dt="2021-10-15T02:39:32.166" v="2073" actId="47"/>
        <pc:sldMkLst>
          <pc:docMk/>
          <pc:sldMk cId="40761285" sldId="294"/>
        </pc:sldMkLst>
      </pc:sldChg>
      <pc:sldChg chg="add del">
        <pc:chgData name="Lisa Bock" userId="1f2a7945151d6011" providerId="LiveId" clId="{F62875F1-BCA9-4C43-AF8A-14944DDC65A1}" dt="2021-10-15T02:39:29.173" v="2072" actId="2696"/>
        <pc:sldMkLst>
          <pc:docMk/>
          <pc:sldMk cId="2546968503" sldId="295"/>
        </pc:sldMkLst>
      </pc:sldChg>
      <pc:sldChg chg="add del">
        <pc:chgData name="Lisa Bock" userId="1f2a7945151d6011" providerId="LiveId" clId="{F62875F1-BCA9-4C43-AF8A-14944DDC65A1}" dt="2021-10-14T01:54:00.497" v="1547" actId="2696"/>
        <pc:sldMkLst>
          <pc:docMk/>
          <pc:sldMk cId="287914027" sldId="296"/>
        </pc:sldMkLst>
      </pc:sldChg>
      <pc:sldChg chg="modSp add mod">
        <pc:chgData name="Lisa Bock" userId="1f2a7945151d6011" providerId="LiveId" clId="{F62875F1-BCA9-4C43-AF8A-14944DDC65A1}" dt="2021-10-15T15:40:12.195" v="2235" actId="15"/>
        <pc:sldMkLst>
          <pc:docMk/>
          <pc:sldMk cId="1050362521" sldId="297"/>
        </pc:sldMkLst>
        <pc:spChg chg="mod">
          <ac:chgData name="Lisa Bock" userId="1f2a7945151d6011" providerId="LiveId" clId="{F62875F1-BCA9-4C43-AF8A-14944DDC65A1}" dt="2021-10-14T01:53:33.180" v="1546" actId="20577"/>
          <ac:spMkLst>
            <pc:docMk/>
            <pc:sldMk cId="1050362521" sldId="297"/>
            <ac:spMk id="2" creationId="{A92B708E-4083-4962-9240-C5792BEC3394}"/>
          </ac:spMkLst>
        </pc:spChg>
        <pc:spChg chg="mod">
          <ac:chgData name="Lisa Bock" userId="1f2a7945151d6011" providerId="LiveId" clId="{F62875F1-BCA9-4C43-AF8A-14944DDC65A1}" dt="2021-10-15T15:40:12.195" v="2235" actId="15"/>
          <ac:spMkLst>
            <pc:docMk/>
            <pc:sldMk cId="1050362521" sldId="297"/>
            <ac:spMk id="3" creationId="{D265882B-10E2-446D-A76D-9CAE7BFA8BE6}"/>
          </ac:spMkLst>
        </pc:spChg>
      </pc:sldChg>
      <pc:sldChg chg="addSp delSp modSp add del mod">
        <pc:chgData name="Lisa Bock" userId="1f2a7945151d6011" providerId="LiveId" clId="{F62875F1-BCA9-4C43-AF8A-14944DDC65A1}" dt="2021-10-15T02:45:25.326" v="2130" actId="2696"/>
        <pc:sldMkLst>
          <pc:docMk/>
          <pc:sldMk cId="121316907" sldId="298"/>
        </pc:sldMkLst>
        <pc:spChg chg="add mod">
          <ac:chgData name="Lisa Bock" userId="1f2a7945151d6011" providerId="LiveId" clId="{F62875F1-BCA9-4C43-AF8A-14944DDC65A1}" dt="2021-10-15T02:41:46.068" v="2080" actId="21"/>
          <ac:spMkLst>
            <pc:docMk/>
            <pc:sldMk cId="121316907" sldId="298"/>
            <ac:spMk id="3" creationId="{8102C7D6-A870-42C3-8F1F-40F5F091803B}"/>
          </ac:spMkLst>
        </pc:spChg>
        <pc:spChg chg="del mod">
          <ac:chgData name="Lisa Bock" userId="1f2a7945151d6011" providerId="LiveId" clId="{F62875F1-BCA9-4C43-AF8A-14944DDC65A1}" dt="2021-10-13T18:40:50.506" v="799"/>
          <ac:spMkLst>
            <pc:docMk/>
            <pc:sldMk cId="121316907" sldId="298"/>
            <ac:spMk id="3" creationId="{D265882B-10E2-446D-A76D-9CAE7BFA8BE6}"/>
          </ac:spMkLst>
        </pc:spChg>
        <pc:picChg chg="add del mod">
          <ac:chgData name="Lisa Bock" userId="1f2a7945151d6011" providerId="LiveId" clId="{F62875F1-BCA9-4C43-AF8A-14944DDC65A1}" dt="2021-10-15T02:41:46.068" v="2080" actId="21"/>
          <ac:picMkLst>
            <pc:docMk/>
            <pc:sldMk cId="121316907" sldId="298"/>
            <ac:picMk id="3074" creationId="{D3C92789-7472-446E-87CA-18E7B47D5444}"/>
          </ac:picMkLst>
        </pc:picChg>
      </pc:sldChg>
      <pc:sldChg chg="modSp add mod modNotesTx">
        <pc:chgData name="Lisa Bock" userId="1f2a7945151d6011" providerId="LiveId" clId="{F62875F1-BCA9-4C43-AF8A-14944DDC65A1}" dt="2021-10-15T02:46:07.221" v="2131"/>
        <pc:sldMkLst>
          <pc:docMk/>
          <pc:sldMk cId="525407774" sldId="299"/>
        </pc:sldMkLst>
        <pc:spChg chg="mod">
          <ac:chgData name="Lisa Bock" userId="1f2a7945151d6011" providerId="LiveId" clId="{F62875F1-BCA9-4C43-AF8A-14944DDC65A1}" dt="2021-10-15T02:46:07.221" v="2131"/>
          <ac:spMkLst>
            <pc:docMk/>
            <pc:sldMk cId="525407774" sldId="299"/>
            <ac:spMk id="2" creationId="{A92B708E-4083-4962-9240-C5792BEC3394}"/>
          </ac:spMkLst>
        </pc:spChg>
        <pc:spChg chg="mod">
          <ac:chgData name="Lisa Bock" userId="1f2a7945151d6011" providerId="LiveId" clId="{F62875F1-BCA9-4C43-AF8A-14944DDC65A1}" dt="2021-10-15T02:39:16.567" v="2069" actId="27636"/>
          <ac:spMkLst>
            <pc:docMk/>
            <pc:sldMk cId="525407774" sldId="299"/>
            <ac:spMk id="3" creationId="{D265882B-10E2-446D-A76D-9CAE7BFA8BE6}"/>
          </ac:spMkLst>
        </pc:spChg>
      </pc:sldChg>
      <pc:sldChg chg="addSp delSp modSp new del mod">
        <pc:chgData name="Lisa Bock" userId="1f2a7945151d6011" providerId="LiveId" clId="{F62875F1-BCA9-4C43-AF8A-14944DDC65A1}" dt="2021-10-15T02:46:10.528" v="2132" actId="47"/>
        <pc:sldMkLst>
          <pc:docMk/>
          <pc:sldMk cId="338325227" sldId="300"/>
        </pc:sldMkLst>
        <pc:spChg chg="mod">
          <ac:chgData name="Lisa Bock" userId="1f2a7945151d6011" providerId="LiveId" clId="{F62875F1-BCA9-4C43-AF8A-14944DDC65A1}" dt="2021-10-15T02:43:25.242" v="2114" actId="20577"/>
          <ac:spMkLst>
            <pc:docMk/>
            <pc:sldMk cId="338325227" sldId="300"/>
            <ac:spMk id="2" creationId="{133599EF-5507-4FC6-A94C-6D76B62D2ABA}"/>
          </ac:spMkLst>
        </pc:spChg>
        <pc:spChg chg="mod">
          <ac:chgData name="Lisa Bock" userId="1f2a7945151d6011" providerId="LiveId" clId="{F62875F1-BCA9-4C43-AF8A-14944DDC65A1}" dt="2021-10-15T02:45:16.168" v="2129" actId="1076"/>
          <ac:spMkLst>
            <pc:docMk/>
            <pc:sldMk cId="338325227" sldId="300"/>
            <ac:spMk id="3" creationId="{F0717C23-75F1-4320-A1BA-083B088FB25B}"/>
          </ac:spMkLst>
        </pc:spChg>
        <pc:spChg chg="del">
          <ac:chgData name="Lisa Bock" userId="1f2a7945151d6011" providerId="LiveId" clId="{F62875F1-BCA9-4C43-AF8A-14944DDC65A1}" dt="2021-10-15T02:41:48.767" v="2081"/>
          <ac:spMkLst>
            <pc:docMk/>
            <pc:sldMk cId="338325227" sldId="300"/>
            <ac:spMk id="4" creationId="{F144391E-C587-45AC-8DCE-489D7E648ABB}"/>
          </ac:spMkLst>
        </pc:spChg>
        <pc:picChg chg="add mod">
          <ac:chgData name="Lisa Bock" userId="1f2a7945151d6011" providerId="LiveId" clId="{F62875F1-BCA9-4C43-AF8A-14944DDC65A1}" dt="2021-10-15T02:43:50.265" v="2123" actId="1076"/>
          <ac:picMkLst>
            <pc:docMk/>
            <pc:sldMk cId="338325227" sldId="300"/>
            <ac:picMk id="6" creationId="{4C9F91A8-2AE2-4EBF-A121-00B8A48071A3}"/>
          </ac:picMkLst>
        </pc:picChg>
      </pc:sldChg>
      <pc:sldChg chg="modSp new del mod">
        <pc:chgData name="Lisa Bock" userId="1f2a7945151d6011" providerId="LiveId" clId="{F62875F1-BCA9-4C43-AF8A-14944DDC65A1}" dt="2021-10-14T19:06:07.236" v="1670" actId="47"/>
        <pc:sldMkLst>
          <pc:docMk/>
          <pc:sldMk cId="1943520315" sldId="300"/>
        </pc:sldMkLst>
        <pc:spChg chg="mod">
          <ac:chgData name="Lisa Bock" userId="1f2a7945151d6011" providerId="LiveId" clId="{F62875F1-BCA9-4C43-AF8A-14944DDC65A1}" dt="2021-10-13T18:36:00.880" v="736"/>
          <ac:spMkLst>
            <pc:docMk/>
            <pc:sldMk cId="1943520315" sldId="300"/>
            <ac:spMk id="2" creationId="{19A5F983-4A8B-422C-9DAF-A1F61B413CC8}"/>
          </ac:spMkLst>
        </pc:spChg>
        <pc:spChg chg="mod">
          <ac:chgData name="Lisa Bock" userId="1f2a7945151d6011" providerId="LiveId" clId="{F62875F1-BCA9-4C43-AF8A-14944DDC65A1}" dt="2021-10-14T19:05:22.142" v="1662" actId="21"/>
          <ac:spMkLst>
            <pc:docMk/>
            <pc:sldMk cId="1943520315" sldId="300"/>
            <ac:spMk id="3" creationId="{FA786771-72ED-4365-8190-2C8F0B7E1A18}"/>
          </ac:spMkLst>
        </pc:spChg>
      </pc:sldChg>
      <pc:sldChg chg="modSp add del mod">
        <pc:chgData name="Lisa Bock" userId="1f2a7945151d6011" providerId="LiveId" clId="{F62875F1-BCA9-4C43-AF8A-14944DDC65A1}" dt="2021-10-15T02:53:47.288" v="2205" actId="2696"/>
        <pc:sldMkLst>
          <pc:docMk/>
          <pc:sldMk cId="2157152681" sldId="300"/>
        </pc:sldMkLst>
        <pc:spChg chg="mod">
          <ac:chgData name="Lisa Bock" userId="1f2a7945151d6011" providerId="LiveId" clId="{F62875F1-BCA9-4C43-AF8A-14944DDC65A1}" dt="2021-10-15T02:53:37.381" v="2199" actId="21"/>
          <ac:spMkLst>
            <pc:docMk/>
            <pc:sldMk cId="2157152681" sldId="300"/>
            <ac:spMk id="3" creationId="{D265882B-10E2-446D-A76D-9CAE7BFA8BE6}"/>
          </ac:spMkLst>
        </pc:spChg>
      </pc:sldChg>
      <pc:sldChg chg="modSp new del mod">
        <pc:chgData name="Lisa Bock" userId="1f2a7945151d6011" providerId="LiveId" clId="{F62875F1-BCA9-4C43-AF8A-14944DDC65A1}" dt="2021-10-14T19:06:20.985" v="1675" actId="2696"/>
        <pc:sldMkLst>
          <pc:docMk/>
          <pc:sldMk cId="3740594551" sldId="301"/>
        </pc:sldMkLst>
        <pc:spChg chg="mod">
          <ac:chgData name="Lisa Bock" userId="1f2a7945151d6011" providerId="LiveId" clId="{F62875F1-BCA9-4C43-AF8A-14944DDC65A1}" dt="2021-10-14T19:06:11.898" v="1671" actId="21"/>
          <ac:spMkLst>
            <pc:docMk/>
            <pc:sldMk cId="3740594551" sldId="301"/>
            <ac:spMk id="3" creationId="{7C95955C-8F03-4D88-BEB9-676E8BA0E631}"/>
          </ac:spMkLst>
        </pc:spChg>
      </pc:sldChg>
      <pc:sldChg chg="modSp new del mod">
        <pc:chgData name="Lisa Bock" userId="1f2a7945151d6011" providerId="LiveId" clId="{F62875F1-BCA9-4C43-AF8A-14944DDC65A1}" dt="2021-10-14T19:10:21.597" v="1727" actId="2696"/>
        <pc:sldMkLst>
          <pc:docMk/>
          <pc:sldMk cId="2415120745" sldId="302"/>
        </pc:sldMkLst>
        <pc:spChg chg="mod">
          <ac:chgData name="Lisa Bock" userId="1f2a7945151d6011" providerId="LiveId" clId="{F62875F1-BCA9-4C43-AF8A-14944DDC65A1}" dt="2021-10-14T19:10:06.247" v="1723" actId="20577"/>
          <ac:spMkLst>
            <pc:docMk/>
            <pc:sldMk cId="2415120745" sldId="302"/>
            <ac:spMk id="3" creationId="{EFFFA024-5D8D-4D3C-B61A-7214E86C008C}"/>
          </ac:spMkLst>
        </pc:spChg>
      </pc:sldChg>
      <pc:sldChg chg="modSp new del mod">
        <pc:chgData name="Lisa Bock" userId="1f2a7945151d6011" providerId="LiveId" clId="{F62875F1-BCA9-4C43-AF8A-14944DDC65A1}" dt="2021-10-14T18:15:11.862" v="1559" actId="47"/>
        <pc:sldMkLst>
          <pc:docMk/>
          <pc:sldMk cId="3946472617" sldId="303"/>
        </pc:sldMkLst>
        <pc:spChg chg="mod">
          <ac:chgData name="Lisa Bock" userId="1f2a7945151d6011" providerId="LiveId" clId="{F62875F1-BCA9-4C43-AF8A-14944DDC65A1}" dt="2021-10-14T18:14:52.207" v="1554" actId="20577"/>
          <ac:spMkLst>
            <pc:docMk/>
            <pc:sldMk cId="3946472617" sldId="303"/>
            <ac:spMk id="3" creationId="{CEA468DA-749D-4865-BBC3-4ECA02D3B925}"/>
          </ac:spMkLst>
        </pc:spChg>
      </pc:sldChg>
    </pc:docChg>
  </pc:docChgLst>
  <pc:docChgLst>
    <pc:chgData name="Danielle Andries" userId="93d179e4-3c18-40f7-920e-ae80b202540d" providerId="ADAL" clId="{AC02E069-161F-4514-8F8A-2D4C9FAA30F7}"/>
    <pc:docChg chg="custSel delSld modSld">
      <pc:chgData name="Danielle Andries" userId="93d179e4-3c18-40f7-920e-ae80b202540d" providerId="ADAL" clId="{AC02E069-161F-4514-8F8A-2D4C9FAA30F7}" dt="2021-09-23T20:51:27.030" v="43" actId="2696"/>
      <pc:docMkLst>
        <pc:docMk/>
      </pc:docMkLst>
      <pc:sldChg chg="modSp mod">
        <pc:chgData name="Danielle Andries" userId="93d179e4-3c18-40f7-920e-ae80b202540d" providerId="ADAL" clId="{AC02E069-161F-4514-8F8A-2D4C9FAA30F7}" dt="2021-09-23T20:50:38.459" v="34"/>
        <pc:sldMkLst>
          <pc:docMk/>
          <pc:sldMk cId="3676537154" sldId="256"/>
        </pc:sldMkLst>
        <pc:spChg chg="mod">
          <ac:chgData name="Danielle Andries" userId="93d179e4-3c18-40f7-920e-ae80b202540d" providerId="ADAL" clId="{AC02E069-161F-4514-8F8A-2D4C9FAA30F7}" dt="2021-09-23T20:50:38.459" v="34"/>
          <ac:spMkLst>
            <pc:docMk/>
            <pc:sldMk cId="3676537154" sldId="256"/>
            <ac:spMk id="3" creationId="{7ED73DC9-4D7D-4A76-A939-CFBD8317E387}"/>
          </ac:spMkLst>
        </pc:spChg>
      </pc:sldChg>
      <pc:sldChg chg="modSp mod">
        <pc:chgData name="Danielle Andries" userId="93d179e4-3c18-40f7-920e-ae80b202540d" providerId="ADAL" clId="{AC02E069-161F-4514-8F8A-2D4C9FAA30F7}" dt="2021-09-23T20:48:16.927" v="2"/>
        <pc:sldMkLst>
          <pc:docMk/>
          <pc:sldMk cId="3476460589" sldId="258"/>
        </pc:sldMkLst>
        <pc:spChg chg="mod">
          <ac:chgData name="Danielle Andries" userId="93d179e4-3c18-40f7-920e-ae80b202540d" providerId="ADAL" clId="{AC02E069-161F-4514-8F8A-2D4C9FAA30F7}" dt="2021-09-23T20:48:16.927" v="2"/>
          <ac:spMkLst>
            <pc:docMk/>
            <pc:sldMk cId="3476460589" sldId="258"/>
            <ac:spMk id="2" creationId="{CE6D087C-759A-4744-8CA2-B6FC76A04C6B}"/>
          </ac:spMkLst>
        </pc:spChg>
        <pc:spChg chg="mod">
          <ac:chgData name="Danielle Andries" userId="93d179e4-3c18-40f7-920e-ae80b202540d" providerId="ADAL" clId="{AC02E069-161F-4514-8F8A-2D4C9FAA30F7}" dt="2021-09-23T20:48:08.900" v="1" actId="20577"/>
          <ac:spMkLst>
            <pc:docMk/>
            <pc:sldMk cId="3476460589" sldId="258"/>
            <ac:spMk id="3" creationId="{8E3CCB41-16A4-4F8D-ABB5-5CE3E3695174}"/>
          </ac:spMkLst>
        </pc:spChg>
      </pc:sldChg>
      <pc:sldChg chg="modSp mod">
        <pc:chgData name="Danielle Andries" userId="93d179e4-3c18-40f7-920e-ae80b202540d" providerId="ADAL" clId="{AC02E069-161F-4514-8F8A-2D4C9FAA30F7}" dt="2021-09-23T20:48:53.577" v="11"/>
        <pc:sldMkLst>
          <pc:docMk/>
          <pc:sldMk cId="3581186469" sldId="259"/>
        </pc:sldMkLst>
        <pc:spChg chg="mod">
          <ac:chgData name="Danielle Andries" userId="93d179e4-3c18-40f7-920e-ae80b202540d" providerId="ADAL" clId="{AC02E069-161F-4514-8F8A-2D4C9FAA30F7}" dt="2021-09-23T20:48:53.577" v="11"/>
          <ac:spMkLst>
            <pc:docMk/>
            <pc:sldMk cId="3581186469" sldId="259"/>
            <ac:spMk id="2" creationId="{86BEEEB6-1AEE-41DF-9C4C-570C8610147C}"/>
          </ac:spMkLst>
        </pc:spChg>
        <pc:spChg chg="mod">
          <ac:chgData name="Danielle Andries" userId="93d179e4-3c18-40f7-920e-ae80b202540d" providerId="ADAL" clId="{AC02E069-161F-4514-8F8A-2D4C9FAA30F7}" dt="2021-09-23T20:48:44.715" v="10" actId="20577"/>
          <ac:spMkLst>
            <pc:docMk/>
            <pc:sldMk cId="3581186469" sldId="259"/>
            <ac:spMk id="3" creationId="{4987CBD2-FC2F-43E3-BBCF-3F07A0EC94E2}"/>
          </ac:spMkLst>
        </pc:spChg>
        <pc:spChg chg="mod">
          <ac:chgData name="Danielle Andries" userId="93d179e4-3c18-40f7-920e-ae80b202540d" providerId="ADAL" clId="{AC02E069-161F-4514-8F8A-2D4C9FAA30F7}" dt="2021-09-23T20:48:42.344" v="8" actId="20577"/>
          <ac:spMkLst>
            <pc:docMk/>
            <pc:sldMk cId="3581186469" sldId="259"/>
            <ac:spMk id="4" creationId="{8C758618-B692-44C1-92DC-F8A5F871B945}"/>
          </ac:spMkLst>
        </pc:spChg>
      </pc:sldChg>
      <pc:sldChg chg="modSp mod">
        <pc:chgData name="Danielle Andries" userId="93d179e4-3c18-40f7-920e-ae80b202540d" providerId="ADAL" clId="{AC02E069-161F-4514-8F8A-2D4C9FAA30F7}" dt="2021-09-23T20:49:52.772" v="32" actId="20577"/>
        <pc:sldMkLst>
          <pc:docMk/>
          <pc:sldMk cId="2476087910" sldId="266"/>
        </pc:sldMkLst>
        <pc:spChg chg="mod">
          <ac:chgData name="Danielle Andries" userId="93d179e4-3c18-40f7-920e-ae80b202540d" providerId="ADAL" clId="{AC02E069-161F-4514-8F8A-2D4C9FAA30F7}" dt="2021-09-23T20:49:47.494" v="28"/>
          <ac:spMkLst>
            <pc:docMk/>
            <pc:sldMk cId="2476087910" sldId="266"/>
            <ac:spMk id="2" creationId="{897A5AF4-7AED-4A32-8826-AA455EAA7711}"/>
          </ac:spMkLst>
        </pc:spChg>
        <pc:spChg chg="mod">
          <ac:chgData name="Danielle Andries" userId="93d179e4-3c18-40f7-920e-ae80b202540d" providerId="ADAL" clId="{AC02E069-161F-4514-8F8A-2D4C9FAA30F7}" dt="2021-09-23T20:49:52.772" v="32" actId="20577"/>
          <ac:spMkLst>
            <pc:docMk/>
            <pc:sldMk cId="2476087910" sldId="266"/>
            <ac:spMk id="3" creationId="{1C09A606-AC3C-4FE5-B558-E5DD82C0A761}"/>
          </ac:spMkLst>
        </pc:spChg>
        <pc:spChg chg="mod">
          <ac:chgData name="Danielle Andries" userId="93d179e4-3c18-40f7-920e-ae80b202540d" providerId="ADAL" clId="{AC02E069-161F-4514-8F8A-2D4C9FAA30F7}" dt="2021-09-23T20:49:50.311" v="30" actId="20577"/>
          <ac:spMkLst>
            <pc:docMk/>
            <pc:sldMk cId="2476087910" sldId="266"/>
            <ac:spMk id="4" creationId="{6F8820F5-6357-429C-9E9F-7ADBB5B6CA98}"/>
          </ac:spMkLst>
        </pc:spChg>
      </pc:sldChg>
      <pc:sldChg chg="modSp mod">
        <pc:chgData name="Danielle Andries" userId="93d179e4-3c18-40f7-920e-ae80b202540d" providerId="ADAL" clId="{AC02E069-161F-4514-8F8A-2D4C9FAA30F7}" dt="2021-09-23T20:51:06.144" v="39"/>
        <pc:sldMkLst>
          <pc:docMk/>
          <pc:sldMk cId="1865066414" sldId="271"/>
        </pc:sldMkLst>
        <pc:spChg chg="mod">
          <ac:chgData name="Danielle Andries" userId="93d179e4-3c18-40f7-920e-ae80b202540d" providerId="ADAL" clId="{AC02E069-161F-4514-8F8A-2D4C9FAA30F7}" dt="2021-09-23T20:51:06.144" v="39"/>
          <ac:spMkLst>
            <pc:docMk/>
            <pc:sldMk cId="1865066414" sldId="271"/>
            <ac:spMk id="2" creationId="{897A5AF4-7AED-4A32-8826-AA455EAA7711}"/>
          </ac:spMkLst>
        </pc:spChg>
        <pc:spChg chg="mod">
          <ac:chgData name="Danielle Andries" userId="93d179e4-3c18-40f7-920e-ae80b202540d" providerId="ADAL" clId="{AC02E069-161F-4514-8F8A-2D4C9FAA30F7}" dt="2021-09-23T20:50:55.405" v="38" actId="20577"/>
          <ac:spMkLst>
            <pc:docMk/>
            <pc:sldMk cId="1865066414" sldId="271"/>
            <ac:spMk id="3" creationId="{1C09A606-AC3C-4FE5-B558-E5DD82C0A761}"/>
          </ac:spMkLst>
        </pc:spChg>
        <pc:spChg chg="mod">
          <ac:chgData name="Danielle Andries" userId="93d179e4-3c18-40f7-920e-ae80b202540d" providerId="ADAL" clId="{AC02E069-161F-4514-8F8A-2D4C9FAA30F7}" dt="2021-09-23T20:50:53.100" v="36" actId="20577"/>
          <ac:spMkLst>
            <pc:docMk/>
            <pc:sldMk cId="1865066414" sldId="271"/>
            <ac:spMk id="4" creationId="{6F8820F5-6357-429C-9E9F-7ADBB5B6CA98}"/>
          </ac:spMkLst>
        </pc:spChg>
      </pc:sldChg>
      <pc:sldChg chg="modSp mod">
        <pc:chgData name="Danielle Andries" userId="93d179e4-3c18-40f7-920e-ae80b202540d" providerId="ADAL" clId="{AC02E069-161F-4514-8F8A-2D4C9FAA30F7}" dt="2021-09-23T20:51:13.854" v="41" actId="20577"/>
        <pc:sldMkLst>
          <pc:docMk/>
          <pc:sldMk cId="2875311080" sldId="281"/>
        </pc:sldMkLst>
        <pc:spChg chg="mod">
          <ac:chgData name="Danielle Andries" userId="93d179e4-3c18-40f7-920e-ae80b202540d" providerId="ADAL" clId="{AC02E069-161F-4514-8F8A-2D4C9FAA30F7}" dt="2021-09-23T20:51:13.854" v="41" actId="20577"/>
          <ac:spMkLst>
            <pc:docMk/>
            <pc:sldMk cId="2875311080" sldId="281"/>
            <ac:spMk id="2" creationId="{912A6636-FB7B-434B-90D7-F68D09FF271C}"/>
          </ac:spMkLst>
        </pc:spChg>
      </pc:sldChg>
      <pc:sldChg chg="del">
        <pc:chgData name="Danielle Andries" userId="93d179e4-3c18-40f7-920e-ae80b202540d" providerId="ADAL" clId="{AC02E069-161F-4514-8F8A-2D4C9FAA30F7}" dt="2021-09-23T20:51:23.475" v="42" actId="2696"/>
        <pc:sldMkLst>
          <pc:docMk/>
          <pc:sldMk cId="265432538" sldId="282"/>
        </pc:sldMkLst>
      </pc:sldChg>
      <pc:sldChg chg="del">
        <pc:chgData name="Danielle Andries" userId="93d179e4-3c18-40f7-920e-ae80b202540d" providerId="ADAL" clId="{AC02E069-161F-4514-8F8A-2D4C9FAA30F7}" dt="2021-09-23T20:51:27.030" v="43" actId="2696"/>
        <pc:sldMkLst>
          <pc:docMk/>
          <pc:sldMk cId="2458990325" sldId="283"/>
        </pc:sldMkLst>
      </pc:sldChg>
    </pc:docChg>
  </pc:docChgLst>
  <pc:docChgLst>
    <pc:chgData name="Danielle Andries" userId="93d179e4-3c18-40f7-920e-ae80b202540d" providerId="ADAL" clId="{17F3B1CD-AE27-47C1-A16A-C51FF8265654}"/>
    <pc:docChg chg="modSld">
      <pc:chgData name="Danielle Andries" userId="93d179e4-3c18-40f7-920e-ae80b202540d" providerId="ADAL" clId="{17F3B1CD-AE27-47C1-A16A-C51FF8265654}" dt="2021-10-15T16:33:08.287" v="22" actId="20577"/>
      <pc:docMkLst>
        <pc:docMk/>
      </pc:docMkLst>
      <pc:sldChg chg="modNotesTx">
        <pc:chgData name="Danielle Andries" userId="93d179e4-3c18-40f7-920e-ae80b202540d" providerId="ADAL" clId="{17F3B1CD-AE27-47C1-A16A-C51FF8265654}" dt="2021-10-15T16:32:10.586" v="5" actId="20577"/>
        <pc:sldMkLst>
          <pc:docMk/>
          <pc:sldMk cId="2700514735" sldId="260"/>
        </pc:sldMkLst>
      </pc:sldChg>
      <pc:sldChg chg="modNotesTx">
        <pc:chgData name="Danielle Andries" userId="93d179e4-3c18-40f7-920e-ae80b202540d" providerId="ADAL" clId="{17F3B1CD-AE27-47C1-A16A-C51FF8265654}" dt="2021-10-15T16:32:42.585" v="12" actId="20577"/>
        <pc:sldMkLst>
          <pc:docMk/>
          <pc:sldMk cId="1387039101" sldId="269"/>
        </pc:sldMkLst>
      </pc:sldChg>
      <pc:sldChg chg="modNotesTx">
        <pc:chgData name="Danielle Andries" userId="93d179e4-3c18-40f7-920e-ae80b202540d" providerId="ADAL" clId="{17F3B1CD-AE27-47C1-A16A-C51FF8265654}" dt="2021-10-15T16:32:57.356" v="15" actId="20577"/>
        <pc:sldMkLst>
          <pc:docMk/>
          <pc:sldMk cId="2707367036" sldId="274"/>
        </pc:sldMkLst>
      </pc:sldChg>
      <pc:sldChg chg="modNotesTx">
        <pc:chgData name="Danielle Andries" userId="93d179e4-3c18-40f7-920e-ae80b202540d" providerId="ADAL" clId="{17F3B1CD-AE27-47C1-A16A-C51FF8265654}" dt="2021-10-15T16:33:08.287" v="22" actId="20577"/>
        <pc:sldMkLst>
          <pc:docMk/>
          <pc:sldMk cId="525407774" sldId="29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B06D6A9A-E421-49E1-95E3-28D4C7B9C8A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1017" y="8846898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 i="0" u="none">
                <a:solidFill>
                  <a:schemeClr val="accent4"/>
                </a:solidFill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159ABDE6-7738-416A-B4E7-0C3C017A51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391349" y="8747560"/>
            <a:ext cx="479184" cy="198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CompTIA_logo.wmf">
            <a:extLst>
              <a:ext uri="{FF2B5EF4-FFF2-40B4-BE49-F238E27FC236}">
                <a16:creationId xmlns:a16="http://schemas.microsoft.com/office/drawing/2014/main" id="{C687E238-29FD-442E-B707-9D78F681F08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587" y="8742059"/>
            <a:ext cx="612648" cy="13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5469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311223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1000" y="3845062"/>
            <a:ext cx="6096000" cy="46131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7E08E5ED-27EB-4222-8673-ABB6E717676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77118" y="8868932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 i="0" u="none">
                <a:solidFill>
                  <a:schemeClr val="accent4"/>
                </a:solidFill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3F69D4DB-2CA4-4812-B085-9934714511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6336264" y="8769594"/>
            <a:ext cx="479184" cy="198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CompTIA_logo.wmf">
            <a:extLst>
              <a:ext uri="{FF2B5EF4-FFF2-40B4-BE49-F238E27FC236}">
                <a16:creationId xmlns:a16="http://schemas.microsoft.com/office/drawing/2014/main" id="{94795792-6EB9-40B5-B9EB-C67D5E9BEC1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2688" y="8764093"/>
            <a:ext cx="612648" cy="13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31015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Visit https://capec.mitre.org/, do a search on either a TCP ACK Ping, UDP Ping, or TCP SYN Ping, and share their findings.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9382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A port scan will generally scan the well-known ports (1-1023); however, the app can be set to scan a larger range.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4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When scraping websites to extract data, the team has a wide variety of options. Have the students search for web scraping apps such Scapy, BeautifulSoup, and Crawl Monster and share their findings.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6284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7765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Search for “full duplex taps” and share their findings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0795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Nessus for home or personal use is free. If running on an enterprise network, you will need to purchase the product to take advantage of all of the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4610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The team can also use Nmap to test for network segmentation using ICMP, TCP, and UDP port scans between the two systems.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0744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Gathering ARP traffic will only work on a LAN as ARP is not routable.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7382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The term war driving implies that it’s necessary to drive around and search for an unsecured WAP. However, the team can also walk around a location, such as a campus, to identify open APs.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0498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Create an account and do a search of their hometown or address of a well-known company. Select Satellite view, to visualize the physical location and nearby landmarks.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8395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1" dirty="0"/>
              <a:t>Search for “cantenna” and share their findings.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5462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C7DB1-AF77-4C23-97D2-AB7420353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9133DACF-FEBA-45AC-9EB7-694DBCD1B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050" y="746760"/>
            <a:ext cx="8870950" cy="4046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7C70C8-90CB-4519-B236-5C8D99A8D6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3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C333B3E-5BEA-4514-BC19-7601420AE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E22AB62-0F44-4520-87A4-B6F4E2993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049" y="746760"/>
            <a:ext cx="4353949" cy="4046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FCEDE76-6906-4DE3-843C-BBB6CA5A2170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36383" y="746760"/>
            <a:ext cx="4380617" cy="4046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B2E2FA-09DF-4717-B99F-F1A240733DA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961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050" y="745483"/>
            <a:ext cx="4353948" cy="47982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400" b="1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D8AA6A-10F2-4CA6-8925-E15CCE244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DEE39E2-5B69-4AB7-BDDE-B92E1D3BC1B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46050" y="1367538"/>
            <a:ext cx="4353948" cy="3425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648BDE9-7085-42C7-97A5-A2C2D27A09D7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645493" y="1378716"/>
            <a:ext cx="4371507" cy="3425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E6423E8-A4C5-4145-A588-A28F9760C15A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4645493" y="745483"/>
            <a:ext cx="4371507" cy="47982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400" b="1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6B9160-8550-49A0-BE34-C267E3A48D5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617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A0B0FC9-797C-41B3-B100-1CC26F987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9425E2-0764-4FEE-ABEB-4675187E43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41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20DDD6C-AB38-440E-A2B7-E3AD1F167ED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46050" y="748623"/>
            <a:ext cx="8870950" cy="404435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55610DE-03A3-4171-87CD-CB837BA3D0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32760" y="0"/>
            <a:ext cx="6111239" cy="603250"/>
          </a:xfrm>
          <a:prstGeom prst="rect">
            <a:avLst/>
          </a:prstGeom>
          <a:solidFill>
            <a:srgbClr val="FEAE62">
              <a:alpha val="24706"/>
            </a:srgbClr>
          </a:solidFill>
        </p:spPr>
        <p:txBody>
          <a:bodyPr lIns="0"/>
          <a:lstStyle>
            <a:lvl1pPr marL="0">
              <a:defRPr/>
            </a:lvl1pPr>
          </a:lstStyle>
          <a:p>
            <a:r>
              <a:rPr lang="en-US" dirty="0" err="1"/>
              <a:t>ActivityTitle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DA206A-2516-457B-9C8F-9BDD445DD373}"/>
              </a:ext>
            </a:extLst>
          </p:cNvPr>
          <p:cNvSpPr/>
          <p:nvPr userDrawn="1"/>
        </p:nvSpPr>
        <p:spPr>
          <a:xfrm>
            <a:off x="0" y="0"/>
            <a:ext cx="3032760" cy="603248"/>
          </a:xfrm>
          <a:prstGeom prst="rect">
            <a:avLst/>
          </a:prstGeom>
          <a:solidFill>
            <a:srgbClr val="FEAE62">
              <a:alpha val="24706"/>
            </a:srgb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36000" lvl="0" algn="r" defTabSz="342900">
              <a:spcBef>
                <a:spcPct val="0"/>
              </a:spcBef>
              <a:buNone/>
            </a:pPr>
            <a:r>
              <a:rPr lang="en-GB" sz="2800" b="1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 Review Activity: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1ADA4BA0-CFFC-47F9-BAF1-81434EEDEE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4201" y="145375"/>
            <a:ext cx="347558" cy="31249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3B5A26-D33C-4103-B845-8B79BE44B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385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6FD5A98-A124-4EB7-BACC-FCD20E2A7A9D}"/>
              </a:ext>
            </a:extLst>
          </p:cNvPr>
          <p:cNvSpPr/>
          <p:nvPr userDrawn="1"/>
        </p:nvSpPr>
        <p:spPr>
          <a:xfrm>
            <a:off x="0" y="0"/>
            <a:ext cx="9144000" cy="603248"/>
          </a:xfrm>
          <a:prstGeom prst="rect">
            <a:avLst/>
          </a:prstGeom>
          <a:solidFill>
            <a:srgbClr val="FEAE62">
              <a:alpha val="24706"/>
            </a:srgb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lvl="0" algn="l" defTabSz="342900">
              <a:spcBef>
                <a:spcPct val="0"/>
              </a:spcBef>
              <a:buNone/>
            </a:pPr>
            <a:r>
              <a:rPr lang="en-GB" sz="2800" b="1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    Lab Activity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7A60DE0-FD9C-4F2F-8B9C-B132BBC175F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5816" y="125902"/>
            <a:ext cx="288567" cy="32463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AE4D56-1580-4D91-812A-FB8A378319A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4BCB8D-8BA4-4A40-81CF-DAD00077BF4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46049" y="748621"/>
            <a:ext cx="8870950" cy="4044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1009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Cover">
    <p:bg>
      <p:bgPr>
        <a:solidFill>
          <a:srgbClr val="CF9FDE">
            <a:alpha val="2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88E2E271-D3C7-4808-9665-C6E27FB5A775}"/>
              </a:ext>
            </a:extLst>
          </p:cNvPr>
          <p:cNvSpPr/>
          <p:nvPr userDrawn="1"/>
        </p:nvSpPr>
        <p:spPr>
          <a:xfrm>
            <a:off x="0" y="4549536"/>
            <a:ext cx="9144000" cy="594017"/>
          </a:xfrm>
          <a:prstGeom prst="round2SameRect">
            <a:avLst>
              <a:gd name="adj1" fmla="val 29495"/>
              <a:gd name="adj2" fmla="val 0"/>
            </a:avLst>
          </a:prstGeom>
          <a:solidFill>
            <a:srgbClr val="2537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711F5D9-3DD6-474B-AB29-EB60551B87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0366" y="2148385"/>
            <a:ext cx="7981244" cy="1080000"/>
          </a:xfrm>
          <a:prstGeom prst="rect">
            <a:avLst/>
          </a:prstGeom>
          <a:noFill/>
        </p:spPr>
        <p:txBody>
          <a:bodyPr lIns="0" rIns="0" anchor="t" anchorCtr="0">
            <a:noAutofit/>
          </a:bodyPr>
          <a:lstStyle>
            <a:lvl1pPr marL="0" algn="l">
              <a:spcBef>
                <a:spcPts val="0"/>
              </a:spcBef>
              <a:defRPr sz="40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Exam PT0-002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FD74DCED-5B72-479F-BD98-2FB51162CA0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0366" y="1051276"/>
            <a:ext cx="7981244" cy="1080000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>
              <a:spcBef>
                <a:spcPts val="0"/>
              </a:spcBef>
              <a:buNone/>
              <a:defRPr sz="60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CompTIA </a:t>
            </a:r>
            <a:r>
              <a:rPr lang="en-US" dirty="0" err="1"/>
              <a:t>PenTest</a:t>
            </a:r>
            <a:r>
              <a:rPr lang="en-US" dirty="0"/>
              <a:t>+</a:t>
            </a:r>
          </a:p>
        </p:txBody>
      </p:sp>
      <p:pic>
        <p:nvPicPr>
          <p:cNvPr id="13" name="Picture 12" descr="CompTIA Logo">
            <a:extLst>
              <a:ext uri="{FF2B5EF4-FFF2-40B4-BE49-F238E27FC236}">
                <a16:creationId xmlns:a16="http://schemas.microsoft.com/office/drawing/2014/main" id="{15D452AB-95A2-430D-91F0-E0D3B1A953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255281" y="4743141"/>
            <a:ext cx="1200865" cy="256814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DC95779D-C23F-4838-A4E9-42CBBB5D9F56}"/>
              </a:ext>
            </a:extLst>
          </p:cNvPr>
          <p:cNvSpPr txBox="1">
            <a:spLocks/>
          </p:cNvSpPr>
          <p:nvPr userDrawn="1"/>
        </p:nvSpPr>
        <p:spPr>
          <a:xfrm>
            <a:off x="1461500" y="4768747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25374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Copyright © 2022 CompTIA, Inc. All Rights Reserved.  |  CompTIA.org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6" name="Picture 15" descr="CompTIA Logo">
            <a:extLst>
              <a:ext uri="{FF2B5EF4-FFF2-40B4-BE49-F238E27FC236}">
                <a16:creationId xmlns:a16="http://schemas.microsoft.com/office/drawing/2014/main" id="{B1854F63-33E4-4083-8910-1D3D34F99D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0366" y="683160"/>
            <a:ext cx="1428149" cy="30542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C7CFDF-8D56-4B0F-986D-0966674CEF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7D84293D-9EA8-40F2-93FB-ED6D63C3A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22120" y="2131276"/>
            <a:ext cx="2657475" cy="715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968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Lesson">
    <p:bg>
      <p:bgPr>
        <a:solidFill>
          <a:srgbClr val="CF9FDE">
            <a:alpha val="2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88E2E271-D3C7-4808-9665-C6E27FB5A775}"/>
              </a:ext>
            </a:extLst>
          </p:cNvPr>
          <p:cNvSpPr/>
          <p:nvPr userDrawn="1"/>
        </p:nvSpPr>
        <p:spPr>
          <a:xfrm>
            <a:off x="0" y="4549536"/>
            <a:ext cx="9144000" cy="594017"/>
          </a:xfrm>
          <a:prstGeom prst="round2SameRect">
            <a:avLst>
              <a:gd name="adj1" fmla="val 29495"/>
              <a:gd name="adj2" fmla="val 0"/>
            </a:avLst>
          </a:prstGeom>
          <a:solidFill>
            <a:srgbClr val="2537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711F5D9-3DD6-474B-AB29-EB60551B87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0366" y="2166824"/>
            <a:ext cx="7981244" cy="1080000"/>
          </a:xfrm>
          <a:prstGeom prst="rect">
            <a:avLst/>
          </a:prstGeom>
          <a:noFill/>
        </p:spPr>
        <p:txBody>
          <a:bodyPr lIns="0" rIns="0" anchor="t" anchorCtr="0">
            <a:noAutofit/>
          </a:bodyPr>
          <a:lstStyle>
            <a:lvl1pPr marL="0" algn="l">
              <a:spcBef>
                <a:spcPts val="0"/>
              </a:spcBef>
              <a:defRPr sz="40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Lesson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FD74DCED-5B72-479F-BD98-2FB51162CA0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0366" y="1066518"/>
            <a:ext cx="7981244" cy="1080000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>
              <a:spcBef>
                <a:spcPts val="0"/>
              </a:spcBef>
              <a:buNone/>
              <a:defRPr sz="60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Lesson #</a:t>
            </a:r>
          </a:p>
        </p:txBody>
      </p:sp>
      <p:pic>
        <p:nvPicPr>
          <p:cNvPr id="13" name="Picture 12" descr="CompTIA Logo">
            <a:extLst>
              <a:ext uri="{FF2B5EF4-FFF2-40B4-BE49-F238E27FC236}">
                <a16:creationId xmlns:a16="http://schemas.microsoft.com/office/drawing/2014/main" id="{15D452AB-95A2-430D-91F0-E0D3B1A953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255281" y="4743141"/>
            <a:ext cx="1200865" cy="256814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DC95779D-C23F-4838-A4E9-42CBBB5D9F56}"/>
              </a:ext>
            </a:extLst>
          </p:cNvPr>
          <p:cNvSpPr txBox="1">
            <a:spLocks/>
          </p:cNvSpPr>
          <p:nvPr userDrawn="1"/>
        </p:nvSpPr>
        <p:spPr>
          <a:xfrm>
            <a:off x="1461500" y="4768747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25374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Copyright © 2022 CompTIA, Inc. All Rights Reserved.  |  CompTIA.org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80B78B27-C21A-4DCF-B14E-69446ED67F3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0366" y="561622"/>
            <a:ext cx="7981244" cy="489656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 dirty="0" err="1"/>
              <a:t>PenTest</a:t>
            </a:r>
            <a:r>
              <a:rPr lang="en-US" dirty="0"/>
              <a:t>+ PT0-002</a:t>
            </a:r>
            <a:endParaRPr lang="en-GB" dirty="0"/>
          </a:p>
        </p:txBody>
      </p: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C64FEEA5-A281-4DED-AF15-42F817D19D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7816" y="4885690"/>
            <a:ext cx="479184" cy="1986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ADBC3B40-8D17-4058-A330-EB58C13D6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6557" y="1908432"/>
            <a:ext cx="2428875" cy="19050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0C10025E-BF6D-4382-802A-4903B84203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3397774" y="1311388"/>
            <a:ext cx="2508635" cy="62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321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Topic">
    <p:bg>
      <p:bgPr>
        <a:solidFill>
          <a:srgbClr val="7FC8DD">
            <a:alpha val="25098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40A8FE34-9096-4567-9789-B242DD11EA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49536"/>
            <a:ext cx="9144000" cy="594017"/>
          </a:xfrm>
          <a:prstGeom prst="round2SameRect">
            <a:avLst>
              <a:gd name="adj1" fmla="val 29495"/>
              <a:gd name="adj2" fmla="val 0"/>
            </a:avLst>
          </a:prstGeom>
          <a:solidFill>
            <a:srgbClr val="2537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2FEEEDD-0751-854A-9852-93F3EA02290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0366" y="2148385"/>
            <a:ext cx="7981244" cy="1080000"/>
          </a:xfrm>
          <a:prstGeom prst="rect">
            <a:avLst/>
          </a:prstGeom>
          <a:noFill/>
        </p:spPr>
        <p:txBody>
          <a:bodyPr lIns="0" rIns="0" anchor="t" anchorCtr="0">
            <a:noAutofit/>
          </a:bodyPr>
          <a:lstStyle>
            <a:lvl1pPr marL="0" algn="l">
              <a:spcBef>
                <a:spcPts val="0"/>
              </a:spcBef>
              <a:defRPr sz="40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Title </a:t>
            </a:r>
            <a:r>
              <a:rPr lang="en-US" dirty="0" err="1"/>
              <a:t>Title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658038CC-5DF0-1545-A424-EA63B177F16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0366" y="1051277"/>
            <a:ext cx="7981244" cy="1080000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>
              <a:spcBef>
                <a:spcPts val="0"/>
              </a:spcBef>
              <a:buNone/>
              <a:defRPr sz="60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Topic #Y </a:t>
            </a:r>
          </a:p>
        </p:txBody>
      </p:sp>
      <p:pic>
        <p:nvPicPr>
          <p:cNvPr id="7" name="Picture 6" descr="CompTIA Logo">
            <a:extLst>
              <a:ext uri="{FF2B5EF4-FFF2-40B4-BE49-F238E27FC236}">
                <a16:creationId xmlns:a16="http://schemas.microsoft.com/office/drawing/2014/main" id="{3FA6866F-0447-494E-8F3B-C28CBFC125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255281" y="4743141"/>
            <a:ext cx="1200865" cy="256814"/>
          </a:xfrm>
          <a:prstGeom prst="rect">
            <a:avLst/>
          </a:prstGeom>
        </p:spPr>
      </p:pic>
      <p:sp>
        <p:nvSpPr>
          <p:cNvPr id="8" name="Footer Placeholder 13">
            <a:extLst>
              <a:ext uri="{FF2B5EF4-FFF2-40B4-BE49-F238E27FC236}">
                <a16:creationId xmlns:a16="http://schemas.microsoft.com/office/drawing/2014/main" id="{85CB60B9-005C-47AF-9FB6-D41274CD49DC}"/>
              </a:ext>
            </a:extLst>
          </p:cNvPr>
          <p:cNvSpPr txBox="1">
            <a:spLocks/>
          </p:cNvSpPr>
          <p:nvPr userDrawn="1"/>
        </p:nvSpPr>
        <p:spPr>
          <a:xfrm>
            <a:off x="1461500" y="4768747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25374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Copyright © 2022 CompTIA, Inc. All Rights Reserved.  |  CompTIA.org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B711CB8-C942-4974-982E-45957883E0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0366" y="554002"/>
            <a:ext cx="1813560" cy="489656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 dirty="0"/>
              <a:t>Lesson #</a:t>
            </a:r>
            <a:endParaRPr lang="en-GB" dirty="0"/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67AE811F-4593-4B5E-B7DC-3D290CB8E9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7816" y="4885690"/>
            <a:ext cx="479184" cy="1986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6DCE80E9-7F35-4B60-9186-5838CCF74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1421816">
            <a:off x="343351" y="418781"/>
            <a:ext cx="2225591" cy="575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809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Summary">
    <p:bg>
      <p:bgPr>
        <a:solidFill>
          <a:srgbClr val="CF9FDE">
            <a:alpha val="2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Top Corners Rounded 8">
            <a:extLst>
              <a:ext uri="{FF2B5EF4-FFF2-40B4-BE49-F238E27FC236}">
                <a16:creationId xmlns:a16="http://schemas.microsoft.com/office/drawing/2014/main" id="{C72812BA-B9B1-46F2-B1D3-26CF558EC640}"/>
              </a:ext>
            </a:extLst>
          </p:cNvPr>
          <p:cNvSpPr/>
          <p:nvPr userDrawn="1"/>
        </p:nvSpPr>
        <p:spPr>
          <a:xfrm>
            <a:off x="0" y="4549536"/>
            <a:ext cx="9144000" cy="594017"/>
          </a:xfrm>
          <a:prstGeom prst="round2SameRect">
            <a:avLst>
              <a:gd name="adj1" fmla="val 29495"/>
              <a:gd name="adj2" fmla="val 0"/>
            </a:avLst>
          </a:prstGeom>
          <a:solidFill>
            <a:srgbClr val="2537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077B2DE0-D1DB-4EE0-B864-29DFD92934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0366" y="1066518"/>
            <a:ext cx="7981244" cy="1080000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>
              <a:spcBef>
                <a:spcPts val="0"/>
              </a:spcBef>
              <a:buNone/>
              <a:defRPr sz="60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Lesson #</a:t>
            </a:r>
          </a:p>
        </p:txBody>
      </p:sp>
      <p:pic>
        <p:nvPicPr>
          <p:cNvPr id="13" name="Picture 12" descr="CompTIA Logo">
            <a:extLst>
              <a:ext uri="{FF2B5EF4-FFF2-40B4-BE49-F238E27FC236}">
                <a16:creationId xmlns:a16="http://schemas.microsoft.com/office/drawing/2014/main" id="{8DB500E6-5CC4-4815-AEE8-41EB81EC7C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255281" y="4743141"/>
            <a:ext cx="1200865" cy="256814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A81A1DFC-41A7-4E3E-A038-1E4DC1D675D6}"/>
              </a:ext>
            </a:extLst>
          </p:cNvPr>
          <p:cNvSpPr txBox="1">
            <a:spLocks/>
          </p:cNvSpPr>
          <p:nvPr userDrawn="1"/>
        </p:nvSpPr>
        <p:spPr>
          <a:xfrm>
            <a:off x="1461500" y="4768747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25374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Copyright © 2022 CompTIA, Inc. All Rights Reserved.  |  CompTIA.org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330AC5F2-88D3-4490-90BF-F34E01D17C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0366" y="561622"/>
            <a:ext cx="7981244" cy="489656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 dirty="0" err="1"/>
              <a:t>PenTest</a:t>
            </a:r>
            <a:r>
              <a:rPr lang="en-US" dirty="0"/>
              <a:t>+ PT0-002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9A9EE0-9C3D-4C77-BB60-8191473E1FB2}"/>
              </a:ext>
            </a:extLst>
          </p:cNvPr>
          <p:cNvSpPr txBox="1"/>
          <p:nvPr userDrawn="1"/>
        </p:nvSpPr>
        <p:spPr>
          <a:xfrm>
            <a:off x="650366" y="2170237"/>
            <a:ext cx="2489784" cy="707886"/>
          </a:xfrm>
          <a:prstGeom prst="rect">
            <a:avLst/>
          </a:prstGeom>
          <a:noFill/>
        </p:spPr>
        <p:txBody>
          <a:bodyPr vert="horz" lIns="0" tIns="45720" rIns="0" bIns="45720" rtlCol="0" anchor="t" anchorCtr="0">
            <a:noAutofit/>
          </a:bodyPr>
          <a:lstStyle>
            <a:lvl1pPr defTabSz="342900">
              <a:spcBef>
                <a:spcPts val="0"/>
              </a:spcBef>
              <a:buNone/>
              <a:defRPr lang="en-US" sz="4000" b="0" dirty="0">
                <a:ea typeface="+mj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Summary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671E092C-F879-4DF6-A68C-3E9B8C85A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7816" y="4885690"/>
            <a:ext cx="479184" cy="1986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4F6561AF-3711-4D10-83B7-F654C4C480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6557" y="1908432"/>
            <a:ext cx="2428875" cy="19050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C2DA8F62-B736-4E19-826C-4C8C382FE8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3397774" y="1311388"/>
            <a:ext cx="2508635" cy="62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725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0104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AFFE8316-6276-444F-8C28-23F8C9298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  <a:solidFill>
            <a:srgbClr val="7FC8DD">
              <a:alpha val="25000"/>
            </a:srgb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6ABFF679-40BB-4275-8271-2872CFC1BD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7816" y="4885690"/>
            <a:ext cx="479184" cy="198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12D1C9D9-BB2F-4CEE-AB77-E7FB81417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6050" y="746760"/>
            <a:ext cx="8870950" cy="4046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932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4" r:id="rId1"/>
    <p:sldLayoutId id="2147483917" r:id="rId2"/>
    <p:sldLayoutId id="2147483918" r:id="rId3"/>
    <p:sldLayoutId id="2147483919" r:id="rId4"/>
    <p:sldLayoutId id="2147483922" r:id="rId5"/>
    <p:sldLayoutId id="2147483924" r:id="rId6"/>
    <p:sldLayoutId id="2147483932" r:id="rId7"/>
    <p:sldLayoutId id="2147483912" r:id="rId8"/>
    <p:sldLayoutId id="2147483911" r:id="rId9"/>
    <p:sldLayoutId id="2147483926" r:id="rId10"/>
    <p:sldLayoutId id="2147483927" r:id="rId11"/>
  </p:sldLayoutIdLst>
  <p:hf hdr="0" ftr="0" dt="0"/>
  <p:txStyles>
    <p:titleStyle>
      <a:lvl1pPr marL="72000" algn="l" defTabSz="342900" rtl="0" eaLnBrk="1" latinLnBrk="0" hangingPunct="1">
        <a:spcBef>
          <a:spcPct val="0"/>
        </a:spcBef>
        <a:buNone/>
        <a:defRPr lang="en-US" sz="2800" b="1" kern="1200" dirty="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57175" indent="-257175" algn="l" defTabSz="342900" rtl="0" eaLnBrk="1" latinLnBrk="0" hangingPunct="1">
        <a:spcBef>
          <a:spcPts val="1000"/>
        </a:spcBef>
        <a:spcAft>
          <a:spcPts val="600"/>
        </a:spcAft>
        <a:buClrTx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342900" algn="l" defTabSz="342900" rtl="0" eaLnBrk="1" latinLnBrk="0" hangingPunct="1">
        <a:spcBef>
          <a:spcPts val="1000"/>
        </a:spcBef>
        <a:spcAft>
          <a:spcPts val="600"/>
        </a:spcAft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857250" indent="-171450" algn="l" defTabSz="342900" rtl="0" eaLnBrk="1" latinLnBrk="0" hangingPunct="1">
        <a:spcBef>
          <a:spcPts val="1000"/>
        </a:spcBef>
        <a:spcAft>
          <a:spcPts val="600"/>
        </a:spcAft>
        <a:buClrTx/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200150" indent="-171450" algn="l" defTabSz="342900" rtl="0" eaLnBrk="1" latinLnBrk="0" hangingPunct="1">
        <a:spcBef>
          <a:spcPts val="1000"/>
        </a:spcBef>
        <a:spcAft>
          <a:spcPts val="600"/>
        </a:spcAft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1543050" indent="-171450" algn="l" defTabSz="342900" rtl="0" eaLnBrk="1" latinLnBrk="0" hangingPunct="1">
        <a:spcBef>
          <a:spcPts val="1000"/>
        </a:spcBef>
        <a:spcAft>
          <a:spcPts val="600"/>
        </a:spcAft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19FB4-7244-4484-B018-DD33DB9A52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Exam PT0-002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20E2C8-88F7-4382-A812-F719CC64D3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CompTIA </a:t>
            </a:r>
            <a:r>
              <a:rPr lang="en-US" dirty="0" err="1"/>
              <a:t>PenTest</a:t>
            </a:r>
            <a:r>
              <a:rPr lang="en-US" dirty="0"/>
              <a:t>+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2A346-0A2D-4C5C-A981-A185650AD0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53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D087C-759A-4744-8CA2-B6FC76A04C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Scanning Logical Vulnerabilities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3CCB41-16A4-4F8D-ABB5-5CE3E36951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Lesson 6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FA2055-7F4C-49B3-90A3-30BC6D8557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CompTIA </a:t>
            </a:r>
            <a:r>
              <a:rPr lang="en-US" dirty="0" err="1"/>
              <a:t>PenTest</a:t>
            </a:r>
            <a:r>
              <a:rPr lang="en-US" dirty="0"/>
              <a:t>+ Exam PT0-002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A2E7BE-3CF5-43B5-A07D-D2F63BA0A4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460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2032A-10FC-4BB7-B136-BD4193536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73DC9-4D7D-4A76-A939-CFBD8317E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Given a scenario, perform vulnerability scanning.</a:t>
            </a:r>
          </a:p>
          <a:p>
            <a:r>
              <a:rPr lang="en-US" dirty="0"/>
              <a:t>Given a scenario, perform active reconnaissance.</a:t>
            </a:r>
          </a:p>
          <a:p>
            <a:r>
              <a:rPr lang="en-US" dirty="0"/>
              <a:t>Given a scenario, analyze the results of a reconnaissance exercise.</a:t>
            </a:r>
          </a:p>
          <a:p>
            <a:r>
              <a:rPr lang="en-US" dirty="0"/>
              <a:t>Given a scenario, perform post-exploitation techniques.</a:t>
            </a:r>
          </a:p>
          <a:p>
            <a:r>
              <a:rPr lang="en-US" dirty="0"/>
              <a:t>Given a scenario, research attack vectors and perform wireless attacks.</a:t>
            </a:r>
          </a:p>
          <a:p>
            <a:r>
              <a:rPr lang="en-US" dirty="0"/>
              <a:t>Explain use cases of the following tools during the phases of a penetration test.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D724FD-097F-41F1-84E9-7E3A49F253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537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EEEB6-1AEE-41DF-9C4C-570C861014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Scan Identified Targets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87CBD2-FC2F-43E3-BBCF-3F07A0EC94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Topic 6A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758618-B692-44C1-92DC-F8A5F871B94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Lesson 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249E05-C74B-4ADD-92BD-BF8C8F918D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186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Discovering Network Hosts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049" y="548640"/>
            <a:ext cx="8870950" cy="4046220"/>
          </a:xfrm>
        </p:spPr>
        <p:txBody>
          <a:bodyPr>
            <a:normAutofit/>
          </a:bodyPr>
          <a:lstStyle/>
          <a:p>
            <a:r>
              <a:rPr lang="en-US" dirty="0"/>
              <a:t>A discovery scan (or ping sweep) is used to find hosts on a network that are up and responding.</a:t>
            </a:r>
          </a:p>
          <a:p>
            <a:pPr lvl="1"/>
            <a:r>
              <a:rPr lang="en-US" dirty="0"/>
              <a:t>Probes include using protocols such as TCP, UDP, and SCTP.</a:t>
            </a:r>
          </a:p>
          <a:p>
            <a:r>
              <a:rPr lang="en-US" dirty="0"/>
              <a:t>If a firewall is blocking standard probes, you can try other scans:</a:t>
            </a:r>
          </a:p>
          <a:p>
            <a:pPr lvl="1"/>
            <a:r>
              <a:rPr lang="en-US" dirty="0"/>
              <a:t>TCP SYN Ping or TCP ACK Ping</a:t>
            </a:r>
          </a:p>
          <a:p>
            <a:pPr lvl="1"/>
            <a:r>
              <a:rPr lang="en-US" dirty="0"/>
              <a:t>UDP Ping, IP Protocol Ping, and ARP Scan 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514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Scanning Ports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Once live hosts are identified, the next step is to run a port scan to see if any live hosts have ports that are open and listening. </a:t>
            </a:r>
          </a:p>
          <a:p>
            <a:pPr lvl="1"/>
            <a:r>
              <a:rPr lang="en-US" dirty="0"/>
              <a:t>Ports include Port 25 (SMTP), Port 53 (DNS), and Port 80 (HTTP)</a:t>
            </a:r>
          </a:p>
          <a:p>
            <a:pPr lvl="1"/>
            <a:r>
              <a:rPr lang="en-US" dirty="0"/>
              <a:t>The actual number of open ports on a single host will depend on the number of services and listening applications that are running on that machine. </a:t>
            </a:r>
          </a:p>
          <a:p>
            <a:r>
              <a:rPr lang="en-US" dirty="0"/>
              <a:t>The scan can either attempt to fully connect with the host, or they can use a stealth scan so they can remain undetected.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491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Fully Connecting with the Target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full scan or TCP connect scan will use a standard TCP three-way handshake. </a:t>
            </a:r>
          </a:p>
          <a:p>
            <a:pPr lvl="1"/>
            <a:r>
              <a:rPr lang="en-US" dirty="0"/>
              <a:t>Once the connection is made, the scanner will send a TCP reset (RST) to the server to kill the connection. </a:t>
            </a:r>
          </a:p>
          <a:p>
            <a:pPr lvl="1"/>
            <a:r>
              <a:rPr lang="en-US" dirty="0"/>
              <a:t>The scanner then logs the connection and moves on to the next port to attempt to connect to the next service.</a:t>
            </a:r>
          </a:p>
          <a:p>
            <a:r>
              <a:rPr lang="en-US" dirty="0"/>
              <a:t>Full scans produce the most results but are also the "noisiest" and the most likely to be detected.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030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Operating in Stealth Mode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 avoid detection the team can use a stealth scan, where the communication is one-sided, and no response expected. </a:t>
            </a:r>
          </a:p>
          <a:p>
            <a:pPr algn="l"/>
            <a:r>
              <a:rPr lang="en-US" dirty="0"/>
              <a:t>Stealth scans include the following:</a:t>
            </a:r>
          </a:p>
          <a:p>
            <a:pPr lvl="1"/>
            <a:r>
              <a:rPr lang="en-US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TCP SYN (or half-open) scan </a:t>
            </a:r>
          </a:p>
          <a:p>
            <a:pPr lvl="1"/>
            <a:r>
              <a:rPr lang="en-US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FIN scan </a:t>
            </a:r>
          </a:p>
          <a:p>
            <a:pPr lvl="1"/>
            <a:r>
              <a:rPr lang="en-US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NULL scan </a:t>
            </a:r>
          </a:p>
          <a:p>
            <a:pPr lvl="1"/>
            <a:r>
              <a:rPr lang="en-US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XMAS Tree scan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 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184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Web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Scanning a web server and applications generally involves:</a:t>
            </a:r>
          </a:p>
          <a:p>
            <a:pPr lvl="1"/>
            <a:r>
              <a:rPr lang="en-US" dirty="0"/>
              <a:t>Crawling through web pages to gather usable content</a:t>
            </a:r>
          </a:p>
          <a:p>
            <a:pPr lvl="1"/>
            <a:r>
              <a:rPr lang="en-US" dirty="0"/>
              <a:t>Scraping data, examining links and discovering assets</a:t>
            </a:r>
          </a:p>
          <a:p>
            <a:r>
              <a:rPr lang="en-US" dirty="0"/>
              <a:t>Results will depend on whether running a credentialed or non-credentialed scan.</a:t>
            </a:r>
          </a:p>
          <a:p>
            <a:pPr lvl="1"/>
            <a:r>
              <a:rPr lang="en-US" b="1" dirty="0"/>
              <a:t>Credentialed scan </a:t>
            </a:r>
            <a:r>
              <a:rPr lang="en-US" dirty="0"/>
              <a:t>uses credentials which can produce more information</a:t>
            </a:r>
          </a:p>
          <a:p>
            <a:pPr lvl="1"/>
            <a:r>
              <a:rPr lang="en-US" b="1" dirty="0"/>
              <a:t>Noncredentialled scan </a:t>
            </a:r>
            <a:r>
              <a:rPr lang="en-US" dirty="0"/>
              <a:t>uses fewer permissions, and many times can only find missing patches or updates.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9260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Interacting with the Web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Web scanners will examine elements: </a:t>
            </a:r>
          </a:p>
          <a:p>
            <a:pPr lvl="1"/>
            <a:r>
              <a:rPr lang="en-US" dirty="0"/>
              <a:t>Form fields and code for identified vulnerabilities and sensitive content. </a:t>
            </a:r>
          </a:p>
          <a:p>
            <a:r>
              <a:rPr lang="en-US" dirty="0"/>
              <a:t>Today there are many commercial web application scanners, from vendors such as Acunetix, Qualys, and Netsparker. </a:t>
            </a:r>
          </a:p>
          <a:p>
            <a:r>
              <a:rPr lang="en-US" dirty="0"/>
              <a:t>In addition, there are also open-source scanners and web crawlers, such as those built within Kali Linux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2622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Examining API Requests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050" y="746760"/>
            <a:ext cx="8870950" cy="217274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An API is a set of commands that is used to send and receive data between systems, such as a client and a server </a:t>
            </a:r>
          </a:p>
          <a:p>
            <a:pPr lvl="1"/>
            <a:r>
              <a:rPr lang="en-US" dirty="0"/>
              <a:t>More secure as the client never interfaces directly with the server. </a:t>
            </a:r>
          </a:p>
          <a:p>
            <a:r>
              <a:rPr lang="en-US" dirty="0"/>
              <a:t>The PenTest team should search for exposed information such as an API key in the source code, as shown in the graphic: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EE26AB0-C365-4968-81D4-8A8A12A526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399" y="2908570"/>
            <a:ext cx="731520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91993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Automating Vulnerability Scanning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525" y="722387"/>
            <a:ext cx="8870950" cy="4046220"/>
          </a:xfrm>
        </p:spPr>
        <p:txBody>
          <a:bodyPr>
            <a:normAutofit/>
          </a:bodyPr>
          <a:lstStyle/>
          <a:p>
            <a:r>
              <a:rPr lang="en-US" dirty="0"/>
              <a:t>Vulnerability scanners are designed to check for new and existing vulnerabilities, then present a report to the analyst for evaluation.</a:t>
            </a:r>
          </a:p>
          <a:p>
            <a:r>
              <a:rPr lang="en-US" dirty="0"/>
              <a:t>Application vulnerability testing methods are grouped into two main categories:</a:t>
            </a:r>
          </a:p>
          <a:p>
            <a:pPr lvl="1"/>
            <a:r>
              <a:rPr lang="en-US" b="1" dirty="0"/>
              <a:t>Static Application Security Testing (SAST) </a:t>
            </a:r>
            <a:r>
              <a:rPr lang="en-US" dirty="0"/>
              <a:t>is done early in the software development life cycle to examine the code for security vulnerabilities. </a:t>
            </a:r>
          </a:p>
          <a:p>
            <a:pPr lvl="1"/>
            <a:r>
              <a:rPr lang="en-US" b="1" dirty="0"/>
              <a:t>Dynamic Application Security Testing (DAST) </a:t>
            </a:r>
            <a:r>
              <a:rPr lang="en-US" dirty="0"/>
              <a:t>is done after the code is placed in production.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4573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Automated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When using automated tools, they must be constantly updated with the latest vulnerabilities </a:t>
            </a:r>
          </a:p>
          <a:p>
            <a:r>
              <a:rPr lang="en-US" dirty="0"/>
              <a:t>Security Content Automation Protocol (SCAP), is a US standard </a:t>
            </a:r>
          </a:p>
          <a:p>
            <a:pPr lvl="1"/>
            <a:r>
              <a:rPr lang="en-US" dirty="0"/>
              <a:t>Used to ensure applications are in-line with mandated security requirements. </a:t>
            </a:r>
          </a:p>
          <a:p>
            <a:pPr lvl="1"/>
            <a:r>
              <a:rPr lang="en-US" dirty="0"/>
              <a:t>Continuously monitors systems for vulnerabilities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6864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910985-B36C-4A8C-8F00-496036FF49C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Compare discovery scans with port scans</a:t>
            </a:r>
          </a:p>
          <a:p>
            <a:r>
              <a:rPr lang="en-US" dirty="0"/>
              <a:t>Outline how full scan or TCP connect scan works</a:t>
            </a:r>
          </a:p>
          <a:p>
            <a:r>
              <a:rPr lang="en-US" dirty="0"/>
              <a:t>Discuss why you would operate a scan in stealth mode</a:t>
            </a:r>
          </a:p>
          <a:p>
            <a:r>
              <a:rPr lang="en-US" dirty="0"/>
              <a:t>Review what happens when scanning a web server and applications</a:t>
            </a:r>
          </a:p>
          <a:p>
            <a:r>
              <a:rPr lang="en-US" dirty="0"/>
              <a:t>Explain the significance of examining API requests</a:t>
            </a:r>
          </a:p>
          <a:p>
            <a:r>
              <a:rPr lang="en-US" dirty="0"/>
              <a:t>Compare vulnerability scanning methods and list the benefits of automating the scanning process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1BF6B6-2A64-4049-9A00-5F58CF8B2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Scan Identified Targets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A93A8-0B2C-4C9B-8D0F-9591D5A4C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3029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A5AF4-7AED-4A32-8826-AA455EAA77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Evaluate Network Traffic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09A606-AC3C-4FE5-B558-E5DD82C0A7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Topic 6B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820F5-6357-429C-9E9F-7ADBB5B6CA9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Lesson 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3BEE37-D7CF-4ED1-B9E2-10B1F8A4D7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0879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Sniffing Using Wireshark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Sniffing traffic is a way to passively obtain information, such as:</a:t>
            </a:r>
          </a:p>
          <a:p>
            <a:pPr lvl="1"/>
            <a:r>
              <a:rPr lang="en-US" dirty="0"/>
              <a:t>Network hosts, services, and device types</a:t>
            </a:r>
          </a:p>
          <a:p>
            <a:pPr lvl="1"/>
            <a:r>
              <a:rPr lang="en-US" dirty="0"/>
              <a:t>Protocols, such as: TCP, ARP, SMTP, and HTTP</a:t>
            </a:r>
          </a:p>
          <a:p>
            <a:pPr lvl="1"/>
            <a:r>
              <a:rPr lang="en-US" dirty="0"/>
              <a:t>Subnets, IP, and MAC addresses</a:t>
            </a:r>
          </a:p>
          <a:p>
            <a:pPr lvl="1"/>
            <a:r>
              <a:rPr lang="en-US" dirty="0"/>
              <a:t>Host information from traffic contained in NBNS messages.</a:t>
            </a:r>
          </a:p>
          <a:p>
            <a:pPr lvl="1"/>
            <a:r>
              <a:rPr lang="en-US" dirty="0"/>
              <a:t>User account names found in Kerberos traffic.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6161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Effectively Monitoring Traffic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 effectively use packet analysis, the team will need to select an appropriate location to visualize the traffic. </a:t>
            </a:r>
          </a:p>
          <a:p>
            <a:r>
              <a:rPr lang="en-US" dirty="0"/>
              <a:t>Some guidelines to effectively monitor network traffic:</a:t>
            </a:r>
          </a:p>
          <a:p>
            <a:pPr lvl="1"/>
            <a:r>
              <a:rPr lang="en-US" dirty="0"/>
              <a:t>The sniffer's interface must be in promiscuous mode to gather all traffic.</a:t>
            </a:r>
          </a:p>
          <a:p>
            <a:pPr lvl="1"/>
            <a:r>
              <a:rPr lang="en-US" dirty="0"/>
              <a:t>If the team is testing a WLAN, the sniffer must be within radio range.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0391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Capturing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If the traffic is in cleartext, you can capture credentials, files, images, messages, and data meant for other users and machines. </a:t>
            </a:r>
          </a:p>
          <a:p>
            <a:r>
              <a:rPr lang="en-US" dirty="0"/>
              <a:t>Even if the payload is encrypted, you can still extrapolate vital information:</a:t>
            </a:r>
          </a:p>
          <a:p>
            <a:pPr lvl="1"/>
            <a:r>
              <a:rPr lang="en-US" dirty="0"/>
              <a:t>Source and destination address and ports</a:t>
            </a:r>
          </a:p>
          <a:p>
            <a:pPr lvl="1"/>
            <a:r>
              <a:rPr lang="en-US" dirty="0"/>
              <a:t>WLAN SSIDs and accompanying cleartext messages.</a:t>
            </a:r>
          </a:p>
          <a:p>
            <a:pPr lvl="1"/>
            <a:r>
              <a:rPr lang="en-US" dirty="0"/>
              <a:t>Handshakes and outside wrapper IP addresses of VPN traffic</a:t>
            </a:r>
          </a:p>
          <a:p>
            <a:pPr lvl="1"/>
            <a:r>
              <a:rPr lang="en-US" dirty="0"/>
              <a:t>DHCP traffic will display MAC address, as well as host name in plain text.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9969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Scanning with Nessus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Nessus is a powerful scanning tool that can scan either an enterprise or home network. </a:t>
            </a:r>
          </a:p>
          <a:p>
            <a:r>
              <a:rPr lang="en-US" dirty="0"/>
              <a:t>Nessus can complete a basic or advanced network scan, along with other scans to measure the effectiveness of your security controls.</a:t>
            </a:r>
          </a:p>
          <a:p>
            <a:r>
              <a:rPr lang="en-US" dirty="0"/>
              <a:t>Once the scan is complete, you’ll be able to view and analyze the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0578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Improving the Scanning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Scanning an enterprise network can be a time-consuming process. </a:t>
            </a:r>
          </a:p>
          <a:p>
            <a:pPr lvl="1"/>
            <a:r>
              <a:rPr lang="en-US" dirty="0"/>
              <a:t>To improve the efficiency of the scan, the team can create a policy that includes key network credentials that can be used for future scans.</a:t>
            </a:r>
          </a:p>
          <a:p>
            <a:r>
              <a:rPr lang="en-US" dirty="0"/>
              <a:t>In addition to vulnerability scans, Nessus can help ensure the network is properly segmented.  </a:t>
            </a:r>
          </a:p>
          <a:p>
            <a:pPr lvl="1"/>
            <a:r>
              <a:rPr lang="en-US" dirty="0"/>
              <a:t>Network segmentation logically separates each segment using subnets, VLANs, and or firewalls to isolate each segment</a:t>
            </a:r>
          </a:p>
          <a:p>
            <a:pPr lvl="1"/>
            <a:r>
              <a:rPr lang="en-US" dirty="0"/>
              <a:t>Separating the networks prevents them from being able to communicate with one another.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829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Gathering ARP Traffic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team can use MAC addresses can be useful in several ways. </a:t>
            </a:r>
          </a:p>
          <a:p>
            <a:pPr lvl="1"/>
            <a:r>
              <a:rPr lang="en-US" dirty="0"/>
              <a:t>Discover hosts on a network. </a:t>
            </a:r>
          </a:p>
          <a:p>
            <a:pPr lvl="1"/>
            <a:r>
              <a:rPr lang="en-US" dirty="0"/>
              <a:t>Use MAC addresses to launch an ARP poisoning attack. </a:t>
            </a:r>
          </a:p>
          <a:p>
            <a:r>
              <a:rPr lang="en-US" dirty="0"/>
              <a:t>To gather ARP traffic, the team can use the following:</a:t>
            </a:r>
          </a:p>
          <a:p>
            <a:pPr lvl="1"/>
            <a:r>
              <a:rPr lang="en-US" dirty="0"/>
              <a:t>Nessus, which has several plugins to enumerate MAC addresses on targets</a:t>
            </a:r>
          </a:p>
          <a:p>
            <a:pPr lvl="1"/>
            <a:r>
              <a:rPr lang="en-US" dirty="0"/>
              <a:t>Nmap using the following command: nmap -PR -sn &lt;target&gt;. </a:t>
            </a:r>
          </a:p>
          <a:p>
            <a:pPr lvl="1"/>
            <a:r>
              <a:rPr lang="en-US" dirty="0"/>
              <a:t>Arping is a tool found in Kali Linux.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9373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910985-B36C-4A8C-8F00-496036FF49C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Explain what information can be obtained when sniffing traffic</a:t>
            </a:r>
          </a:p>
          <a:p>
            <a:r>
              <a:rPr lang="en-US" dirty="0"/>
              <a:t>Describe how the team can use Nessus </a:t>
            </a:r>
          </a:p>
          <a:p>
            <a:r>
              <a:rPr lang="en-US" dirty="0"/>
              <a:t>Outline how and why the team might gather ARP traffic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1BF6B6-2A64-4049-9A00-5F58CF8B2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Evaluate Network Traffic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A93A8-0B2C-4C9B-8D0F-9591D5A4C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2487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A5AF4-7AED-4A32-8826-AA455EAA77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Uncover Wireless Assets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09A606-AC3C-4FE5-B558-E5DD82C0A7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Topic 6C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820F5-6357-429C-9E9F-7ADBB5B6CA9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Lesson 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3BEE37-D7CF-4ED1-B9E2-10B1F8A4D7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0664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Securing Access 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Wireless networks allow us to freely roam and keep connected with the outside world. </a:t>
            </a:r>
          </a:p>
          <a:p>
            <a:pPr lvl="1"/>
            <a:r>
              <a:rPr lang="en-US" dirty="0"/>
              <a:t>Along with this convenience comes the threat of malicious actors joining an unsecured network and being able to access our communications.</a:t>
            </a:r>
          </a:p>
          <a:p>
            <a:pPr lvl="1"/>
            <a:r>
              <a:rPr lang="en-US" dirty="0"/>
              <a:t>As a result, it’s best to periodically check the security of WAP </a:t>
            </a:r>
          </a:p>
          <a:p>
            <a:r>
              <a:rPr lang="en-US" dirty="0"/>
              <a:t>During reconnaissance, the PenTest will focus on discovering open and unsecured WAPs that the target might have in place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984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Wardriving Open Access 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War driving is a technique that involves driving around to search for open access points using a laptop or smartphone. </a:t>
            </a:r>
          </a:p>
          <a:p>
            <a:r>
              <a:rPr lang="en-US" dirty="0"/>
              <a:t>The team can use tools such as Aircrack-ng, Kismet, or Wifite to search for open WAPs. </a:t>
            </a:r>
          </a:p>
          <a:p>
            <a:pPr lvl="1"/>
            <a:r>
              <a:rPr lang="en-US" dirty="0"/>
              <a:t>It’s also beneficial to have packet analysis software running during the test to gather and save the information. </a:t>
            </a:r>
          </a:p>
          <a:p>
            <a:pPr lvl="1"/>
            <a:r>
              <a:rPr lang="en-US" dirty="0"/>
              <a:t>After analysis, the information can then be used to launch an active attack.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2227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 WAP Using WiGLE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WiGLE is an OSINT tool to help during the reconnaissance phase</a:t>
            </a:r>
          </a:p>
          <a:p>
            <a:r>
              <a:rPr lang="en-US" dirty="0"/>
              <a:t>Once you are in the interface, you can do the following:</a:t>
            </a:r>
          </a:p>
          <a:p>
            <a:pPr lvl="1"/>
            <a:r>
              <a:rPr lang="en-US" dirty="0"/>
              <a:t>Enter a location, such as a city or specific address </a:t>
            </a:r>
          </a:p>
          <a:p>
            <a:pPr lvl="1"/>
            <a:r>
              <a:rPr lang="en-US" dirty="0"/>
              <a:t>Choose an appropriate date range </a:t>
            </a:r>
          </a:p>
          <a:p>
            <a:pPr lvl="1"/>
            <a:r>
              <a:rPr lang="en-US" dirty="0"/>
              <a:t>Select an option, for example “Possible Freenet"</a:t>
            </a:r>
          </a:p>
          <a:p>
            <a:r>
              <a:rPr lang="en-US" dirty="0"/>
              <a:t>Once you have selected a location and set your filters, the interface will be populated with dots. </a:t>
            </a:r>
          </a:p>
          <a:p>
            <a:pPr lvl="1"/>
            <a:r>
              <a:rPr lang="en-US" dirty="0"/>
              <a:t>Each dot represents an access point, where you can zoom in to learn more about that AP.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3670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Amplifying the WiFi Signal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Wi-Fi signal is the amount of power used in an access point or station. </a:t>
            </a:r>
          </a:p>
          <a:p>
            <a:pPr lvl="1"/>
            <a:r>
              <a:rPr lang="en-US" dirty="0"/>
              <a:t>The goal is to have a good Signal-to-Noise Ratio (SNR).</a:t>
            </a:r>
          </a:p>
          <a:p>
            <a:r>
              <a:rPr lang="en-US" dirty="0"/>
              <a:t>The signal strength of a wireless antenna is referred to as decibels per isotropic (dBi) and can vary according to the design.  </a:t>
            </a:r>
          </a:p>
          <a:p>
            <a:r>
              <a:rPr lang="en-US" dirty="0"/>
              <a:t>When either war driving or PenTesting the wireless network, amplifying the signal can make a difference in the results.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3625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Selecting an Antenna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When conducting the PenTest, it’s best to select an antenna based on the specific needs. </a:t>
            </a:r>
          </a:p>
          <a:p>
            <a:r>
              <a:rPr lang="en-US" dirty="0"/>
              <a:t>For example, the antenna can be:</a:t>
            </a:r>
          </a:p>
          <a:p>
            <a:pPr lvl="1"/>
            <a:r>
              <a:rPr lang="en-US" dirty="0"/>
              <a:t>Directional in the signal coverage is limited to a specified direction.</a:t>
            </a:r>
          </a:p>
          <a:p>
            <a:pPr lvl="1"/>
            <a:r>
              <a:rPr lang="en-US" dirty="0"/>
              <a:t>Omni-directional transmits a signal in all directions.</a:t>
            </a:r>
          </a:p>
          <a:p>
            <a:pPr lvl="1"/>
            <a:r>
              <a:rPr lang="en-US" dirty="0"/>
              <a:t>Parabolic which has a curved surface that has a fixed pattern, like a laser beam.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4077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910985-B36C-4A8C-8F00-496036FF49C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Describe why it’s essential to test the security of the organization's WAPs </a:t>
            </a:r>
          </a:p>
          <a:p>
            <a:r>
              <a:rPr lang="en-US" dirty="0"/>
              <a:t>Explain how the team can use wardriving during the PenTest</a:t>
            </a:r>
          </a:p>
          <a:p>
            <a:r>
              <a:rPr lang="en-US" dirty="0"/>
              <a:t>Compare the different types of antennas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1BF6B6-2A64-4049-9A00-5F58CF8B2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Uncover Wireless Assets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A93A8-0B2C-4C9B-8D0F-9591D5A4C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7390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912A6636-FB7B-434B-90D7-F68D09FF27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Lesson 6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0895CF-B89C-4362-9D1E-CA6D941DA10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45E4A2-6543-4B60-AB1F-E70A19E699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311080"/>
      </p:ext>
    </p:extLst>
  </p:cSld>
  <p:clrMapOvr>
    <a:masterClrMapping/>
  </p:clrMapOvr>
</p:sld>
</file>

<file path=ppt/theme/theme1.xml><?xml version="1.0" encoding="utf-8"?>
<a:theme xmlns:a="http://schemas.openxmlformats.org/drawingml/2006/main" name="comptia_ov">
  <a:themeElements>
    <a:clrScheme name="comptia">
      <a:dk1>
        <a:srgbClr val="253644"/>
      </a:dk1>
      <a:lt1>
        <a:srgbClr val="FFFFFF"/>
      </a:lt1>
      <a:dk2>
        <a:srgbClr val="45545F"/>
      </a:dk2>
      <a:lt2>
        <a:srgbClr val="F4F4F4"/>
      </a:lt2>
      <a:accent1>
        <a:srgbClr val="00688E"/>
      </a:accent1>
      <a:accent2>
        <a:srgbClr val="0198A7"/>
      </a:accent2>
      <a:accent3>
        <a:srgbClr val="028EBD"/>
      </a:accent3>
      <a:accent4>
        <a:srgbClr val="778691"/>
      </a:accent4>
      <a:accent5>
        <a:srgbClr val="CF0B2B"/>
      </a:accent5>
      <a:accent6>
        <a:srgbClr val="ED6D00"/>
      </a:accent6>
      <a:hlink>
        <a:srgbClr val="B24FC3"/>
      </a:hlink>
      <a:folHlink>
        <a:srgbClr val="732281"/>
      </a:folHlink>
    </a:clrScheme>
    <a:fontScheme name="Open Sans">
      <a:majorFont>
        <a:latin typeface="Open Sans Semibold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8575" cap="flat" cmpd="sng" algn="ctr">
          <a:solidFill>
            <a:srgbClr val="FF0000"/>
          </a:solidFill>
          <a:prstDash val="solid"/>
        </a:ln>
        <a:effectLst/>
      </a:spPr>
      <a:bodyPr rtlCol="0" anchor="ctr"/>
      <a:lstStyle>
        <a:defPPr algn="ctr" defTabSz="914400">
          <a:defRPr sz="1100" b="1" kern="0" dirty="0" err="1" smtClean="0">
            <a:solidFill>
              <a:srgbClr val="FF0000"/>
            </a:solidFill>
            <a:latin typeface="Arial"/>
          </a:defRPr>
        </a:defPPr>
      </a:lstStyle>
    </a:spDef>
    <a:lnDef>
      <a:spPr>
        <a:ln w="19050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omptia_ova" id="{478531A2-6CBB-47DF-8787-97F322309993}" vid="{27DBB225-2D25-419A-A575-CF909A3C9BB4}"/>
    </a:ext>
  </a:extLst>
</a:theme>
</file>

<file path=ppt/theme/theme2.xml><?xml version="1.0" encoding="utf-8"?>
<a:theme xmlns:a="http://schemas.openxmlformats.org/drawingml/2006/main" name="Office Theme">
  <a:themeElements>
    <a:clrScheme name="comptia">
      <a:dk1>
        <a:srgbClr val="253644"/>
      </a:dk1>
      <a:lt1>
        <a:srgbClr val="FFFFFF"/>
      </a:lt1>
      <a:dk2>
        <a:srgbClr val="778691"/>
      </a:dk2>
      <a:lt2>
        <a:srgbClr val="F4F4F4"/>
      </a:lt2>
      <a:accent1>
        <a:srgbClr val="00688E"/>
      </a:accent1>
      <a:accent2>
        <a:srgbClr val="0198A7"/>
      </a:accent2>
      <a:accent3>
        <a:srgbClr val="028EBD"/>
      </a:accent3>
      <a:accent4>
        <a:srgbClr val="DADFE1"/>
      </a:accent4>
      <a:accent5>
        <a:srgbClr val="CF0B2B"/>
      </a:accent5>
      <a:accent6>
        <a:srgbClr val="ED6D00"/>
      </a:accent6>
      <a:hlink>
        <a:srgbClr val="B24FC3"/>
      </a:hlink>
      <a:folHlink>
        <a:srgbClr val="73228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comptia">
      <a:dk1>
        <a:srgbClr val="253644"/>
      </a:dk1>
      <a:lt1>
        <a:srgbClr val="FFFFFF"/>
      </a:lt1>
      <a:dk2>
        <a:srgbClr val="778691"/>
      </a:dk2>
      <a:lt2>
        <a:srgbClr val="F4F4F4"/>
      </a:lt2>
      <a:accent1>
        <a:srgbClr val="00688E"/>
      </a:accent1>
      <a:accent2>
        <a:srgbClr val="0198A7"/>
      </a:accent2>
      <a:accent3>
        <a:srgbClr val="028EBD"/>
      </a:accent3>
      <a:accent4>
        <a:srgbClr val="DADFE1"/>
      </a:accent4>
      <a:accent5>
        <a:srgbClr val="CF0B2B"/>
      </a:accent5>
      <a:accent6>
        <a:srgbClr val="ED6D00"/>
      </a:accent6>
      <a:hlink>
        <a:srgbClr val="B24FC3"/>
      </a:hlink>
      <a:folHlink>
        <a:srgbClr val="73228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315eb565-7267-4a95-9087-2f433ded3c8b" xsi:nil="true"/>
    <_ip_UnifiedCompliancePolicyProperties xmlns="http://schemas.microsoft.com/sharepoint/v3" xsi:nil="true"/>
    <lcf76f155ced4ddcb4097134ff3c332f xmlns="95a46270-66ec-4bdf-aabc-d78887d51418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8AB8BE3257A504EB15FA3D006F5CE14" ma:contentTypeVersion="19" ma:contentTypeDescription="Create a new document." ma:contentTypeScope="" ma:versionID="982e8a56513d1ee2aafc01cca592f65d">
  <xsd:schema xmlns:xsd="http://www.w3.org/2001/XMLSchema" xmlns:xs="http://www.w3.org/2001/XMLSchema" xmlns:p="http://schemas.microsoft.com/office/2006/metadata/properties" xmlns:ns1="http://schemas.microsoft.com/sharepoint/v3" xmlns:ns2="95a46270-66ec-4bdf-aabc-d78887d51418" xmlns:ns3="315eb565-7267-4a95-9087-2f433ded3c8b" targetNamespace="http://schemas.microsoft.com/office/2006/metadata/properties" ma:root="true" ma:fieldsID="d7e83a006b54384a7189437426092eef" ns1:_="" ns2:_="" ns3:_="">
    <xsd:import namespace="http://schemas.microsoft.com/sharepoint/v3"/>
    <xsd:import namespace="95a46270-66ec-4bdf-aabc-d78887d51418"/>
    <xsd:import namespace="315eb565-7267-4a95-9087-2f433ded3c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EventHashCode" minOccurs="0"/>
                <xsd:element ref="ns2:MediaServiceGenerationTime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4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5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a46270-66ec-4bdf-aabc-d78887d51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MediaServiceAutoTags" ma:internalName="MediaServiceAutoTags" ma:readOnly="true">
      <xsd:simpleType>
        <xsd:restriction base="dms:Text"/>
      </xsd:simpleType>
    </xsd:element>
    <xsd:element name="MediaServiceOCR" ma:index="14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27b08e0c-9838-438a-a46d-e871ec00c00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5eb565-7267-4a95-9087-2f433ded3c8b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32a667b-0d96-4d3d-ae00-1e23d06ed90f}" ma:internalName="TaxCatchAll" ma:showField="CatchAllData" ma:web="315eb565-7267-4a95-9087-2f433ded3c8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9804A4A-BEBA-46F7-8D91-096B77966F98}">
  <ds:schemaRefs>
    <ds:schemaRef ds:uri="http://schemas.openxmlformats.org/package/2006/metadata/core-properties"/>
    <ds:schemaRef ds:uri="http://schemas.microsoft.com/office/2006/metadata/properties"/>
    <ds:schemaRef ds:uri="http://purl.org/dc/terms/"/>
    <ds:schemaRef ds:uri="95a46270-66ec-4bdf-aabc-d78887d51418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elements/1.1/"/>
    <ds:schemaRef ds:uri="315eb565-7267-4a95-9087-2f433ded3c8b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32F3DD87-C646-4CE9-B12B-E16DA69CD059}"/>
</file>

<file path=customXml/itemProps3.xml><?xml version="1.0" encoding="utf-8"?>
<ds:datastoreItem xmlns:ds="http://schemas.openxmlformats.org/officeDocument/2006/customXml" ds:itemID="{EA2CFB8D-1019-43EC-BFD1-51DA4001639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comptia_ova</Template>
  <TotalTime>2867</TotalTime>
  <Words>1946</Words>
  <Application>Microsoft Office PowerPoint</Application>
  <PresentationFormat>On-screen Show (16:9)</PresentationFormat>
  <Paragraphs>203</Paragraphs>
  <Slides>30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Open Sans</vt:lpstr>
      <vt:lpstr>Calibri</vt:lpstr>
      <vt:lpstr>Arial</vt:lpstr>
      <vt:lpstr>comptia_ov</vt:lpstr>
      <vt:lpstr>Exam PT0-002</vt:lpstr>
      <vt:lpstr>Scanning Logical Vulnerabilities</vt:lpstr>
      <vt:lpstr>Objectives</vt:lpstr>
      <vt:lpstr>Scan Identified Targets</vt:lpstr>
      <vt:lpstr>Discovering Network Hosts</vt:lpstr>
      <vt:lpstr>Scanning Ports</vt:lpstr>
      <vt:lpstr>Fully Connecting with the Target</vt:lpstr>
      <vt:lpstr>Operating in Stealth Mode</vt:lpstr>
      <vt:lpstr>Testing Web Applications</vt:lpstr>
      <vt:lpstr>Interacting with the Web Application</vt:lpstr>
      <vt:lpstr>Examining API Requests</vt:lpstr>
      <vt:lpstr>Automating Vulnerability Scanning</vt:lpstr>
      <vt:lpstr>Using Automated Tools</vt:lpstr>
      <vt:lpstr>Scan Identified Targets</vt:lpstr>
      <vt:lpstr>Evaluate Network Traffic</vt:lpstr>
      <vt:lpstr>Sniffing Using Wireshark</vt:lpstr>
      <vt:lpstr>Effectively Monitoring Traffic</vt:lpstr>
      <vt:lpstr>Capturing Data</vt:lpstr>
      <vt:lpstr>Scanning with Nessus</vt:lpstr>
      <vt:lpstr>Improving the Scanning Process</vt:lpstr>
      <vt:lpstr>Gathering ARP Traffic</vt:lpstr>
      <vt:lpstr>Evaluate Network Traffic</vt:lpstr>
      <vt:lpstr>Uncover Wireless Assets</vt:lpstr>
      <vt:lpstr>Securing Access Points</vt:lpstr>
      <vt:lpstr>Wardriving Open Access Points</vt:lpstr>
      <vt:lpstr>Mapping WAP Using WiGLE</vt:lpstr>
      <vt:lpstr>Amplifying the WiFi Signal</vt:lpstr>
      <vt:lpstr>Selecting an Antenna Design</vt:lpstr>
      <vt:lpstr>Uncover Wireless Assets</vt:lpstr>
      <vt:lpstr>PowerPoint Presentation</vt:lpstr>
    </vt:vector>
  </TitlesOfParts>
  <Company>CompTIA, Inc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Slide deck to accompany a CompTIA OCC study guide</dc:subject>
  <dc:creator>Danielle Andries</dc:creator>
  <dc:description>Copyright © 2022 CompTIA, Inc. All Rights Reserved.  |  CompTIA.org</dc:description>
  <cp:lastModifiedBy>Danielle Andries</cp:lastModifiedBy>
  <cp:revision>7</cp:revision>
  <dcterms:created xsi:type="dcterms:W3CDTF">2021-09-23T15:15:08Z</dcterms:created>
  <dcterms:modified xsi:type="dcterms:W3CDTF">2021-10-15T16:33:14Z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0x010100F8AB8BE3257A504EB15FA3D006F5CE14</vt:lpwstr>
  </property>
</Properties>
</file>