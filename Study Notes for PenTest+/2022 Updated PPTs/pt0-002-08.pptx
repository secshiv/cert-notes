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38"/>
  </p:notesMasterIdLst>
  <p:handoutMasterIdLst>
    <p:handoutMasterId r:id="rId39"/>
  </p:handoutMasterIdLst>
  <p:sldIdLst>
    <p:sldId id="257" r:id="rId5"/>
    <p:sldId id="258" r:id="rId6"/>
    <p:sldId id="256" r:id="rId7"/>
    <p:sldId id="259" r:id="rId8"/>
    <p:sldId id="260" r:id="rId9"/>
    <p:sldId id="265" r:id="rId10"/>
    <p:sldId id="288" r:id="rId11"/>
    <p:sldId id="290" r:id="rId12"/>
    <p:sldId id="285" r:id="rId13"/>
    <p:sldId id="286" r:id="rId14"/>
    <p:sldId id="303" r:id="rId15"/>
    <p:sldId id="306" r:id="rId16"/>
    <p:sldId id="307" r:id="rId17"/>
    <p:sldId id="308" r:id="rId18"/>
    <p:sldId id="309" r:id="rId19"/>
    <p:sldId id="310" r:id="rId20"/>
    <p:sldId id="261" r:id="rId21"/>
    <p:sldId id="266" r:id="rId22"/>
    <p:sldId id="311" r:id="rId23"/>
    <p:sldId id="269" r:id="rId24"/>
    <p:sldId id="291" r:id="rId25"/>
    <p:sldId id="270" r:id="rId26"/>
    <p:sldId id="271" r:id="rId27"/>
    <p:sldId id="272" r:id="rId28"/>
    <p:sldId id="273" r:id="rId29"/>
    <p:sldId id="274" r:id="rId30"/>
    <p:sldId id="297" r:id="rId31"/>
    <p:sldId id="298" r:id="rId32"/>
    <p:sldId id="299" r:id="rId33"/>
    <p:sldId id="300" r:id="rId34"/>
    <p:sldId id="301" r:id="rId35"/>
    <p:sldId id="275" r:id="rId36"/>
    <p:sldId id="281" r:id="rId3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Lucida Console" panose="020B0609040504020204" pitchFamily="49" charset="0"/>
      <p:regular r:id="rId44"/>
    </p:embeddedFont>
    <p:embeddedFont>
      <p:font typeface="Open Sans" panose="020B0606030504020204" pitchFamily="34" charset="0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2186" autoAdjust="0"/>
  </p:normalViewPr>
  <p:slideViewPr>
    <p:cSldViewPr snapToGrid="0">
      <p:cViewPr varScale="1">
        <p:scale>
          <a:sx n="70" d="100"/>
          <a:sy n="70" d="100"/>
        </p:scale>
        <p:origin x="1204" y="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5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0" Type="http://schemas.openxmlformats.org/officeDocument/2006/relationships/slide" Target="slides/slide16.xml"/><Relationship Id="rId41" Type="http://schemas.openxmlformats.org/officeDocument/2006/relationships/font" Target="fonts/font2.fntdata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90D3C49B-C013-43CF-B49A-9022636BAC49}"/>
    <pc:docChg chg="delSld modSld">
      <pc:chgData name="Danielle Andries" userId="93d179e4-3c18-40f7-920e-ae80b202540d" providerId="ADAL" clId="{90D3C49B-C013-43CF-B49A-9022636BAC49}" dt="2021-09-24T12:57:57.017" v="49" actId="2696"/>
      <pc:docMkLst>
        <pc:docMk/>
      </pc:docMkLst>
      <pc:sldChg chg="modSp mod">
        <pc:chgData name="Danielle Andries" userId="93d179e4-3c18-40f7-920e-ae80b202540d" providerId="ADAL" clId="{90D3C49B-C013-43CF-B49A-9022636BAC49}" dt="2021-09-24T12:56:12.181" v="15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90D3C49B-C013-43CF-B49A-9022636BAC49}" dt="2021-09-24T12:56:12.181" v="15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90D3C49B-C013-43CF-B49A-9022636BAC49}" dt="2021-09-23T21:00:40.991" v="2"/>
        <pc:sldMkLst>
          <pc:docMk/>
          <pc:sldMk cId="3476460589" sldId="258"/>
        </pc:sldMkLst>
        <pc:spChg chg="mod">
          <ac:chgData name="Danielle Andries" userId="93d179e4-3c18-40f7-920e-ae80b202540d" providerId="ADAL" clId="{90D3C49B-C013-43CF-B49A-9022636BAC49}" dt="2021-09-23T21:00:40.991" v="2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90D3C49B-C013-43CF-B49A-9022636BAC49}" dt="2021-09-23T21:00:10.98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90D3C49B-C013-43CF-B49A-9022636BAC49}" dt="2021-09-24T12:56:23.796" v="34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90D3C49B-C013-43CF-B49A-9022636BAC49}" dt="2021-09-24T12:56:23.796" v="34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90D3C49B-C013-43CF-B49A-9022636BAC49}" dt="2021-09-24T12:56:19.812" v="19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90D3C49B-C013-43CF-B49A-9022636BAC49}" dt="2021-09-24T12:56:17.828" v="17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90D3C49B-C013-43CF-B49A-9022636BAC49}" dt="2021-09-24T12:56:50.225" v="39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90D3C49B-C013-43CF-B49A-9022636BAC49}" dt="2021-09-24T12:56:47.037" v="35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90D3C49B-C013-43CF-B49A-9022636BAC49}" dt="2021-09-24T12:56:50.225" v="39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90D3C49B-C013-43CF-B49A-9022636BAC49}" dt="2021-09-24T12:56:48.691" v="37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90D3C49B-C013-43CF-B49A-9022636BAC49}" dt="2021-09-24T12:57:07.356" v="44" actId="20577"/>
        <pc:sldMkLst>
          <pc:docMk/>
          <pc:sldMk cId="1865066414" sldId="271"/>
        </pc:sldMkLst>
        <pc:spChg chg="mod">
          <ac:chgData name="Danielle Andries" userId="93d179e4-3c18-40f7-920e-ae80b202540d" providerId="ADAL" clId="{90D3C49B-C013-43CF-B49A-9022636BAC49}" dt="2021-09-24T12:57:03.703" v="40"/>
          <ac:spMkLst>
            <pc:docMk/>
            <pc:sldMk cId="1865066414" sldId="271"/>
            <ac:spMk id="2" creationId="{897A5AF4-7AED-4A32-8826-AA455EAA7711}"/>
          </ac:spMkLst>
        </pc:spChg>
        <pc:spChg chg="mod">
          <ac:chgData name="Danielle Andries" userId="93d179e4-3c18-40f7-920e-ae80b202540d" providerId="ADAL" clId="{90D3C49B-C013-43CF-B49A-9022636BAC49}" dt="2021-09-24T12:57:05.345" v="42" actId="20577"/>
          <ac:spMkLst>
            <pc:docMk/>
            <pc:sldMk cId="1865066414" sldId="271"/>
            <ac:spMk id="3" creationId="{1C09A606-AC3C-4FE5-B558-E5DD82C0A761}"/>
          </ac:spMkLst>
        </pc:spChg>
        <pc:spChg chg="mod">
          <ac:chgData name="Danielle Andries" userId="93d179e4-3c18-40f7-920e-ae80b202540d" providerId="ADAL" clId="{90D3C49B-C013-43CF-B49A-9022636BAC49}" dt="2021-09-24T12:57:07.356" v="44" actId="20577"/>
          <ac:spMkLst>
            <pc:docMk/>
            <pc:sldMk cId="1865066414" sldId="271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90D3C49B-C013-43CF-B49A-9022636BAC49}" dt="2021-09-24T12:57:14.474" v="46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90D3C49B-C013-43CF-B49A-9022636BAC49}" dt="2021-09-24T12:57:14.474" v="46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">
        <pc:chgData name="Danielle Andries" userId="93d179e4-3c18-40f7-920e-ae80b202540d" providerId="ADAL" clId="{90D3C49B-C013-43CF-B49A-9022636BAC49}" dt="2021-09-24T12:57:43.702" v="47"/>
        <pc:sldMkLst>
          <pc:docMk/>
          <pc:sldMk cId="2458990325" sldId="283"/>
        </pc:sldMkLst>
        <pc:spChg chg="mod">
          <ac:chgData name="Danielle Andries" userId="93d179e4-3c18-40f7-920e-ae80b202540d" providerId="ADAL" clId="{90D3C49B-C013-43CF-B49A-9022636BAC49}" dt="2021-09-24T12:57:43.702" v="47"/>
          <ac:spMkLst>
            <pc:docMk/>
            <pc:sldMk cId="2458990325" sldId="283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90D3C49B-C013-43CF-B49A-9022636BAC49}" dt="2021-09-24T12:57:52.829" v="48"/>
        <pc:sldMkLst>
          <pc:docMk/>
          <pc:sldMk cId="3073644457" sldId="284"/>
        </pc:sldMkLst>
        <pc:spChg chg="mod">
          <ac:chgData name="Danielle Andries" userId="93d179e4-3c18-40f7-920e-ae80b202540d" providerId="ADAL" clId="{90D3C49B-C013-43CF-B49A-9022636BAC49}" dt="2021-09-24T12:57:52.829" v="48"/>
          <ac:spMkLst>
            <pc:docMk/>
            <pc:sldMk cId="3073644457" sldId="284"/>
            <ac:spMk id="3" creationId="{568708AE-48ED-4852-AE39-86C44E3C3102}"/>
          </ac:spMkLst>
        </pc:spChg>
      </pc:sldChg>
      <pc:sldChg chg="del">
        <pc:chgData name="Danielle Andries" userId="93d179e4-3c18-40f7-920e-ae80b202540d" providerId="ADAL" clId="{90D3C49B-C013-43CF-B49A-9022636BAC49}" dt="2021-09-24T12:57:57.017" v="49" actId="2696"/>
        <pc:sldMkLst>
          <pc:docMk/>
          <pc:sldMk cId="475486169" sldId="285"/>
        </pc:sldMkLst>
      </pc:sldChg>
    </pc:docChg>
  </pc:docChgLst>
  <pc:docChgLst>
    <pc:chgData name="Lisa Bock" userId="1f2a7945151d6011" providerId="LiveId" clId="{7D3C68F9-48A8-44B1-A30F-A85364201CF9}"/>
    <pc:docChg chg="undo redo custSel addSld delSld modSld sldOrd">
      <pc:chgData name="Lisa Bock" userId="1f2a7945151d6011" providerId="LiveId" clId="{7D3C68F9-48A8-44B1-A30F-A85364201CF9}" dt="2021-10-18T14:45:22.901" v="3254" actId="27107"/>
      <pc:docMkLst>
        <pc:docMk/>
      </pc:docMkLst>
      <pc:sldChg chg="modSp mod">
        <pc:chgData name="Lisa Bock" userId="1f2a7945151d6011" providerId="LiveId" clId="{7D3C68F9-48A8-44B1-A30F-A85364201CF9}" dt="2021-10-18T14:18:20.292" v="3223" actId="20577"/>
        <pc:sldMkLst>
          <pc:docMk/>
          <pc:sldMk cId="2700514735" sldId="260"/>
        </pc:sldMkLst>
        <pc:spChg chg="mod">
          <ac:chgData name="Lisa Bock" userId="1f2a7945151d6011" providerId="LiveId" clId="{7D3C68F9-48A8-44B1-A30F-A85364201CF9}" dt="2021-10-14T19:22:16.518" v="33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14:18:20.292" v="3223" actId="20577"/>
          <ac:spMkLst>
            <pc:docMk/>
            <pc:sldMk cId="2700514735" sldId="260"/>
            <ac:spMk id="3" creationId="{D265882B-10E2-446D-A76D-9CAE7BFA8BE6}"/>
          </ac:spMkLst>
        </pc:spChg>
      </pc:sldChg>
      <pc:sldChg chg="modSp mod">
        <pc:chgData name="Lisa Bock" userId="1f2a7945151d6011" providerId="LiveId" clId="{7D3C68F9-48A8-44B1-A30F-A85364201CF9}" dt="2021-10-18T00:39:51.790" v="2602" actId="6549"/>
        <pc:sldMkLst>
          <pc:docMk/>
          <pc:sldMk cId="1379302974" sldId="261"/>
        </pc:sldMkLst>
        <pc:spChg chg="mod">
          <ac:chgData name="Lisa Bock" userId="1f2a7945151d6011" providerId="LiveId" clId="{7D3C68F9-48A8-44B1-A30F-A85364201CF9}" dt="2021-10-18T00:39:51.790" v="2602" actId="6549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7D3C68F9-48A8-44B1-A30F-A85364201CF9}" dt="2021-10-17T13:30:08.596" v="243"/>
          <ac:spMkLst>
            <pc:docMk/>
            <pc:sldMk cId="1379302974" sldId="261"/>
            <ac:spMk id="3" creationId="{741BF6B6-2A64-4049-9A00-5F58CF8B2C57}"/>
          </ac:spMkLst>
        </pc:spChg>
      </pc:sldChg>
      <pc:sldChg chg="modSp del mod">
        <pc:chgData name="Lisa Bock" userId="1f2a7945151d6011" providerId="LiveId" clId="{7D3C68F9-48A8-44B1-A30F-A85364201CF9}" dt="2021-10-17T18:52:07.584" v="1661" actId="2696"/>
        <pc:sldMkLst>
          <pc:docMk/>
          <pc:sldMk cId="1766491834" sldId="264"/>
        </pc:sldMkLst>
        <pc:spChg chg="mod">
          <ac:chgData name="Lisa Bock" userId="1f2a7945151d6011" providerId="LiveId" clId="{7D3C68F9-48A8-44B1-A30F-A85364201CF9}" dt="2021-10-14T19:25:28.596" v="89"/>
          <ac:spMkLst>
            <pc:docMk/>
            <pc:sldMk cId="1766491834" sldId="264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7T18:50:16.207" v="1616" actId="21"/>
          <ac:spMkLst>
            <pc:docMk/>
            <pc:sldMk cId="1766491834" sldId="264"/>
            <ac:spMk id="3" creationId="{D265882B-10E2-446D-A76D-9CAE7BFA8BE6}"/>
          </ac:spMkLst>
        </pc:spChg>
      </pc:sldChg>
      <pc:sldChg chg="modSp mod">
        <pc:chgData name="Lisa Bock" userId="1f2a7945151d6011" providerId="LiveId" clId="{7D3C68F9-48A8-44B1-A30F-A85364201CF9}" dt="2021-10-18T14:18:56.092" v="3225" actId="20577"/>
        <pc:sldMkLst>
          <pc:docMk/>
          <pc:sldMk cId="2528030650" sldId="265"/>
        </pc:sldMkLst>
        <pc:spChg chg="mod">
          <ac:chgData name="Lisa Bock" userId="1f2a7945151d6011" providerId="LiveId" clId="{7D3C68F9-48A8-44B1-A30F-A85364201CF9}" dt="2021-10-14T19:26:42.400" v="105" actId="20577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14:18:56.092" v="3225" actId="20577"/>
          <ac:spMkLst>
            <pc:docMk/>
            <pc:sldMk cId="2528030650" sldId="265"/>
            <ac:spMk id="3" creationId="{D265882B-10E2-446D-A76D-9CAE7BFA8BE6}"/>
          </ac:spMkLst>
        </pc:spChg>
      </pc:sldChg>
      <pc:sldChg chg="modSp del mod ord">
        <pc:chgData name="Lisa Bock" userId="1f2a7945151d6011" providerId="LiveId" clId="{7D3C68F9-48A8-44B1-A30F-A85364201CF9}" dt="2021-10-18T02:05:56.873" v="2671" actId="2696"/>
        <pc:sldMkLst>
          <pc:docMk/>
          <pc:sldMk cId="2996616140" sldId="267"/>
        </pc:sldMkLst>
        <pc:spChg chg="mod">
          <ac:chgData name="Lisa Bock" userId="1f2a7945151d6011" providerId="LiveId" clId="{7D3C68F9-48A8-44B1-A30F-A85364201CF9}" dt="2021-10-17T18:20:44.742" v="1053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01:54:14.044" v="2610" actId="15"/>
          <ac:spMkLst>
            <pc:docMk/>
            <pc:sldMk cId="2996616140" sldId="267"/>
            <ac:spMk id="3" creationId="{D265882B-10E2-446D-A76D-9CAE7BFA8BE6}"/>
          </ac:spMkLst>
        </pc:spChg>
      </pc:sldChg>
      <pc:sldChg chg="modSp del mod">
        <pc:chgData name="Lisa Bock" userId="1f2a7945151d6011" providerId="LiveId" clId="{7D3C68F9-48A8-44B1-A30F-A85364201CF9}" dt="2021-10-18T02:11:27.567" v="2751" actId="2696"/>
        <pc:sldMkLst>
          <pc:docMk/>
          <pc:sldMk cId="443996997" sldId="268"/>
        </pc:sldMkLst>
        <pc:spChg chg="mod">
          <ac:chgData name="Lisa Bock" userId="1f2a7945151d6011" providerId="LiveId" clId="{7D3C68F9-48A8-44B1-A30F-A85364201CF9}" dt="2021-10-17T13:48:50.916" v="486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02:10:18.755" v="2730" actId="21"/>
          <ac:spMkLst>
            <pc:docMk/>
            <pc:sldMk cId="443996997" sldId="268"/>
            <ac:spMk id="3" creationId="{D265882B-10E2-446D-A76D-9CAE7BFA8BE6}"/>
          </ac:spMkLst>
        </pc:spChg>
      </pc:sldChg>
      <pc:sldChg chg="modSp mod">
        <pc:chgData name="Lisa Bock" userId="1f2a7945151d6011" providerId="LiveId" clId="{7D3C68F9-48A8-44B1-A30F-A85364201CF9}" dt="2021-10-18T02:16:22.116" v="2842" actId="20577"/>
        <pc:sldMkLst>
          <pc:docMk/>
          <pc:sldMk cId="1387039101" sldId="269"/>
        </pc:sldMkLst>
        <pc:spChg chg="mod">
          <ac:chgData name="Lisa Bock" userId="1f2a7945151d6011" providerId="LiveId" clId="{7D3C68F9-48A8-44B1-A30F-A85364201CF9}" dt="2021-10-18T02:16:22.116" v="2842" actId="20577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02:14:14.579" v="2809" actId="20577"/>
          <ac:spMkLst>
            <pc:docMk/>
            <pc:sldMk cId="1387039101" sldId="269"/>
            <ac:spMk id="3" creationId="{D265882B-10E2-446D-A76D-9CAE7BFA8BE6}"/>
          </ac:spMkLst>
        </pc:spChg>
      </pc:sldChg>
      <pc:sldChg chg="modSp mod">
        <pc:chgData name="Lisa Bock" userId="1f2a7945151d6011" providerId="LiveId" clId="{7D3C68F9-48A8-44B1-A30F-A85364201CF9}" dt="2021-10-18T02:21:52.166" v="2978" actId="20577"/>
        <pc:sldMkLst>
          <pc:docMk/>
          <pc:sldMk cId="1555248704" sldId="270"/>
        </pc:sldMkLst>
        <pc:spChg chg="mod">
          <ac:chgData name="Lisa Bock" userId="1f2a7945151d6011" providerId="LiveId" clId="{7D3C68F9-48A8-44B1-A30F-A85364201CF9}" dt="2021-10-18T02:21:52.166" v="2978" actId="20577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7D3C68F9-48A8-44B1-A30F-A85364201CF9}" dt="2021-10-17T13:30:54.283" v="244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">
        <pc:chgData name="Lisa Bock" userId="1f2a7945151d6011" providerId="LiveId" clId="{7D3C68F9-48A8-44B1-A30F-A85364201CF9}" dt="2021-10-18T02:49:09.722" v="3013" actId="6549"/>
        <pc:sldMkLst>
          <pc:docMk/>
          <pc:sldMk cId="344198462" sldId="272"/>
        </pc:sldMkLst>
        <pc:spChg chg="mod">
          <ac:chgData name="Lisa Bock" userId="1f2a7945151d6011" providerId="LiveId" clId="{7D3C68F9-48A8-44B1-A30F-A85364201CF9}" dt="2021-10-17T18:26:00.576" v="1156" actId="20577"/>
          <ac:spMkLst>
            <pc:docMk/>
            <pc:sldMk cId="344198462" sldId="272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02:49:09.722" v="3013" actId="6549"/>
          <ac:spMkLst>
            <pc:docMk/>
            <pc:sldMk cId="344198462" sldId="272"/>
            <ac:spMk id="3" creationId="{D265882B-10E2-446D-A76D-9CAE7BFA8BE6}"/>
          </ac:spMkLst>
        </pc:spChg>
      </pc:sldChg>
      <pc:sldChg chg="modSp mod">
        <pc:chgData name="Lisa Bock" userId="1f2a7945151d6011" providerId="LiveId" clId="{7D3C68F9-48A8-44B1-A30F-A85364201CF9}" dt="2021-10-18T13:59:34.484" v="3128" actId="20577"/>
        <pc:sldMkLst>
          <pc:docMk/>
          <pc:sldMk cId="2731222769" sldId="273"/>
        </pc:sldMkLst>
        <pc:spChg chg="mod">
          <ac:chgData name="Lisa Bock" userId="1f2a7945151d6011" providerId="LiveId" clId="{7D3C68F9-48A8-44B1-A30F-A85364201CF9}" dt="2021-10-18T13:59:34.484" v="3128" actId="20577"/>
          <ac:spMkLst>
            <pc:docMk/>
            <pc:sldMk cId="2731222769" sldId="273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02:54:10.227" v="3050" actId="15"/>
          <ac:spMkLst>
            <pc:docMk/>
            <pc:sldMk cId="2731222769" sldId="273"/>
            <ac:spMk id="3" creationId="{D265882B-10E2-446D-A76D-9CAE7BFA8BE6}"/>
          </ac:spMkLst>
        </pc:spChg>
      </pc:sldChg>
      <pc:sldChg chg="addSp delSp modSp mod">
        <pc:chgData name="Lisa Bock" userId="1f2a7945151d6011" providerId="LiveId" clId="{7D3C68F9-48A8-44B1-A30F-A85364201CF9}" dt="2021-10-18T02:57:22.899" v="3066" actId="20577"/>
        <pc:sldMkLst>
          <pc:docMk/>
          <pc:sldMk cId="2707367036" sldId="274"/>
        </pc:sldMkLst>
        <pc:spChg chg="mod">
          <ac:chgData name="Lisa Bock" userId="1f2a7945151d6011" providerId="LiveId" clId="{7D3C68F9-48A8-44B1-A30F-A85364201CF9}" dt="2021-10-17T14:47:36.964" v="629" actId="20577"/>
          <ac:spMkLst>
            <pc:docMk/>
            <pc:sldMk cId="2707367036" sldId="274"/>
            <ac:spMk id="2" creationId="{A92B708E-4083-4962-9240-C5792BEC3394}"/>
          </ac:spMkLst>
        </pc:spChg>
        <pc:spChg chg="add del mod">
          <ac:chgData name="Lisa Bock" userId="1f2a7945151d6011" providerId="LiveId" clId="{7D3C68F9-48A8-44B1-A30F-A85364201CF9}" dt="2021-10-18T02:57:22.899" v="3066" actId="20577"/>
          <ac:spMkLst>
            <pc:docMk/>
            <pc:sldMk cId="2707367036" sldId="274"/>
            <ac:spMk id="3" creationId="{D265882B-10E2-446D-A76D-9CAE7BFA8BE6}"/>
          </ac:spMkLst>
        </pc:spChg>
        <pc:spChg chg="add del mod">
          <ac:chgData name="Lisa Bock" userId="1f2a7945151d6011" providerId="LiveId" clId="{7D3C68F9-48A8-44B1-A30F-A85364201CF9}" dt="2021-10-17T13:58:49.931" v="575"/>
          <ac:spMkLst>
            <pc:docMk/>
            <pc:sldMk cId="2707367036" sldId="274"/>
            <ac:spMk id="6" creationId="{CDAECEAB-8BF3-450E-9CC7-E089AA860492}"/>
          </ac:spMkLst>
        </pc:spChg>
        <pc:spChg chg="add del">
          <ac:chgData name="Lisa Bock" userId="1f2a7945151d6011" providerId="LiveId" clId="{7D3C68F9-48A8-44B1-A30F-A85364201CF9}" dt="2021-10-17T13:59:45.233" v="588"/>
          <ac:spMkLst>
            <pc:docMk/>
            <pc:sldMk cId="2707367036" sldId="274"/>
            <ac:spMk id="8" creationId="{817AAA30-112A-493D-9783-B2BB80F65E44}"/>
          </ac:spMkLst>
        </pc:spChg>
        <pc:spChg chg="add del">
          <ac:chgData name="Lisa Bock" userId="1f2a7945151d6011" providerId="LiveId" clId="{7D3C68F9-48A8-44B1-A30F-A85364201CF9}" dt="2021-10-17T13:59:40.386" v="587" actId="22"/>
          <ac:spMkLst>
            <pc:docMk/>
            <pc:sldMk cId="2707367036" sldId="274"/>
            <ac:spMk id="10" creationId="{9670D90F-07CC-4594-BCEB-27C52316FA0B}"/>
          </ac:spMkLst>
        </pc:spChg>
        <pc:graphicFrameChg chg="add del mod">
          <ac:chgData name="Lisa Bock" userId="1f2a7945151d6011" providerId="LiveId" clId="{7D3C68F9-48A8-44B1-A30F-A85364201CF9}" dt="2021-10-17T13:58:49.931" v="575"/>
          <ac:graphicFrameMkLst>
            <pc:docMk/>
            <pc:sldMk cId="2707367036" sldId="274"/>
            <ac:graphicFrameMk id="5" creationId="{13A1BEA8-F286-4D20-959C-DD1E66DE514B}"/>
          </ac:graphicFrameMkLst>
        </pc:graphicFrameChg>
        <pc:graphicFrameChg chg="add del mod">
          <ac:chgData name="Lisa Bock" userId="1f2a7945151d6011" providerId="LiveId" clId="{7D3C68F9-48A8-44B1-A30F-A85364201CF9}" dt="2021-10-17T13:59:45.233" v="588"/>
          <ac:graphicFrameMkLst>
            <pc:docMk/>
            <pc:sldMk cId="2707367036" sldId="274"/>
            <ac:graphicFrameMk id="7" creationId="{72C92C99-AC33-44BB-9C90-A020FCCAF4BE}"/>
          </ac:graphicFrameMkLst>
        </pc:graphicFrameChg>
      </pc:sldChg>
      <pc:sldChg chg="modSp mod">
        <pc:chgData name="Lisa Bock" userId="1f2a7945151d6011" providerId="LiveId" clId="{7D3C68F9-48A8-44B1-A30F-A85364201CF9}" dt="2021-10-18T14:15:59.059" v="3213"/>
        <pc:sldMkLst>
          <pc:docMk/>
          <pc:sldMk cId="3677739018" sldId="275"/>
        </pc:sldMkLst>
        <pc:spChg chg="mod">
          <ac:chgData name="Lisa Bock" userId="1f2a7945151d6011" providerId="LiveId" clId="{7D3C68F9-48A8-44B1-A30F-A85364201CF9}" dt="2021-10-18T14:15:59.059" v="3213"/>
          <ac:spMkLst>
            <pc:docMk/>
            <pc:sldMk cId="3677739018" sldId="275"/>
            <ac:spMk id="2" creationId="{00910985-B36C-4A8C-8F00-496036FF49CE}"/>
          </ac:spMkLst>
        </pc:spChg>
        <pc:spChg chg="mod">
          <ac:chgData name="Lisa Bock" userId="1f2a7945151d6011" providerId="LiveId" clId="{7D3C68F9-48A8-44B1-A30F-A85364201CF9}" dt="2021-10-17T13:31:29.484" v="245"/>
          <ac:spMkLst>
            <pc:docMk/>
            <pc:sldMk cId="3677739018" sldId="275"/>
            <ac:spMk id="3" creationId="{741BF6B6-2A64-4049-9A00-5F58CF8B2C57}"/>
          </ac:spMkLst>
        </pc:spChg>
      </pc:sldChg>
      <pc:sldChg chg="modSp add mod">
        <pc:chgData name="Lisa Bock" userId="1f2a7945151d6011" providerId="LiveId" clId="{7D3C68F9-48A8-44B1-A30F-A85364201CF9}" dt="2021-10-17T22:12:22.445" v="1904" actId="20577"/>
        <pc:sldMkLst>
          <pc:docMk/>
          <pc:sldMk cId="2322627804" sldId="285"/>
        </pc:sldMkLst>
        <pc:spChg chg="mod">
          <ac:chgData name="Lisa Bock" userId="1f2a7945151d6011" providerId="LiveId" clId="{7D3C68F9-48A8-44B1-A30F-A85364201CF9}" dt="2021-10-14T19:35:06.161" v="205"/>
          <ac:spMkLst>
            <pc:docMk/>
            <pc:sldMk cId="2322627804" sldId="285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7T22:12:22.445" v="1904" actId="20577"/>
          <ac:spMkLst>
            <pc:docMk/>
            <pc:sldMk cId="2322627804" sldId="285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7D3C68F9-48A8-44B1-A30F-A85364201CF9}" dt="2021-10-18T14:21:34.759" v="3229" actId="20577"/>
        <pc:sldMkLst>
          <pc:docMk/>
          <pc:sldMk cId="4212075081" sldId="286"/>
        </pc:sldMkLst>
        <pc:spChg chg="mod">
          <ac:chgData name="Lisa Bock" userId="1f2a7945151d6011" providerId="LiveId" clId="{7D3C68F9-48A8-44B1-A30F-A85364201CF9}" dt="2021-10-17T23:37:01.922" v="1933" actId="20577"/>
          <ac:spMkLst>
            <pc:docMk/>
            <pc:sldMk cId="4212075081" sldId="286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14:21:34.759" v="3229" actId="20577"/>
          <ac:spMkLst>
            <pc:docMk/>
            <pc:sldMk cId="4212075081" sldId="286"/>
            <ac:spMk id="3" creationId="{D265882B-10E2-446D-A76D-9CAE7BFA8BE6}"/>
          </ac:spMkLst>
        </pc:spChg>
      </pc:sldChg>
      <pc:sldChg chg="addSp delSp modSp add del mod">
        <pc:chgData name="Lisa Bock" userId="1f2a7945151d6011" providerId="LiveId" clId="{7D3C68F9-48A8-44B1-A30F-A85364201CF9}" dt="2021-10-17T18:47:30.305" v="1564" actId="2696"/>
        <pc:sldMkLst>
          <pc:docMk/>
          <pc:sldMk cId="1027548343" sldId="287"/>
        </pc:sldMkLst>
        <pc:spChg chg="del mod">
          <ac:chgData name="Lisa Bock" userId="1f2a7945151d6011" providerId="LiveId" clId="{7D3C68F9-48A8-44B1-A30F-A85364201CF9}" dt="2021-10-14T19:36:40.260" v="238"/>
          <ac:spMkLst>
            <pc:docMk/>
            <pc:sldMk cId="1027548343" sldId="287"/>
            <ac:spMk id="3" creationId="{D265882B-10E2-446D-A76D-9CAE7BFA8BE6}"/>
          </ac:spMkLst>
        </pc:spChg>
        <pc:spChg chg="add mod">
          <ac:chgData name="Lisa Bock" userId="1f2a7945151d6011" providerId="LiveId" clId="{7D3C68F9-48A8-44B1-A30F-A85364201CF9}" dt="2021-10-17T13:35:24.007" v="249" actId="1076"/>
          <ac:spMkLst>
            <pc:docMk/>
            <pc:sldMk cId="1027548343" sldId="287"/>
            <ac:spMk id="6" creationId="{ACBD3F0B-117E-42A6-BF46-4A14F5720C55}"/>
          </ac:spMkLst>
        </pc:spChg>
        <pc:picChg chg="add mod">
          <ac:chgData name="Lisa Bock" userId="1f2a7945151d6011" providerId="LiveId" clId="{7D3C68F9-48A8-44B1-A30F-A85364201CF9}" dt="2021-10-14T19:36:44.861" v="240" actId="14100"/>
          <ac:picMkLst>
            <pc:docMk/>
            <pc:sldMk cId="1027548343" sldId="287"/>
            <ac:picMk id="1026" creationId="{ADF6A810-8A90-4FED-B4E5-D1C147AC5F79}"/>
          </ac:picMkLst>
        </pc:picChg>
      </pc:sldChg>
      <pc:sldChg chg="modSp add mod modNotesTx">
        <pc:chgData name="Lisa Bock" userId="1f2a7945151d6011" providerId="LiveId" clId="{7D3C68F9-48A8-44B1-A30F-A85364201CF9}" dt="2021-10-18T14:19:09.438" v="3226" actId="20578"/>
        <pc:sldMkLst>
          <pc:docMk/>
          <pc:sldMk cId="4259394594" sldId="288"/>
        </pc:sldMkLst>
        <pc:spChg chg="mod">
          <ac:chgData name="Lisa Bock" userId="1f2a7945151d6011" providerId="LiveId" clId="{7D3C68F9-48A8-44B1-A30F-A85364201CF9}" dt="2021-10-17T21:59:57.067" v="1752" actId="6549"/>
          <ac:spMkLst>
            <pc:docMk/>
            <pc:sldMk cId="4259394594" sldId="288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14:19:09.438" v="3226" actId="20578"/>
          <ac:spMkLst>
            <pc:docMk/>
            <pc:sldMk cId="4259394594" sldId="288"/>
            <ac:spMk id="3" creationId="{D265882B-10E2-446D-A76D-9CAE7BFA8BE6}"/>
          </ac:spMkLst>
        </pc:spChg>
      </pc:sldChg>
      <pc:sldChg chg="modSp add del mod modNotesTx">
        <pc:chgData name="Lisa Bock" userId="1f2a7945151d6011" providerId="LiveId" clId="{7D3C68F9-48A8-44B1-A30F-A85364201CF9}" dt="2021-10-17T22:01:59.616" v="1765" actId="2696"/>
        <pc:sldMkLst>
          <pc:docMk/>
          <pc:sldMk cId="3829241521" sldId="289"/>
        </pc:sldMkLst>
        <pc:spChg chg="mod">
          <ac:chgData name="Lisa Bock" userId="1f2a7945151d6011" providerId="LiveId" clId="{7D3C68F9-48A8-44B1-A30F-A85364201CF9}" dt="2021-10-14T19:32:05.993" v="184"/>
          <ac:spMkLst>
            <pc:docMk/>
            <pc:sldMk cId="3829241521" sldId="289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7T22:00:06.681" v="1753" actId="21"/>
          <ac:spMkLst>
            <pc:docMk/>
            <pc:sldMk cId="3829241521" sldId="289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7D3C68F9-48A8-44B1-A30F-A85364201CF9}" dt="2021-10-17T22:09:23.458" v="1880" actId="20577"/>
        <pc:sldMkLst>
          <pc:docMk/>
          <pc:sldMk cId="3281777922" sldId="290"/>
        </pc:sldMkLst>
        <pc:spChg chg="mod">
          <ac:chgData name="Lisa Bock" userId="1f2a7945151d6011" providerId="LiveId" clId="{7D3C68F9-48A8-44B1-A30F-A85364201CF9}" dt="2021-10-14T19:34:28.192" v="195"/>
          <ac:spMkLst>
            <pc:docMk/>
            <pc:sldMk cId="3281777922" sldId="290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7T22:09:23.458" v="1880" actId="20577"/>
          <ac:spMkLst>
            <pc:docMk/>
            <pc:sldMk cId="3281777922" sldId="290"/>
            <ac:spMk id="3" creationId="{D265882B-10E2-446D-A76D-9CAE7BFA8BE6}"/>
          </ac:spMkLst>
        </pc:spChg>
      </pc:sldChg>
      <pc:sldChg chg="modSp add mod">
        <pc:chgData name="Lisa Bock" userId="1f2a7945151d6011" providerId="LiveId" clId="{7D3C68F9-48A8-44B1-A30F-A85364201CF9}" dt="2021-10-17T18:46:53.659" v="1561" actId="20577"/>
        <pc:sldMkLst>
          <pc:docMk/>
          <pc:sldMk cId="3373239839" sldId="291"/>
        </pc:sldMkLst>
        <pc:spChg chg="mod">
          <ac:chgData name="Lisa Bock" userId="1f2a7945151d6011" providerId="LiveId" clId="{7D3C68F9-48A8-44B1-A30F-A85364201CF9}" dt="2021-10-17T18:40:58.377" v="1424" actId="20577"/>
          <ac:spMkLst>
            <pc:docMk/>
            <pc:sldMk cId="3373239839" sldId="291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7T18:46:53.659" v="1561" actId="20577"/>
          <ac:spMkLst>
            <pc:docMk/>
            <pc:sldMk cId="3373239839" sldId="291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7D3C68F9-48A8-44B1-A30F-A85364201CF9}" dt="2021-10-17T18:23:33.285" v="1097" actId="2696"/>
        <pc:sldMkLst>
          <pc:docMk/>
          <pc:sldMk cId="818147095" sldId="292"/>
        </pc:sldMkLst>
        <pc:spChg chg="mod">
          <ac:chgData name="Lisa Bock" userId="1f2a7945151d6011" providerId="LiveId" clId="{7D3C68F9-48A8-44B1-A30F-A85364201CF9}" dt="2021-10-17T13:53:18.974" v="525"/>
          <ac:spMkLst>
            <pc:docMk/>
            <pc:sldMk cId="818147095" sldId="292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7T18:23:23.880" v="1094" actId="21"/>
          <ac:spMkLst>
            <pc:docMk/>
            <pc:sldMk cId="818147095" sldId="292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7D3C68F9-48A8-44B1-A30F-A85364201CF9}" dt="2021-10-17T18:23:52.934" v="1100" actId="2696"/>
        <pc:sldMkLst>
          <pc:docMk/>
          <pc:sldMk cId="1307964094" sldId="293"/>
        </pc:sldMkLst>
        <pc:spChg chg="mod">
          <ac:chgData name="Lisa Bock" userId="1f2a7945151d6011" providerId="LiveId" clId="{7D3C68F9-48A8-44B1-A30F-A85364201CF9}" dt="2021-10-17T13:54:31.136" v="538"/>
          <ac:spMkLst>
            <pc:docMk/>
            <pc:sldMk cId="1307964094" sldId="293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7T13:54:44.378" v="539"/>
          <ac:spMkLst>
            <pc:docMk/>
            <pc:sldMk cId="1307964094" sldId="293"/>
            <ac:spMk id="3" creationId="{D265882B-10E2-446D-A76D-9CAE7BFA8BE6}"/>
          </ac:spMkLst>
        </pc:spChg>
      </pc:sldChg>
      <pc:sldChg chg="add del">
        <pc:chgData name="Lisa Bock" userId="1f2a7945151d6011" providerId="LiveId" clId="{7D3C68F9-48A8-44B1-A30F-A85364201CF9}" dt="2021-10-17T18:24:01.505" v="1101" actId="47"/>
        <pc:sldMkLst>
          <pc:docMk/>
          <pc:sldMk cId="1240814459" sldId="294"/>
        </pc:sldMkLst>
      </pc:sldChg>
      <pc:sldChg chg="add del">
        <pc:chgData name="Lisa Bock" userId="1f2a7945151d6011" providerId="LiveId" clId="{7D3C68F9-48A8-44B1-A30F-A85364201CF9}" dt="2021-10-17T18:24:01.505" v="1101" actId="47"/>
        <pc:sldMkLst>
          <pc:docMk/>
          <pc:sldMk cId="3876498875" sldId="295"/>
        </pc:sldMkLst>
      </pc:sldChg>
      <pc:sldChg chg="add del">
        <pc:chgData name="Lisa Bock" userId="1f2a7945151d6011" providerId="LiveId" clId="{7D3C68F9-48A8-44B1-A30F-A85364201CF9}" dt="2021-10-17T18:24:01.505" v="1101" actId="47"/>
        <pc:sldMkLst>
          <pc:docMk/>
          <pc:sldMk cId="1480647693" sldId="296"/>
        </pc:sldMkLst>
      </pc:sldChg>
      <pc:sldChg chg="modSp add mod">
        <pc:chgData name="Lisa Bock" userId="1f2a7945151d6011" providerId="LiveId" clId="{7D3C68F9-48A8-44B1-A30F-A85364201CF9}" dt="2021-10-18T14:45:22.901" v="3254" actId="27107"/>
        <pc:sldMkLst>
          <pc:docMk/>
          <pc:sldMk cId="2933154117" sldId="297"/>
        </pc:sldMkLst>
        <pc:spChg chg="mod">
          <ac:chgData name="Lisa Bock" userId="1f2a7945151d6011" providerId="LiveId" clId="{7D3C68F9-48A8-44B1-A30F-A85364201CF9}" dt="2021-10-17T14:51:40.712" v="637"/>
          <ac:spMkLst>
            <pc:docMk/>
            <pc:sldMk cId="2933154117" sldId="297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14:45:22.901" v="3254" actId="27107"/>
          <ac:spMkLst>
            <pc:docMk/>
            <pc:sldMk cId="2933154117" sldId="297"/>
            <ac:spMk id="3" creationId="{D265882B-10E2-446D-A76D-9CAE7BFA8BE6}"/>
          </ac:spMkLst>
        </pc:spChg>
      </pc:sldChg>
      <pc:sldChg chg="modSp add mod">
        <pc:chgData name="Lisa Bock" userId="1f2a7945151d6011" providerId="LiveId" clId="{7D3C68F9-48A8-44B1-A30F-A85364201CF9}" dt="2021-10-18T03:04:37.989" v="3122" actId="2711"/>
        <pc:sldMkLst>
          <pc:docMk/>
          <pc:sldMk cId="815114415" sldId="298"/>
        </pc:sldMkLst>
        <pc:spChg chg="mod">
          <ac:chgData name="Lisa Bock" userId="1f2a7945151d6011" providerId="LiveId" clId="{7D3C68F9-48A8-44B1-A30F-A85364201CF9}" dt="2021-10-17T14:55:11.615" v="648"/>
          <ac:spMkLst>
            <pc:docMk/>
            <pc:sldMk cId="815114415" sldId="298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03:04:37.989" v="3122" actId="2711"/>
          <ac:spMkLst>
            <pc:docMk/>
            <pc:sldMk cId="815114415" sldId="298"/>
            <ac:spMk id="3" creationId="{D265882B-10E2-446D-A76D-9CAE7BFA8BE6}"/>
          </ac:spMkLst>
        </pc:spChg>
      </pc:sldChg>
      <pc:sldChg chg="modSp add mod">
        <pc:chgData name="Lisa Bock" userId="1f2a7945151d6011" providerId="LiveId" clId="{7D3C68F9-48A8-44B1-A30F-A85364201CF9}" dt="2021-10-18T14:11:31.971" v="3212" actId="313"/>
        <pc:sldMkLst>
          <pc:docMk/>
          <pc:sldMk cId="2544592061" sldId="299"/>
        </pc:sldMkLst>
        <pc:spChg chg="mod">
          <ac:chgData name="Lisa Bock" userId="1f2a7945151d6011" providerId="LiveId" clId="{7D3C68F9-48A8-44B1-A30F-A85364201CF9}" dt="2021-10-17T14:56:22.054" v="702"/>
          <ac:spMkLst>
            <pc:docMk/>
            <pc:sldMk cId="2544592061" sldId="299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8T14:11:31.971" v="3212" actId="313"/>
          <ac:spMkLst>
            <pc:docMk/>
            <pc:sldMk cId="2544592061" sldId="299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7D3C68F9-48A8-44B1-A30F-A85364201CF9}" dt="2021-10-17T18:32:27.257" v="1274" actId="20577"/>
        <pc:sldMkLst>
          <pc:docMk/>
          <pc:sldMk cId="1720295737" sldId="300"/>
        </pc:sldMkLst>
        <pc:spChg chg="mod">
          <ac:chgData name="Lisa Bock" userId="1f2a7945151d6011" providerId="LiveId" clId="{7D3C68F9-48A8-44B1-A30F-A85364201CF9}" dt="2021-10-17T14:57:06.553" v="726" actId="20577"/>
          <ac:spMkLst>
            <pc:docMk/>
            <pc:sldMk cId="1720295737" sldId="300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7T18:32:27.257" v="1274" actId="20577"/>
          <ac:spMkLst>
            <pc:docMk/>
            <pc:sldMk cId="1720295737" sldId="300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7D3C68F9-48A8-44B1-A30F-A85364201CF9}" dt="2021-10-17T18:37:04.714" v="1322" actId="20577"/>
        <pc:sldMkLst>
          <pc:docMk/>
          <pc:sldMk cId="2456964893" sldId="301"/>
        </pc:sldMkLst>
        <pc:spChg chg="mod">
          <ac:chgData name="Lisa Bock" userId="1f2a7945151d6011" providerId="LiveId" clId="{7D3C68F9-48A8-44B1-A30F-A85364201CF9}" dt="2021-10-17T18:30:31.456" v="1229" actId="20577"/>
          <ac:spMkLst>
            <pc:docMk/>
            <pc:sldMk cId="2456964893" sldId="301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7T18:37:04.714" v="1322" actId="20577"/>
          <ac:spMkLst>
            <pc:docMk/>
            <pc:sldMk cId="2456964893" sldId="301"/>
            <ac:spMk id="3" creationId="{D265882B-10E2-446D-A76D-9CAE7BFA8BE6}"/>
          </ac:spMkLst>
        </pc:spChg>
      </pc:sldChg>
      <pc:sldChg chg="add del">
        <pc:chgData name="Lisa Bock" userId="1f2a7945151d6011" providerId="LiveId" clId="{7D3C68F9-48A8-44B1-A30F-A85364201CF9}" dt="2021-10-17T18:30:37.278" v="1230" actId="2696"/>
        <pc:sldMkLst>
          <pc:docMk/>
          <pc:sldMk cId="4195250623" sldId="302"/>
        </pc:sldMkLst>
      </pc:sldChg>
      <pc:sldChg chg="modSp new mod modNotesTx">
        <pc:chgData name="Lisa Bock" userId="1f2a7945151d6011" providerId="LiveId" clId="{7D3C68F9-48A8-44B1-A30F-A85364201CF9}" dt="2021-10-18T00:19:39.369" v="2548" actId="20577"/>
        <pc:sldMkLst>
          <pc:docMk/>
          <pc:sldMk cId="1799698848" sldId="303"/>
        </pc:sldMkLst>
        <pc:spChg chg="mod">
          <ac:chgData name="Lisa Bock" userId="1f2a7945151d6011" providerId="LiveId" clId="{7D3C68F9-48A8-44B1-A30F-A85364201CF9}" dt="2021-10-18T00:19:39.369" v="2548" actId="20577"/>
          <ac:spMkLst>
            <pc:docMk/>
            <pc:sldMk cId="1799698848" sldId="303"/>
            <ac:spMk id="2" creationId="{14F33E70-AF69-41E9-B200-1AD5F056A47E}"/>
          </ac:spMkLst>
        </pc:spChg>
        <pc:spChg chg="mod">
          <ac:chgData name="Lisa Bock" userId="1f2a7945151d6011" providerId="LiveId" clId="{7D3C68F9-48A8-44B1-A30F-A85364201CF9}" dt="2021-10-17T23:38:49.322" v="1947" actId="20577"/>
          <ac:spMkLst>
            <pc:docMk/>
            <pc:sldMk cId="1799698848" sldId="303"/>
            <ac:spMk id="3" creationId="{F71CF8D1-D672-4D80-9649-2F5D6866900C}"/>
          </ac:spMkLst>
        </pc:spChg>
      </pc:sldChg>
      <pc:sldChg chg="addSp delSp modSp new del">
        <pc:chgData name="Lisa Bock" userId="1f2a7945151d6011" providerId="LiveId" clId="{7D3C68F9-48A8-44B1-A30F-A85364201CF9}" dt="2021-10-17T18:02:50.838" v="815" actId="2696"/>
        <pc:sldMkLst>
          <pc:docMk/>
          <pc:sldMk cId="588579661" sldId="304"/>
        </pc:sldMkLst>
        <pc:spChg chg="del">
          <ac:chgData name="Lisa Bock" userId="1f2a7945151d6011" providerId="LiveId" clId="{7D3C68F9-48A8-44B1-A30F-A85364201CF9}" dt="2021-10-17T13:37:20.839" v="282"/>
          <ac:spMkLst>
            <pc:docMk/>
            <pc:sldMk cId="588579661" sldId="304"/>
            <ac:spMk id="3" creationId="{B62BF84A-FA2C-4FED-BAF2-85EF11E7BB95}"/>
          </ac:spMkLst>
        </pc:spChg>
        <pc:picChg chg="add mod">
          <ac:chgData name="Lisa Bock" userId="1f2a7945151d6011" providerId="LiveId" clId="{7D3C68F9-48A8-44B1-A30F-A85364201CF9}" dt="2021-10-17T13:37:24.014" v="284" actId="1076"/>
          <ac:picMkLst>
            <pc:docMk/>
            <pc:sldMk cId="588579661" sldId="304"/>
            <ac:picMk id="1026" creationId="{16931F70-D323-4C1E-8D3F-395843F48EDE}"/>
          </ac:picMkLst>
        </pc:picChg>
      </pc:sldChg>
      <pc:sldChg chg="modSp new del mod">
        <pc:chgData name="Lisa Bock" userId="1f2a7945151d6011" providerId="LiveId" clId="{7D3C68F9-48A8-44B1-A30F-A85364201CF9}" dt="2021-10-17T18:05:09.798" v="826" actId="2696"/>
        <pc:sldMkLst>
          <pc:docMk/>
          <pc:sldMk cId="2166052524" sldId="305"/>
        </pc:sldMkLst>
        <pc:spChg chg="mod">
          <ac:chgData name="Lisa Bock" userId="1f2a7945151d6011" providerId="LiveId" clId="{7D3C68F9-48A8-44B1-A30F-A85364201CF9}" dt="2021-10-17T18:03:33.950" v="818" actId="20577"/>
          <ac:spMkLst>
            <pc:docMk/>
            <pc:sldMk cId="2166052524" sldId="305"/>
            <ac:spMk id="3" creationId="{C9EE5EE9-F643-4D26-B9DF-91EDC796B411}"/>
          </ac:spMkLst>
        </pc:spChg>
      </pc:sldChg>
      <pc:sldChg chg="modSp new mod modNotesTx">
        <pc:chgData name="Lisa Bock" userId="1f2a7945151d6011" providerId="LiveId" clId="{7D3C68F9-48A8-44B1-A30F-A85364201CF9}" dt="2021-10-18T14:22:37.611" v="3230" actId="6549"/>
        <pc:sldMkLst>
          <pc:docMk/>
          <pc:sldMk cId="3848974814" sldId="306"/>
        </pc:sldMkLst>
        <pc:spChg chg="mod">
          <ac:chgData name="Lisa Bock" userId="1f2a7945151d6011" providerId="LiveId" clId="{7D3C68F9-48A8-44B1-A30F-A85364201CF9}" dt="2021-10-17T13:38:58.584" v="317" actId="20577"/>
          <ac:spMkLst>
            <pc:docMk/>
            <pc:sldMk cId="3848974814" sldId="306"/>
            <ac:spMk id="2" creationId="{53160799-CE40-46D6-B58E-82CC6FEB4BE7}"/>
          </ac:spMkLst>
        </pc:spChg>
        <pc:spChg chg="mod">
          <ac:chgData name="Lisa Bock" userId="1f2a7945151d6011" providerId="LiveId" clId="{7D3C68F9-48A8-44B1-A30F-A85364201CF9}" dt="2021-10-18T14:22:37.611" v="3230" actId="6549"/>
          <ac:spMkLst>
            <pc:docMk/>
            <pc:sldMk cId="3848974814" sldId="306"/>
            <ac:spMk id="3" creationId="{63CDA935-BB4B-480A-A509-10DE96BA2035}"/>
          </ac:spMkLst>
        </pc:spChg>
      </pc:sldChg>
      <pc:sldChg chg="modSp new mod">
        <pc:chgData name="Lisa Bock" userId="1f2a7945151d6011" providerId="LiveId" clId="{7D3C68F9-48A8-44B1-A30F-A85364201CF9}" dt="2021-10-18T14:24:04.061" v="3236" actId="20577"/>
        <pc:sldMkLst>
          <pc:docMk/>
          <pc:sldMk cId="3216392054" sldId="307"/>
        </pc:sldMkLst>
        <pc:spChg chg="mod">
          <ac:chgData name="Lisa Bock" userId="1f2a7945151d6011" providerId="LiveId" clId="{7D3C68F9-48A8-44B1-A30F-A85364201CF9}" dt="2021-10-17T13:40:12.183" v="346" actId="20577"/>
          <ac:spMkLst>
            <pc:docMk/>
            <pc:sldMk cId="3216392054" sldId="307"/>
            <ac:spMk id="2" creationId="{DAF27D45-AD7D-4AB1-8425-CF7B966D5CB4}"/>
          </ac:spMkLst>
        </pc:spChg>
        <pc:spChg chg="mod">
          <ac:chgData name="Lisa Bock" userId="1f2a7945151d6011" providerId="LiveId" clId="{7D3C68F9-48A8-44B1-A30F-A85364201CF9}" dt="2021-10-18T14:24:04.061" v="3236" actId="20577"/>
          <ac:spMkLst>
            <pc:docMk/>
            <pc:sldMk cId="3216392054" sldId="307"/>
            <ac:spMk id="3" creationId="{7F5BC8FB-5003-4AD3-9985-1176A29DBD4E}"/>
          </ac:spMkLst>
        </pc:spChg>
      </pc:sldChg>
      <pc:sldChg chg="modSp new mod">
        <pc:chgData name="Lisa Bock" userId="1f2a7945151d6011" providerId="LiveId" clId="{7D3C68F9-48A8-44B1-A30F-A85364201CF9}" dt="2021-10-18T00:03:47.694" v="2157" actId="6549"/>
        <pc:sldMkLst>
          <pc:docMk/>
          <pc:sldMk cId="500271927" sldId="308"/>
        </pc:sldMkLst>
        <pc:spChg chg="mod">
          <ac:chgData name="Lisa Bock" userId="1f2a7945151d6011" providerId="LiveId" clId="{7D3C68F9-48A8-44B1-A30F-A85364201CF9}" dt="2021-10-17T23:56:24.637" v="2060"/>
          <ac:spMkLst>
            <pc:docMk/>
            <pc:sldMk cId="500271927" sldId="308"/>
            <ac:spMk id="2" creationId="{6CCF39B7-B791-461C-AF4A-ACE9453B5005}"/>
          </ac:spMkLst>
        </pc:spChg>
        <pc:spChg chg="mod">
          <ac:chgData name="Lisa Bock" userId="1f2a7945151d6011" providerId="LiveId" clId="{7D3C68F9-48A8-44B1-A30F-A85364201CF9}" dt="2021-10-18T00:03:47.694" v="2157" actId="6549"/>
          <ac:spMkLst>
            <pc:docMk/>
            <pc:sldMk cId="500271927" sldId="308"/>
            <ac:spMk id="3" creationId="{F1EF9676-C18D-4381-8DE1-7DCF576B0624}"/>
          </ac:spMkLst>
        </pc:spChg>
      </pc:sldChg>
      <pc:sldChg chg="modSp new mod modNotesTx">
        <pc:chgData name="Lisa Bock" userId="1f2a7945151d6011" providerId="LiveId" clId="{7D3C68F9-48A8-44B1-A30F-A85364201CF9}" dt="2021-10-18T00:04:09.373" v="2161" actId="20577"/>
        <pc:sldMkLst>
          <pc:docMk/>
          <pc:sldMk cId="1977284236" sldId="309"/>
        </pc:sldMkLst>
        <pc:spChg chg="mod">
          <ac:chgData name="Lisa Bock" userId="1f2a7945151d6011" providerId="LiveId" clId="{7D3C68F9-48A8-44B1-A30F-A85364201CF9}" dt="2021-10-17T13:42:58.558" v="396"/>
          <ac:spMkLst>
            <pc:docMk/>
            <pc:sldMk cId="1977284236" sldId="309"/>
            <ac:spMk id="2" creationId="{4EFB1A1A-7E4A-406F-BCC0-DB67C01E86A9}"/>
          </ac:spMkLst>
        </pc:spChg>
        <pc:spChg chg="mod">
          <ac:chgData name="Lisa Bock" userId="1f2a7945151d6011" providerId="LiveId" clId="{7D3C68F9-48A8-44B1-A30F-A85364201CF9}" dt="2021-10-18T00:04:09.373" v="2161" actId="20577"/>
          <ac:spMkLst>
            <pc:docMk/>
            <pc:sldMk cId="1977284236" sldId="309"/>
            <ac:spMk id="3" creationId="{FD712A27-20B1-416F-AE49-D30641169E18}"/>
          </ac:spMkLst>
        </pc:spChg>
      </pc:sldChg>
      <pc:sldChg chg="modSp new mod">
        <pc:chgData name="Lisa Bock" userId="1f2a7945151d6011" providerId="LiveId" clId="{7D3C68F9-48A8-44B1-A30F-A85364201CF9}" dt="2021-10-18T14:42:28.904" v="3241" actId="108"/>
        <pc:sldMkLst>
          <pc:docMk/>
          <pc:sldMk cId="3768942183" sldId="310"/>
        </pc:sldMkLst>
        <pc:spChg chg="mod">
          <ac:chgData name="Lisa Bock" userId="1f2a7945151d6011" providerId="LiveId" clId="{7D3C68F9-48A8-44B1-A30F-A85364201CF9}" dt="2021-10-18T00:07:36.402" v="2192" actId="20577"/>
          <ac:spMkLst>
            <pc:docMk/>
            <pc:sldMk cId="3768942183" sldId="310"/>
            <ac:spMk id="2" creationId="{7C9D608A-CA6F-42D6-9651-6AF15A08ED68}"/>
          </ac:spMkLst>
        </pc:spChg>
        <pc:spChg chg="mod">
          <ac:chgData name="Lisa Bock" userId="1f2a7945151d6011" providerId="LiveId" clId="{7D3C68F9-48A8-44B1-A30F-A85364201CF9}" dt="2021-10-18T14:42:28.904" v="3241" actId="108"/>
          <ac:spMkLst>
            <pc:docMk/>
            <pc:sldMk cId="3768942183" sldId="310"/>
            <ac:spMk id="3" creationId="{38D07E39-2F59-49E5-AF81-165703453691}"/>
          </ac:spMkLst>
        </pc:spChg>
      </pc:sldChg>
      <pc:sldChg chg="modSp add del mod">
        <pc:chgData name="Lisa Bock" userId="1f2a7945151d6011" providerId="LiveId" clId="{7D3C68F9-48A8-44B1-A30F-A85364201CF9}" dt="2021-10-17T18:41:51.318" v="1435" actId="2696"/>
        <pc:sldMkLst>
          <pc:docMk/>
          <pc:sldMk cId="662638429" sldId="311"/>
        </pc:sldMkLst>
        <pc:spChg chg="mod">
          <ac:chgData name="Lisa Bock" userId="1f2a7945151d6011" providerId="LiveId" clId="{7D3C68F9-48A8-44B1-A30F-A85364201CF9}" dt="2021-10-17T18:24:33.819" v="1107" actId="20577"/>
          <ac:spMkLst>
            <pc:docMk/>
            <pc:sldMk cId="662638429" sldId="311"/>
            <ac:spMk id="2" creationId="{A92B708E-4083-4962-9240-C5792BEC3394}"/>
          </ac:spMkLst>
        </pc:spChg>
        <pc:spChg chg="mod">
          <ac:chgData name="Lisa Bock" userId="1f2a7945151d6011" providerId="LiveId" clId="{7D3C68F9-48A8-44B1-A30F-A85364201CF9}" dt="2021-10-17T18:24:52.507" v="1111" actId="15"/>
          <ac:spMkLst>
            <pc:docMk/>
            <pc:sldMk cId="662638429" sldId="311"/>
            <ac:spMk id="3" creationId="{D265882B-10E2-446D-A76D-9CAE7BFA8BE6}"/>
          </ac:spMkLst>
        </pc:spChg>
      </pc:sldChg>
      <pc:sldChg chg="modSp new mod">
        <pc:chgData name="Lisa Bock" userId="1f2a7945151d6011" providerId="LiveId" clId="{7D3C68F9-48A8-44B1-A30F-A85364201CF9}" dt="2021-10-18T02:11:16.965" v="2750" actId="20577"/>
        <pc:sldMkLst>
          <pc:docMk/>
          <pc:sldMk cId="3629324137" sldId="311"/>
        </pc:sldMkLst>
        <pc:spChg chg="mod">
          <ac:chgData name="Lisa Bock" userId="1f2a7945151d6011" providerId="LiveId" clId="{7D3C68F9-48A8-44B1-A30F-A85364201CF9}" dt="2021-10-18T02:06:56.365" v="2680"/>
          <ac:spMkLst>
            <pc:docMk/>
            <pc:sldMk cId="3629324137" sldId="311"/>
            <ac:spMk id="2" creationId="{5386FA8B-5855-46D0-9980-AC5B87206893}"/>
          </ac:spMkLst>
        </pc:spChg>
        <pc:spChg chg="mod">
          <ac:chgData name="Lisa Bock" userId="1f2a7945151d6011" providerId="LiveId" clId="{7D3C68F9-48A8-44B1-A30F-A85364201CF9}" dt="2021-10-18T02:11:16.965" v="2750" actId="20577"/>
          <ac:spMkLst>
            <pc:docMk/>
            <pc:sldMk cId="3629324137" sldId="311"/>
            <ac:spMk id="3" creationId="{48569274-7754-4BF0-8B59-F0481D91D920}"/>
          </ac:spMkLst>
        </pc:spChg>
      </pc:sldChg>
    </pc:docChg>
  </pc:docChgLst>
  <pc:docChgLst>
    <pc:chgData name="Danielle Andries" userId="93d179e4-3c18-40f7-920e-ae80b202540d" providerId="ADAL" clId="{70C42683-EFE9-42E7-8429-A915980FBA41}"/>
    <pc:docChg chg="modSld">
      <pc:chgData name="Danielle Andries" userId="93d179e4-3c18-40f7-920e-ae80b202540d" providerId="ADAL" clId="{70C42683-EFE9-42E7-8429-A915980FBA41}" dt="2021-10-18T14:55:52.170" v="27" actId="20577"/>
      <pc:docMkLst>
        <pc:docMk/>
      </pc:docMkLst>
      <pc:sldChg chg="modNotesTx">
        <pc:chgData name="Danielle Andries" userId="93d179e4-3c18-40f7-920e-ae80b202540d" providerId="ADAL" clId="{70C42683-EFE9-42E7-8429-A915980FBA41}" dt="2021-10-18T14:55:02.888" v="13" actId="20577"/>
        <pc:sldMkLst>
          <pc:docMk/>
          <pc:sldMk cId="3281777922" sldId="290"/>
        </pc:sldMkLst>
      </pc:sldChg>
      <pc:sldChg chg="modNotesTx">
        <pc:chgData name="Danielle Andries" userId="93d179e4-3c18-40f7-920e-ae80b202540d" providerId="ADAL" clId="{70C42683-EFE9-42E7-8429-A915980FBA41}" dt="2021-10-18T14:55:52.170" v="27" actId="20577"/>
        <pc:sldMkLst>
          <pc:docMk/>
          <pc:sldMk cId="2456964893" sldId="301"/>
        </pc:sldMkLst>
      </pc:sldChg>
      <pc:sldChg chg="modNotesTx">
        <pc:chgData name="Danielle Andries" userId="93d179e4-3c18-40f7-920e-ae80b202540d" providerId="ADAL" clId="{70C42683-EFE9-42E7-8429-A915980FBA41}" dt="2021-10-18T14:55:10.830" v="22" actId="20577"/>
        <pc:sldMkLst>
          <pc:docMk/>
          <pc:sldMk cId="1799698848" sldId="303"/>
        </pc:sldMkLst>
      </pc:sldChg>
    </pc:docChg>
  </pc:docChgLst>
  <pc:docChgLst>
    <pc:chgData name="Danielle Andries" userId="93d179e4-3c18-40f7-920e-ae80b202540d" providerId="ADAL" clId="{7F1A6C49-F6CF-4C44-8585-F5E5034E7A5F}"/>
    <pc:docChg chg="delSld">
      <pc:chgData name="Danielle Andries" userId="93d179e4-3c18-40f7-920e-ae80b202540d" providerId="ADAL" clId="{7F1A6C49-F6CF-4C44-8585-F5E5034E7A5F}" dt="2022-10-19T21:38:02.018" v="1" actId="47"/>
      <pc:docMkLst>
        <pc:docMk/>
      </pc:docMkLst>
      <pc:sldChg chg="del">
        <pc:chgData name="Danielle Andries" userId="93d179e4-3c18-40f7-920e-ae80b202540d" providerId="ADAL" clId="{7F1A6C49-F6CF-4C44-8585-F5E5034E7A5F}" dt="2022-10-19T21:37:59.282" v="0" actId="47"/>
        <pc:sldMkLst>
          <pc:docMk/>
          <pc:sldMk cId="2458990325" sldId="283"/>
        </pc:sldMkLst>
      </pc:sldChg>
      <pc:sldChg chg="del">
        <pc:chgData name="Danielle Andries" userId="93d179e4-3c18-40f7-920e-ae80b202540d" providerId="ADAL" clId="{7F1A6C49-F6CF-4C44-8585-F5E5034E7A5F}" dt="2022-10-19T21:38:02.018" v="1" actId="47"/>
        <pc:sldMkLst>
          <pc:docMk/>
          <pc:sldMk cId="3073644457" sldId="28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02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When using a bogus IP address, this scan might not return results since the target will try to respond to the fake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84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What other ways can you spoof a mac address?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33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An on-path attack is also known as a man-in-the-middle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35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Research how software deployment tools can be used to deliver ransomware and share their findings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07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If cleanup is to be done after a PenTest, make sure that the team has recorded all data that is needed for the final report.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58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64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Changing the time values can fool the investigators; however, this action can also confirm that an attack has taken place.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10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Secure Sockets (SOCKS) can provide the necessary authentication so that only authorized users may access a server. 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SOCKS5 is the most current version available and is widely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09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Look up tools such as Proxy Switcher, Proxifier, and Proxy workbench 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18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Avoiding Detection and Covering Tracks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scenario, perform active reconnaissance.</a:t>
            </a:r>
          </a:p>
          <a:p>
            <a:r>
              <a:rPr lang="en-US" dirty="0"/>
              <a:t>Given a scenario, perform post-exploitation techniques.</a:t>
            </a:r>
          </a:p>
          <a:p>
            <a:r>
              <a:rPr lang="en-US" dirty="0"/>
              <a:t>Explain use cases of the following tools during the phases of a penetration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Evade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8A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Flying Under the Radar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During the reconnaissance phase, the team need to test to see if they can pass through network defenses unnoticed.</a:t>
            </a:r>
          </a:p>
          <a:p>
            <a:r>
              <a:rPr lang="en-US" dirty="0"/>
              <a:t>Nmap has several ways to be stealthy:</a:t>
            </a:r>
          </a:p>
          <a:p>
            <a:pPr lvl="1"/>
            <a:r>
              <a:rPr lang="en-US" dirty="0"/>
              <a:t>Using fragmentation along with randomizing the order of hosts being scanned.</a:t>
            </a:r>
          </a:p>
          <a:p>
            <a:pPr lvl="1"/>
            <a:r>
              <a:rPr lang="en-US" dirty="0"/>
              <a:t>Spoofing options that trick the device by using a decoy, reporting a fake address, and/or using a specific port number.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Decoy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During a port scan on a host, you can use decoys to make it appear as if the packets are coming from a trusted or random device. </a:t>
            </a:r>
          </a:p>
          <a:p>
            <a:r>
              <a:rPr lang="en-US" dirty="0"/>
              <a:t>The object is to create bogus packets from the “decoys” so the actual attacker "blends in" with the crowd. </a:t>
            </a:r>
          </a:p>
          <a:p>
            <a:pPr lvl="1"/>
            <a:r>
              <a:rPr lang="en-US" dirty="0"/>
              <a:t>This option can be used by issuing the command: </a:t>
            </a:r>
            <a:r>
              <a:rPr lang="en-US" dirty="0">
                <a:latin typeface="Lucida Console" panose="020B0609040504020204" pitchFamily="49" charset="0"/>
              </a:rPr>
              <a:t>-D [decoy1, decoy2, decoy3, etc.] &lt;target&gt;.</a:t>
            </a:r>
          </a:p>
          <a:p>
            <a:pPr lvl="1"/>
            <a:r>
              <a:rPr lang="en-US" dirty="0"/>
              <a:t>Another option is to use randomly generated decoy using the following option: </a:t>
            </a:r>
            <a:r>
              <a:rPr lang="en-US" dirty="0">
                <a:latin typeface="Lucida Console" panose="020B0609040504020204" pitchFamily="49" charset="0"/>
              </a:rPr>
              <a:t>nmap -sS -sV -D RND:3 nmap.scanme.org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a Fake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option to confuse the IDS is to use a bogus IP address to make it appear as if the packets are coming from another source. </a:t>
            </a:r>
          </a:p>
          <a:p>
            <a:r>
              <a:rPr lang="en-US" dirty="0"/>
              <a:t>Another option to make the probe appear to be coming from a specific device by generating a bogus source MAC address </a:t>
            </a:r>
          </a:p>
          <a:p>
            <a:r>
              <a:rPr lang="en-US" dirty="0"/>
              <a:t>You can achieve this in one of two ways:</a:t>
            </a:r>
          </a:p>
          <a:p>
            <a:pPr lvl="1"/>
            <a:r>
              <a:rPr lang="en-US" dirty="0"/>
              <a:t>Specify a random MAC based on the vendor category, i.e., nmap -sT --spoof-mac apple scanme.nmap.org, which creates a random Apple MAC address</a:t>
            </a:r>
          </a:p>
          <a:p>
            <a:pPr lvl="1"/>
            <a:r>
              <a:rPr lang="en-US" dirty="0"/>
              <a:t>Use a specific MAC address such as nmap -sT --spoof-mac B7:B1:F9:BC:D4:56 scanme.nmap.org, which creates a random hardware address.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94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a Port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use Nmap offers an option to use a specific source port number by using either of the following commands:</a:t>
            </a:r>
          </a:p>
          <a:p>
            <a:pPr lvl="1"/>
            <a:r>
              <a:rPr lang="en-US" dirty="0">
                <a:latin typeface="Lucida Console" panose="020B0609040504020204" pitchFamily="49" charset="0"/>
              </a:rPr>
              <a:t>--source-port &lt;portnum&gt;, for example: nmap --source-port 53 scanme.nmap.org</a:t>
            </a:r>
          </a:p>
          <a:p>
            <a:pPr lvl="1"/>
            <a:r>
              <a:rPr lang="en-US" dirty="0">
                <a:latin typeface="Lucida Console" panose="020B0609040504020204" pitchFamily="49" charset="0"/>
              </a:rPr>
              <a:t>-g &lt;portnum&gt;, for example: nmap -g 53 scanme.nmap.org</a:t>
            </a:r>
          </a:p>
          <a:p>
            <a:r>
              <a:rPr lang="en-US" dirty="0"/>
              <a:t>In either option, the probe will appear to have originated from port 53, which is used by a DNS 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77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Slowing the Scans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modern network appliances are tuned to recognize a standard TCP SYN and other evasion and spoofing techniques. </a:t>
            </a:r>
          </a:p>
          <a:p>
            <a:r>
              <a:rPr lang="en-US" dirty="0"/>
              <a:t>For example, Snort is a popular open-source IDS that holds many of the signatures to detect Nmap scans. </a:t>
            </a:r>
          </a:p>
          <a:p>
            <a:pPr lvl="1"/>
            <a:r>
              <a:rPr lang="en-US" dirty="0"/>
              <a:t>If aggressive scanning is detected, Snort will issue an alert.</a:t>
            </a:r>
          </a:p>
          <a:p>
            <a:r>
              <a:rPr lang="en-US" dirty="0"/>
              <a:t>When testing, the team can avoid detection by using the </a:t>
            </a:r>
            <a:r>
              <a:rPr lang="en-US" dirty="0">
                <a:latin typeface="Lucida Console" panose="020B0609040504020204" pitchFamily="49" charset="0"/>
              </a:rPr>
              <a:t>–T</a:t>
            </a:r>
            <a:r>
              <a:rPr lang="en-US" dirty="0"/>
              <a:t> switch to slow the scans or use other options to avoid detection.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27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Bypassing Network Access Control (NAC)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NAC appliances restrict traffic by allowing only authorized hosts to access the corporate infrastructure. </a:t>
            </a:r>
          </a:p>
          <a:p>
            <a:r>
              <a:rPr lang="en-US" dirty="0"/>
              <a:t>The most common way to bypass NAC is by accessing an </a:t>
            </a:r>
            <a:r>
              <a:rPr lang="en-US" i="1" dirty="0"/>
              <a:t>authenticated </a:t>
            </a:r>
            <a:r>
              <a:rPr lang="en-US" dirty="0"/>
              <a:t>device </a:t>
            </a:r>
          </a:p>
          <a:p>
            <a:pPr marL="342900" lvl="1" indent="0">
              <a:buNone/>
            </a:pPr>
            <a:r>
              <a:rPr lang="en-US" dirty="0"/>
              <a:t>Then use the device to slip by the NAC appliance. </a:t>
            </a:r>
          </a:p>
          <a:p>
            <a:r>
              <a:rPr lang="en-US" dirty="0"/>
              <a:t>For example, a malicious actor can use a rogue WAP to get an authorized device to connect. </a:t>
            </a:r>
          </a:p>
          <a:p>
            <a:pPr lvl="1"/>
            <a:r>
              <a:rPr lang="en-US" dirty="0"/>
              <a:t>The attacker machine will then use it to relay malicious traffic into the protected network.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75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3E70-AF69-41E9-B200-1AD5F056A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Living off the Land (LoTL)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CF8D1-D672-4D80-9649-2F5D68669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LoTL attacks are called </a:t>
            </a:r>
            <a:r>
              <a:rPr lang="en-US" i="1" dirty="0"/>
              <a:t>fileless malware </a:t>
            </a:r>
            <a:r>
              <a:rPr lang="en-US" dirty="0"/>
              <a:t>as there are no viruses used. </a:t>
            </a:r>
          </a:p>
          <a:p>
            <a:pPr lvl="1"/>
            <a:r>
              <a:rPr lang="en-US" dirty="0"/>
              <a:t>The attack uses tools that are part of the OS or admin tools</a:t>
            </a:r>
          </a:p>
          <a:p>
            <a:pPr lvl="1"/>
            <a:r>
              <a:rPr lang="en-US" dirty="0"/>
              <a:t>Generally, won’t trigger any alarms and are harder to detect.</a:t>
            </a:r>
          </a:p>
          <a:p>
            <a:r>
              <a:rPr lang="en-US" dirty="0"/>
              <a:t>Some of the tools include the following:</a:t>
            </a:r>
          </a:p>
          <a:p>
            <a:pPr lvl="1"/>
            <a:r>
              <a:rPr lang="en-US" dirty="0"/>
              <a:t>Microsoft PowerShell (PS)</a:t>
            </a:r>
          </a:p>
          <a:p>
            <a:pPr lvl="1"/>
            <a:r>
              <a:rPr lang="en-US" dirty="0"/>
              <a:t>Windows Management Instrumentation (WMI) </a:t>
            </a:r>
          </a:p>
          <a:p>
            <a:pPr lvl="1"/>
            <a:r>
              <a:rPr lang="en-US" dirty="0"/>
              <a:t>Visual Basic Scripts (VBScript)  and Mimikatz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50EDD-30DA-4643-A05A-93DCF6363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98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0799-CE40-46D6-B58E-82CC6FEB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Covering your Tracks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DA935-BB4B-480A-A509-10DE96BA2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An attacker will try to make it as difficult for investigators to identify how the attack began and who is responsible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Covering tracks is done in order to: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Attempt to conceal the source of a malicious act and remove any residual traces of that event before leaving the target environment.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Clean up after a PenTesting exercise by removing shells, tester-created credentials, and tools.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CA3EA-EC7E-487E-BCE6-76AA9A048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74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7D45-AD7D-4AB1-8425-CF7B966D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Tiding Logs and Entries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BC8FB-5003-4AD3-9985-1176A29DB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team can erase a whole log file or certain items. In addition, they can modify the time values to hinder the investigation.</a:t>
            </a:r>
          </a:p>
          <a:p>
            <a:r>
              <a:rPr lang="en-US" dirty="0"/>
              <a:t>Methods to clear event logs include:</a:t>
            </a:r>
          </a:p>
          <a:p>
            <a:pPr lvl="1"/>
            <a:r>
              <a:rPr lang="en-US" dirty="0"/>
              <a:t>Use Metasploit's meterpreter and issue the command clearev, which will clear all Windows event logs.</a:t>
            </a:r>
          </a:p>
          <a:p>
            <a:pPr lvl="1"/>
            <a:r>
              <a:rPr lang="en-US" dirty="0"/>
              <a:t>Using the CLI in Windows, you can clear individual log categories. </a:t>
            </a:r>
          </a:p>
          <a:p>
            <a:pPr lvl="1"/>
            <a:r>
              <a:rPr lang="en-US" dirty="0"/>
              <a:t>On a Linux system there are several methods to clear logs </a:t>
            </a:r>
          </a:p>
          <a:p>
            <a:pPr lvl="1"/>
            <a:r>
              <a:rPr lang="en-US" dirty="0"/>
              <a:t>In some cases, you don’t want to remove all logs, just specific entries.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34436-3194-44A5-B8C9-16936B11F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92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39B7-B791-461C-AF4A-ACE9453B5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Log Entries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F9676-C18D-4381-8DE1-7DCF576B0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Instead of removing an entry or an entire log, you can alter the log entries, and frame another individual.</a:t>
            </a:r>
          </a:p>
          <a:p>
            <a:r>
              <a:rPr lang="en-US" dirty="0"/>
              <a:t>Methods to achieve this include:</a:t>
            </a:r>
          </a:p>
          <a:p>
            <a:pPr lvl="1"/>
            <a:r>
              <a:rPr lang="en-US" dirty="0"/>
              <a:t>Modify a user logon entry in Windows security logs</a:t>
            </a:r>
          </a:p>
          <a:p>
            <a:pPr lvl="1"/>
            <a:r>
              <a:rPr lang="en-US" dirty="0"/>
              <a:t>Steal a privileged user's token and then perform a malicious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43085-1110-431B-B1DE-ABB1B7B2AC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71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1A1A-7E4A-406F-BCC0-DB67C01E8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Timestamps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2A27-20B1-416F-AE49-D30641169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good forensic investigator will attempt to reconstruct a narrative of events by correlating event data.</a:t>
            </a:r>
          </a:p>
          <a:p>
            <a:r>
              <a:rPr lang="en-US" dirty="0"/>
              <a:t>If you can modify the time that certain events are recorded, you can deceive the investigators during a forensic investigation. </a:t>
            </a:r>
          </a:p>
          <a:p>
            <a:r>
              <a:rPr lang="en-US" dirty="0"/>
              <a:t>Changing time-based values is not just limited to event logs. </a:t>
            </a:r>
          </a:p>
          <a:p>
            <a:pPr lvl="1"/>
            <a:r>
              <a:rPr lang="en-US" dirty="0"/>
              <a:t>You can also alter a file's MACE metadata using Metasploit's meterpreter tool called TimeStomp </a:t>
            </a:r>
          </a:p>
          <a:p>
            <a:pPr lvl="1"/>
            <a:r>
              <a:rPr lang="en-US" dirty="0"/>
              <a:t>Allows you to delete or modify timestamp-related information on files.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6974B-1BE0-49D4-A6F2-CD58BD337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84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608A-CA6F-42D6-9651-6AF15A08E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Erasing or Shredding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07E39-2F59-49E5-AF81-165703453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It’s possible to delete the entries by using one of the following:</a:t>
            </a:r>
          </a:p>
          <a:p>
            <a:pPr lvl="1"/>
            <a:r>
              <a:rPr lang="en-US" dirty="0"/>
              <a:t>When using a Bash shell enter either </a:t>
            </a:r>
            <a:r>
              <a:rPr lang="en-US" dirty="0">
                <a:latin typeface="Lucida Console" panose="020B0609040504020204" pitchFamily="49" charset="0"/>
              </a:rPr>
              <a:t>echo "" &gt; ~/.bash_history or history -c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In a Windows OS, clear the history by pressing Alt+F7 or terminate the process.</a:t>
            </a:r>
          </a:p>
          <a:p>
            <a:pPr lvl="1"/>
            <a:r>
              <a:rPr lang="en-US" dirty="0"/>
              <a:t>While in PowerShell, clear the history by using the Clear-History cmdlet.</a:t>
            </a:r>
          </a:p>
          <a:p>
            <a:r>
              <a:rPr lang="en-US" dirty="0"/>
              <a:t>To completely removed a file, you can do the following:</a:t>
            </a:r>
          </a:p>
          <a:p>
            <a:pPr lvl="1"/>
            <a:r>
              <a:rPr lang="en-US" dirty="0"/>
              <a:t>On a Linux system, you can use the command shred. </a:t>
            </a:r>
          </a:p>
          <a:p>
            <a:pPr lvl="1"/>
            <a:r>
              <a:rPr lang="en-US" dirty="0"/>
              <a:t>On a Windows system, overwrite a volume using: format d: /fs:NTFS /p:1.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7BA21-8BF1-4240-AAA5-7F2EF2CE36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42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ways you can fly under the radar when scanning</a:t>
            </a:r>
          </a:p>
          <a:p>
            <a:r>
              <a:rPr lang="en-US" dirty="0"/>
              <a:t>Discuss how you can bypass a NAC device </a:t>
            </a:r>
          </a:p>
          <a:p>
            <a:r>
              <a:rPr lang="en-US" dirty="0"/>
              <a:t>Describe a Living off the Land attack</a:t>
            </a:r>
          </a:p>
          <a:p>
            <a:r>
              <a:rPr lang="en-US" dirty="0"/>
              <a:t>Outline how the team can erase or modify a whole log file or change certain items in a log</a:t>
            </a:r>
          </a:p>
          <a:p>
            <a:r>
              <a:rPr lang="en-US" dirty="0"/>
              <a:t>Discuss how and why you might alter timestamps</a:t>
            </a:r>
          </a:p>
          <a:p>
            <a:r>
              <a:rPr lang="en-US" dirty="0"/>
              <a:t>Explain why the team might erase or shred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Evade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 Steganography to Hide and Conceal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8B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6FA8B-5855-46D0-9980-AC5B87206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Steganography to Hide and Conceal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69274-7754-4BF0-8B59-F0481D91D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Today, there are hundreds of steganography tools available to conceal a message in plain site </a:t>
            </a:r>
          </a:p>
          <a:p>
            <a:r>
              <a:rPr lang="en-US" dirty="0"/>
              <a:t>Steghide is an open-source CLI tool used to conceal a payload in either an image or audio file. </a:t>
            </a:r>
          </a:p>
          <a:p>
            <a:pPr lvl="1"/>
            <a:r>
              <a:rPr lang="en-US" dirty="0"/>
              <a:t>Can compress, conceal, and encrypt data using images such as JPEG and BMP, along with audio files using WAV and AU formats.</a:t>
            </a:r>
          </a:p>
          <a:p>
            <a:r>
              <a:rPr lang="en-US" dirty="0"/>
              <a:t>OpenStego is like most other tools, in that you embed a message in a carrier file. However, you can also embed a watermark.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AE82D-D171-43C5-ADA8-0A73B598A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24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Masking using Alternate Data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NTFS Alternate Data Streams were originally designed to provide compatibility with non-Windows file systems. </a:t>
            </a:r>
          </a:p>
          <a:p>
            <a:r>
              <a:rPr lang="en-US" dirty="0"/>
              <a:t>However, this method can also be used to allow data to be stored in hidden files that are linked to a regular visible file. </a:t>
            </a:r>
          </a:p>
          <a:p>
            <a:r>
              <a:rPr lang="en-US" dirty="0"/>
              <a:t>The streams are not limited in size and there can be more than one stream linked to the visible file. </a:t>
            </a:r>
          </a:p>
          <a:p>
            <a:r>
              <a:rPr lang="en-US" dirty="0"/>
              <a:t>This allows an attacker to hide their tools and data on a compromised system and retrieve them later.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Methods used to Conceal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Snow is a CLI steganography tool that conceals a data payload within the whitespace of a text file that uses the ASCII format. 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Data can either be concealed using plaintext, or the message can be encrypted.</a:t>
            </a:r>
          </a:p>
          <a:p>
            <a:r>
              <a:rPr lang="en-US" dirty="0">
                <a:solidFill>
                  <a:srgbClr val="000000"/>
                </a:solidFill>
              </a:rPr>
              <a:t>Coagula and Sonic Visualizer are tools that use </a:t>
            </a:r>
            <a:r>
              <a:rPr lang="en-US" i="1" dirty="0">
                <a:solidFill>
                  <a:srgbClr val="000000"/>
                </a:solidFill>
              </a:rPr>
              <a:t>sound </a:t>
            </a:r>
            <a:r>
              <a:rPr lang="en-US" dirty="0">
                <a:solidFill>
                  <a:srgbClr val="000000"/>
                </a:solidFill>
              </a:rPr>
              <a:t>to conceal an image into a .wav file, and then convert the text in the spectrogram. 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Create an image that contains text, then convert the image into a .wav file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Reveal the text by using an audio spectrogram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39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Discuss Steganography, and list examples of some tools used to embed a message in a carrier file. </a:t>
            </a:r>
          </a:p>
          <a:p>
            <a:r>
              <a:rPr lang="en-US" dirty="0">
                <a:solidFill>
                  <a:srgbClr val="000000"/>
                </a:solidFill>
              </a:rPr>
              <a:t>Describe how NTFS Alternate Data Streams can hide information</a:t>
            </a:r>
          </a:p>
          <a:p>
            <a:r>
              <a:rPr lang="en-US" dirty="0">
                <a:solidFill>
                  <a:srgbClr val="000000"/>
                </a:solidFill>
              </a:rPr>
              <a:t>Outline how you can hide information in white space </a:t>
            </a:r>
          </a:p>
          <a:p>
            <a:r>
              <a:rPr lang="en-US" dirty="0">
                <a:solidFill>
                  <a:srgbClr val="000000"/>
                </a:solidFill>
              </a:rPr>
              <a:t>Explain how Coagula and Sonic Visualizer can convert an image into music.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Steganography to Hide and Conceal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Establish a Covert Channel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8C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66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Data Exfiltration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exfiltration is when data that is stored inside a private network is transferred to an external network without authorization </a:t>
            </a:r>
          </a:p>
          <a:p>
            <a:r>
              <a:rPr lang="en-US" dirty="0"/>
              <a:t>This can be the result of the following:</a:t>
            </a:r>
          </a:p>
          <a:p>
            <a:pPr lvl="1"/>
            <a:r>
              <a:rPr lang="en-US" dirty="0"/>
              <a:t>A social engineering attack such as a phishing email requesting data</a:t>
            </a:r>
          </a:p>
          <a:p>
            <a:pPr lvl="1"/>
            <a:r>
              <a:rPr lang="en-US" dirty="0"/>
              <a:t>Downloading data to an insecure device, such as a USB drive</a:t>
            </a:r>
          </a:p>
          <a:p>
            <a:pPr lvl="1"/>
            <a:r>
              <a:rPr lang="en-US" dirty="0"/>
              <a:t>Fileless malware such as a PowerShell-based attack using custom payloads</a:t>
            </a:r>
          </a:p>
          <a:p>
            <a:pPr lvl="1"/>
            <a:r>
              <a:rPr lang="en-US" dirty="0"/>
              <a:t>Transmitting data to non-secured cloud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8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Secure Shell (SSH)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communicating with a remote, Linux machine, it’s common to use SSH, a protocol that provides a way to communicate securely</a:t>
            </a:r>
          </a:p>
          <a:p>
            <a:pPr lvl="1"/>
            <a:r>
              <a:rPr lang="en-US" dirty="0"/>
              <a:t>For an SSH session to take place, one computer will act as a client and one computer will act as a server. </a:t>
            </a:r>
          </a:p>
          <a:p>
            <a:pPr lvl="1"/>
            <a:r>
              <a:rPr lang="en-US" dirty="0"/>
              <a:t>Once the session is started, the client can then manipulate objects, transfer files, or manage the computer by issuing commands</a:t>
            </a:r>
          </a:p>
          <a:p>
            <a:r>
              <a:rPr lang="en-US" dirty="0"/>
              <a:t>Malicious actors constantly try to exploit a vulnerable SSH server</a:t>
            </a:r>
          </a:p>
          <a:p>
            <a:pPr lvl="1"/>
            <a:r>
              <a:rPr lang="en-US" dirty="0"/>
              <a:t>Nmap has several commands and scripts that the team can use to see if the target is vulnerable.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22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Hacking with Netcat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CLI utility used to read from, or write to, a network connection. </a:t>
            </a:r>
          </a:p>
          <a:p>
            <a:pPr lvl="1"/>
            <a:r>
              <a:rPr lang="en-US" dirty="0"/>
              <a:t>It can create or connect to a TCP server </a:t>
            </a:r>
          </a:p>
          <a:p>
            <a:pPr lvl="1"/>
            <a:r>
              <a:rPr lang="en-US" dirty="0"/>
              <a:t>Act as a simple proxy or relay, transfer files</a:t>
            </a:r>
          </a:p>
          <a:p>
            <a:pPr lvl="1"/>
            <a:r>
              <a:rPr lang="en-US" dirty="0"/>
              <a:t>Launch executables (such as a backdoor shell) when a connection is made </a:t>
            </a:r>
          </a:p>
          <a:p>
            <a:pPr lvl="1"/>
            <a:r>
              <a:rPr lang="en-US" dirty="0"/>
              <a:t>Test services and daemons, and even scan ports.</a:t>
            </a:r>
          </a:p>
          <a:p>
            <a:r>
              <a:rPr lang="en-US" dirty="0"/>
              <a:t>The basic syntax of Netcat is nc [options] [target address] [port(s)].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67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Evolving with Ncat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Ncat is an Interactive CLI tool used to read and write data over a network. It’s similar to Netcat, yet has advanced features</a:t>
            </a:r>
          </a:p>
          <a:p>
            <a:r>
              <a:rPr lang="en-US" dirty="0"/>
              <a:t>When establishing a link, Ncat can operate in either:</a:t>
            </a:r>
          </a:p>
          <a:p>
            <a:pPr lvl="1"/>
            <a:r>
              <a:rPr lang="en-US" b="1" dirty="0"/>
              <a:t>Connect (or client) mode </a:t>
            </a:r>
            <a:r>
              <a:rPr lang="en-US" dirty="0"/>
              <a:t>– If the host is in this mode, Ncat will attempt to initiate a connection to a listening service.</a:t>
            </a:r>
          </a:p>
          <a:p>
            <a:pPr lvl="1"/>
            <a:r>
              <a:rPr lang="en-US" b="1" dirty="0"/>
              <a:t>Listen (or server) mode </a:t>
            </a:r>
            <a:r>
              <a:rPr lang="en-US" dirty="0"/>
              <a:t>– If the host is in this mode, Ncat will listen for an incoming connection request.</a:t>
            </a:r>
          </a:p>
          <a:p>
            <a:r>
              <a:rPr lang="en-US" dirty="0"/>
              <a:t>Ncat is built into Nmap and includes support for Windows, Linux, and Mac 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54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Providing Remote Management with WinRM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WinRM comes installed with Windows and can be accessed via a CLI or PowerShell.</a:t>
            </a:r>
          </a:p>
          <a:p>
            <a:r>
              <a:rPr lang="en-US" dirty="0"/>
              <a:t>To activate the service, issue the command </a:t>
            </a:r>
            <a:r>
              <a:rPr lang="en-US" dirty="0">
                <a:latin typeface="Lucida Console" panose="020B0609040504020204" pitchFamily="49" charset="0"/>
              </a:rPr>
              <a:t>c:\users&gt; winrm quickconfig</a:t>
            </a:r>
          </a:p>
          <a:p>
            <a:pPr lvl="1"/>
            <a:r>
              <a:rPr lang="en-US" dirty="0"/>
              <a:t>This will configure the firewall exceptions and start the service.</a:t>
            </a:r>
          </a:p>
          <a:p>
            <a:r>
              <a:rPr lang="en-US" dirty="0"/>
              <a:t>After initial configuration on both systems, you can then gain access to the remote system. </a:t>
            </a:r>
          </a:p>
          <a:p>
            <a:pPr lvl="1"/>
            <a:r>
              <a:rPr lang="en-US" dirty="0"/>
              <a:t>Once in, you can execute commands to manage and monitor clients and servers.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14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Remotely Using PSExec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PsExec is a lightweight program that is part of the Sysinternals suite that provides interactivity for CLI programs. </a:t>
            </a:r>
          </a:p>
          <a:p>
            <a:pPr lvl="1"/>
            <a:r>
              <a:rPr lang="en-US" dirty="0"/>
              <a:t>Uses SMB to issue commands to a remote system without having to manually install client software.</a:t>
            </a:r>
          </a:p>
          <a:p>
            <a:r>
              <a:rPr lang="en-US" dirty="0"/>
              <a:t>Can be used along with Mimikatz to allow a malicious actor to move laterally within a system and issue commands.</a:t>
            </a:r>
          </a:p>
          <a:p>
            <a:pPr lvl="1"/>
            <a:r>
              <a:rPr lang="en-US" dirty="0">
                <a:latin typeface="Lucida Console" panose="020B0609040504020204" pitchFamily="49" charset="0"/>
              </a:rPr>
              <a:t>PSExec \\192.168.1.50 -s "C:\bad-app.exe"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92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Proxy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Proxy servers are used on a network to mediate communications between a client and another server. </a:t>
            </a:r>
          </a:p>
          <a:p>
            <a:r>
              <a:rPr lang="en-US" dirty="0"/>
              <a:t>Can filter and often modify communications, as well as provide caching services to improve performance. </a:t>
            </a:r>
          </a:p>
          <a:p>
            <a:r>
              <a:rPr lang="en-US" dirty="0"/>
              <a:t>Malicious actors can also use proxies to conceal their location. </a:t>
            </a:r>
          </a:p>
          <a:p>
            <a:pPr lvl="1"/>
            <a:r>
              <a:rPr lang="en-US" dirty="0"/>
              <a:t>Called ProxyChaining, this provides an extra layer of protection by forcing a specific TCP connection so that websites do not see your real IP address.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957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ProxyChains4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ProxyChains4 is a command-line tool that enables PenTesters to mask their identity and/or source IP address </a:t>
            </a:r>
          </a:p>
          <a:p>
            <a:pPr lvl="1"/>
            <a:r>
              <a:rPr lang="en-US" dirty="0"/>
              <a:t>Sends messages through intermediary or proxy servers.</a:t>
            </a:r>
          </a:p>
          <a:p>
            <a:r>
              <a:rPr lang="en-US" dirty="0"/>
              <a:t>To stay anonymous during port scanning, you can use TOR through ProxyChains4</a:t>
            </a:r>
          </a:p>
          <a:p>
            <a:pPr lvl="1"/>
            <a:r>
              <a:rPr lang="en-US" dirty="0"/>
              <a:t>Traffic is sent through a specific tunnel</a:t>
            </a:r>
          </a:p>
          <a:p>
            <a:pPr lvl="1"/>
            <a:r>
              <a:rPr lang="en-US" dirty="0"/>
              <a:t>Encrypting the traffic will conceal the contents of the packets.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64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Define Data exfiltration and ways this can occur</a:t>
            </a:r>
          </a:p>
          <a:p>
            <a:r>
              <a:rPr lang="en-US" dirty="0"/>
              <a:t>Describe how using SSH can be a vulnerability</a:t>
            </a:r>
          </a:p>
          <a:p>
            <a:r>
              <a:rPr lang="en-US" dirty="0"/>
              <a:t>Compare features of Netcat and Ncat</a:t>
            </a:r>
          </a:p>
          <a:p>
            <a:r>
              <a:rPr lang="en-US" dirty="0"/>
              <a:t>Explain how the team can use WinRM and PSExec to provide remote management of a system</a:t>
            </a:r>
          </a:p>
          <a:p>
            <a:r>
              <a:rPr lang="en-US" dirty="0"/>
              <a:t>Outline what’s involved in using a proxy </a:t>
            </a:r>
          </a:p>
          <a:p>
            <a:r>
              <a:rPr lang="en-US" dirty="0"/>
              <a:t>Discuss ways the team can stay anonymous during port scanning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 a Covert Channel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39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15B5D0-DEFA-4A29-BB32-61AFAA2FB0AD}"/>
</file>

<file path=customXml/itemProps2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2797</TotalTime>
  <Words>2412</Words>
  <Application>Microsoft Office PowerPoint</Application>
  <PresentationFormat>On-screen Show (16:9)</PresentationFormat>
  <Paragraphs>224</Paragraphs>
  <Slides>33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Lucida Console</vt:lpstr>
      <vt:lpstr>Calibri</vt:lpstr>
      <vt:lpstr>Open Sans</vt:lpstr>
      <vt:lpstr>Arial</vt:lpstr>
      <vt:lpstr>comptia_ov</vt:lpstr>
      <vt:lpstr>Exam PT0-002</vt:lpstr>
      <vt:lpstr>Avoiding Detection and Covering Tracks</vt:lpstr>
      <vt:lpstr>Objectives</vt:lpstr>
      <vt:lpstr>Evade Detection</vt:lpstr>
      <vt:lpstr>Flying Under the Radar</vt:lpstr>
      <vt:lpstr>Using a Decoy</vt:lpstr>
      <vt:lpstr>Reporting a Fake Address</vt:lpstr>
      <vt:lpstr>Modifying a Port Number</vt:lpstr>
      <vt:lpstr>Slowing the Scans</vt:lpstr>
      <vt:lpstr>Bypassing Network Access Control (NAC)</vt:lpstr>
      <vt:lpstr>Living off the Land (LoTL)</vt:lpstr>
      <vt:lpstr>Covering your Tracks</vt:lpstr>
      <vt:lpstr>Tiding Logs and Entries</vt:lpstr>
      <vt:lpstr>Changing Log Entries</vt:lpstr>
      <vt:lpstr>Modifying Timestamps</vt:lpstr>
      <vt:lpstr>Erasing or Shredding Data</vt:lpstr>
      <vt:lpstr>Evade Detection</vt:lpstr>
      <vt:lpstr>Use Steganography to Hide and Conceal</vt:lpstr>
      <vt:lpstr>Using Steganography to Hide and Conceal</vt:lpstr>
      <vt:lpstr>Masking using Alternate Data Streams</vt:lpstr>
      <vt:lpstr>Other Methods used to Conceal Information</vt:lpstr>
      <vt:lpstr>Use Steganography to Hide and Conceal</vt:lpstr>
      <vt:lpstr>Establish a Covert Channel</vt:lpstr>
      <vt:lpstr>Preventing Data Exfiltration</vt:lpstr>
      <vt:lpstr>Using a Secure Shell (SSH)</vt:lpstr>
      <vt:lpstr>Hacking with Netcat</vt:lpstr>
      <vt:lpstr>Evolving with Ncat</vt:lpstr>
      <vt:lpstr>Providing Remote Management with WinRM</vt:lpstr>
      <vt:lpstr>Managing Remotely Using PSExec</vt:lpstr>
      <vt:lpstr>Using a Proxy</vt:lpstr>
      <vt:lpstr>Using ProxyChains4</vt:lpstr>
      <vt:lpstr>Establish a Covert Channel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9</cp:revision>
  <dcterms:created xsi:type="dcterms:W3CDTF">2021-09-23T15:15:08Z</dcterms:created>
  <dcterms:modified xsi:type="dcterms:W3CDTF">2022-10-19T21:38:09Z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</Properties>
</file>