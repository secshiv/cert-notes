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35"/>
  </p:notesMasterIdLst>
  <p:handoutMasterIdLst>
    <p:handoutMasterId r:id="rId36"/>
  </p:handoutMasterIdLst>
  <p:sldIdLst>
    <p:sldId id="257" r:id="rId5"/>
    <p:sldId id="258" r:id="rId6"/>
    <p:sldId id="256" r:id="rId7"/>
    <p:sldId id="259" r:id="rId8"/>
    <p:sldId id="260" r:id="rId9"/>
    <p:sldId id="264" r:id="rId10"/>
    <p:sldId id="290" r:id="rId11"/>
    <p:sldId id="291" r:id="rId12"/>
    <p:sldId id="292" r:id="rId13"/>
    <p:sldId id="294" r:id="rId14"/>
    <p:sldId id="261" r:id="rId15"/>
    <p:sldId id="266" r:id="rId16"/>
    <p:sldId id="267" r:id="rId17"/>
    <p:sldId id="269" r:id="rId18"/>
    <p:sldId id="304" r:id="rId19"/>
    <p:sldId id="296" r:id="rId20"/>
    <p:sldId id="297" r:id="rId21"/>
    <p:sldId id="299" r:id="rId22"/>
    <p:sldId id="270" r:id="rId23"/>
    <p:sldId id="285" r:id="rId24"/>
    <p:sldId id="298" r:id="rId25"/>
    <p:sldId id="286" r:id="rId26"/>
    <p:sldId id="287" r:id="rId27"/>
    <p:sldId id="288" r:id="rId28"/>
    <p:sldId id="300" r:id="rId29"/>
    <p:sldId id="301" r:id="rId30"/>
    <p:sldId id="302" r:id="rId31"/>
    <p:sldId id="303" r:id="rId32"/>
    <p:sldId id="289" r:id="rId33"/>
    <p:sldId id="281" r:id="rId34"/>
  </p:sldIdLst>
  <p:sldSz cx="9144000" cy="5143500" type="screen16x9"/>
  <p:notesSz cx="6858000" cy="9144000"/>
  <p:embeddedFontLst>
    <p:embeddedFont>
      <p:font typeface="Calibri" panose="020F0502020204030204" pitchFamily="34" charset="0"/>
      <p:regular r:id="rId37"/>
      <p:bold r:id="rId38"/>
      <p:italic r:id="rId39"/>
      <p:boldItalic r:id="rId40"/>
    </p:embeddedFont>
    <p:embeddedFont>
      <p:font typeface="Lucida Console" panose="020B0609040504020204" pitchFamily="49" charset="0"/>
      <p:regular r:id="rId41"/>
    </p:embeddedFont>
    <p:embeddedFont>
      <p:font typeface="Open Sans" panose="020B0606030504020204" pitchFamily="34" charset="0"/>
      <p:regular r:id="rId42"/>
      <p:bold r:id="rId43"/>
      <p:italic r:id="rId44"/>
      <p:boldItalic r:id="rId4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9FDE"/>
    <a:srgbClr val="FEAE62"/>
    <a:srgbClr val="7FC8DD"/>
    <a:srgbClr val="ED6D00"/>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1" autoAdjust="0"/>
    <p:restoredTop sz="81242" autoAdjust="0"/>
  </p:normalViewPr>
  <p:slideViewPr>
    <p:cSldViewPr snapToGrid="0">
      <p:cViewPr varScale="1">
        <p:scale>
          <a:sx n="120" d="100"/>
          <a:sy n="120" d="100"/>
        </p:scale>
        <p:origin x="1380" y="84"/>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87" d="100"/>
          <a:sy n="87" d="100"/>
        </p:scale>
        <p:origin x="384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3.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6.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openxmlformats.org/officeDocument/2006/relationships/font" Target="fonts/font7.fntdata"/><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2.fntdata"/><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font" Target="fonts/font5.fntdata"/><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sa Bock" userId="1f2a7945151d6011" providerId="LiveId" clId="{1F28B724-470A-4505-85B4-B2507F4FFDA6}"/>
    <pc:docChg chg="undo redo custSel addSld delSld modSld sldOrd">
      <pc:chgData name="Lisa Bock" userId="1f2a7945151d6011" providerId="LiveId" clId="{1F28B724-470A-4505-85B4-B2507F4FFDA6}" dt="2021-10-23T16:29:41.490" v="3362" actId="20577"/>
      <pc:docMkLst>
        <pc:docMk/>
      </pc:docMkLst>
      <pc:sldChg chg="modSp mod modNotesTx">
        <pc:chgData name="Lisa Bock" userId="1f2a7945151d6011" providerId="LiveId" clId="{1F28B724-470A-4505-85B4-B2507F4FFDA6}" dt="2021-10-23T16:17:18.932" v="3186" actId="20577"/>
        <pc:sldMkLst>
          <pc:docMk/>
          <pc:sldMk cId="2700514735" sldId="260"/>
        </pc:sldMkLst>
        <pc:spChg chg="mod">
          <ac:chgData name="Lisa Bock" userId="1f2a7945151d6011" providerId="LiveId" clId="{1F28B724-470A-4505-85B4-B2507F4FFDA6}" dt="2021-10-18T01:42:21.282" v="2"/>
          <ac:spMkLst>
            <pc:docMk/>
            <pc:sldMk cId="2700514735" sldId="260"/>
            <ac:spMk id="2" creationId="{A92B708E-4083-4962-9240-C5792BEC3394}"/>
          </ac:spMkLst>
        </pc:spChg>
        <pc:spChg chg="mod">
          <ac:chgData name="Lisa Bock" userId="1f2a7945151d6011" providerId="LiveId" clId="{1F28B724-470A-4505-85B4-B2507F4FFDA6}" dt="2021-10-23T16:17:18.932" v="3186" actId="20577"/>
          <ac:spMkLst>
            <pc:docMk/>
            <pc:sldMk cId="2700514735" sldId="260"/>
            <ac:spMk id="3" creationId="{D265882B-10E2-446D-A76D-9CAE7BFA8BE6}"/>
          </ac:spMkLst>
        </pc:spChg>
      </pc:sldChg>
      <pc:sldChg chg="modSp mod">
        <pc:chgData name="Lisa Bock" userId="1f2a7945151d6011" providerId="LiveId" clId="{1F28B724-470A-4505-85B4-B2507F4FFDA6}" dt="2021-10-23T01:01:14.764" v="1714"/>
        <pc:sldMkLst>
          <pc:docMk/>
          <pc:sldMk cId="1379302974" sldId="261"/>
        </pc:sldMkLst>
        <pc:spChg chg="mod">
          <ac:chgData name="Lisa Bock" userId="1f2a7945151d6011" providerId="LiveId" clId="{1F28B724-470A-4505-85B4-B2507F4FFDA6}" dt="2021-10-23T01:01:14.764" v="1714"/>
          <ac:spMkLst>
            <pc:docMk/>
            <pc:sldMk cId="1379302974" sldId="261"/>
            <ac:spMk id="2" creationId="{00910985-B36C-4A8C-8F00-496036FF49CE}"/>
          </ac:spMkLst>
        </pc:spChg>
        <pc:spChg chg="mod">
          <ac:chgData name="Lisa Bock" userId="1f2a7945151d6011" providerId="LiveId" clId="{1F28B724-470A-4505-85B4-B2507F4FFDA6}" dt="2021-10-23T00:13:15.725" v="1045"/>
          <ac:spMkLst>
            <pc:docMk/>
            <pc:sldMk cId="1379302974" sldId="261"/>
            <ac:spMk id="3" creationId="{741BF6B6-2A64-4049-9A00-5F58CF8B2C57}"/>
          </ac:spMkLst>
        </pc:spChg>
      </pc:sldChg>
      <pc:sldChg chg="modSp mod modNotesTx">
        <pc:chgData name="Lisa Bock" userId="1f2a7945151d6011" providerId="LiveId" clId="{1F28B724-470A-4505-85B4-B2507F4FFDA6}" dt="2021-10-23T16:19:17.869" v="3220" actId="6549"/>
        <pc:sldMkLst>
          <pc:docMk/>
          <pc:sldMk cId="1766491834" sldId="264"/>
        </pc:sldMkLst>
        <pc:spChg chg="mod">
          <ac:chgData name="Lisa Bock" userId="1f2a7945151d6011" providerId="LiveId" clId="{1F28B724-470A-4505-85B4-B2507F4FFDA6}" dt="2021-10-23T00:28:33.153" v="1243"/>
          <ac:spMkLst>
            <pc:docMk/>
            <pc:sldMk cId="1766491834" sldId="264"/>
            <ac:spMk id="2" creationId="{A92B708E-4083-4962-9240-C5792BEC3394}"/>
          </ac:spMkLst>
        </pc:spChg>
        <pc:spChg chg="mod">
          <ac:chgData name="Lisa Bock" userId="1f2a7945151d6011" providerId="LiveId" clId="{1F28B724-470A-4505-85B4-B2507F4FFDA6}" dt="2021-10-23T16:19:17.869" v="3220" actId="6549"/>
          <ac:spMkLst>
            <pc:docMk/>
            <pc:sldMk cId="1766491834" sldId="264"/>
            <ac:spMk id="3" creationId="{D265882B-10E2-446D-A76D-9CAE7BFA8BE6}"/>
          </ac:spMkLst>
        </pc:spChg>
      </pc:sldChg>
      <pc:sldChg chg="modSp del mod">
        <pc:chgData name="Lisa Bock" userId="1f2a7945151d6011" providerId="LiveId" clId="{1F28B724-470A-4505-85B4-B2507F4FFDA6}" dt="2021-10-23T00:16:01.621" v="1059" actId="2696"/>
        <pc:sldMkLst>
          <pc:docMk/>
          <pc:sldMk cId="2528030650" sldId="265"/>
        </pc:sldMkLst>
        <pc:spChg chg="mod">
          <ac:chgData name="Lisa Bock" userId="1f2a7945151d6011" providerId="LiveId" clId="{1F28B724-470A-4505-85B4-B2507F4FFDA6}" dt="2021-10-22T22:17:19.608" v="788" actId="6549"/>
          <ac:spMkLst>
            <pc:docMk/>
            <pc:sldMk cId="2528030650" sldId="265"/>
            <ac:spMk id="2" creationId="{A92B708E-4083-4962-9240-C5792BEC3394}"/>
          </ac:spMkLst>
        </pc:spChg>
        <pc:spChg chg="mod">
          <ac:chgData name="Lisa Bock" userId="1f2a7945151d6011" providerId="LiveId" clId="{1F28B724-470A-4505-85B4-B2507F4FFDA6}" dt="2021-10-23T00:15:49.111" v="1057" actId="21"/>
          <ac:spMkLst>
            <pc:docMk/>
            <pc:sldMk cId="2528030650" sldId="265"/>
            <ac:spMk id="3" creationId="{D265882B-10E2-446D-A76D-9CAE7BFA8BE6}"/>
          </ac:spMkLst>
        </pc:spChg>
      </pc:sldChg>
      <pc:sldChg chg="modSp mod">
        <pc:chgData name="Lisa Bock" userId="1f2a7945151d6011" providerId="LiveId" clId="{1F28B724-470A-4505-85B4-B2507F4FFDA6}" dt="2021-10-23T02:16:42.059" v="2200" actId="113"/>
        <pc:sldMkLst>
          <pc:docMk/>
          <pc:sldMk cId="2996616140" sldId="267"/>
        </pc:sldMkLst>
        <pc:spChg chg="mod">
          <ac:chgData name="Lisa Bock" userId="1f2a7945151d6011" providerId="LiveId" clId="{1F28B724-470A-4505-85B4-B2507F4FFDA6}" dt="2021-10-23T01:46:05.091" v="1754" actId="20577"/>
          <ac:spMkLst>
            <pc:docMk/>
            <pc:sldMk cId="2996616140" sldId="267"/>
            <ac:spMk id="2" creationId="{A92B708E-4083-4962-9240-C5792BEC3394}"/>
          </ac:spMkLst>
        </pc:spChg>
        <pc:spChg chg="mod">
          <ac:chgData name="Lisa Bock" userId="1f2a7945151d6011" providerId="LiveId" clId="{1F28B724-470A-4505-85B4-B2507F4FFDA6}" dt="2021-10-23T02:16:42.059" v="2200" actId="113"/>
          <ac:spMkLst>
            <pc:docMk/>
            <pc:sldMk cId="2996616140" sldId="267"/>
            <ac:spMk id="3" creationId="{D265882B-10E2-446D-A76D-9CAE7BFA8BE6}"/>
          </ac:spMkLst>
        </pc:spChg>
      </pc:sldChg>
      <pc:sldChg chg="modSp del mod">
        <pc:chgData name="Lisa Bock" userId="1f2a7945151d6011" providerId="LiveId" clId="{1F28B724-470A-4505-85B4-B2507F4FFDA6}" dt="2021-10-23T02:20:48.791" v="2224" actId="2696"/>
        <pc:sldMkLst>
          <pc:docMk/>
          <pc:sldMk cId="443996997" sldId="268"/>
        </pc:sldMkLst>
        <pc:spChg chg="mod">
          <ac:chgData name="Lisa Bock" userId="1f2a7945151d6011" providerId="LiveId" clId="{1F28B724-470A-4505-85B4-B2507F4FFDA6}" dt="2021-10-23T01:52:00.499" v="1857" actId="20577"/>
          <ac:spMkLst>
            <pc:docMk/>
            <pc:sldMk cId="443996997" sldId="268"/>
            <ac:spMk id="2" creationId="{A92B708E-4083-4962-9240-C5792BEC3394}"/>
          </ac:spMkLst>
        </pc:spChg>
        <pc:spChg chg="mod">
          <ac:chgData name="Lisa Bock" userId="1f2a7945151d6011" providerId="LiveId" clId="{1F28B724-470A-4505-85B4-B2507F4FFDA6}" dt="2021-10-23T02:20:19.587" v="2218" actId="6549"/>
          <ac:spMkLst>
            <pc:docMk/>
            <pc:sldMk cId="443996997" sldId="268"/>
            <ac:spMk id="3" creationId="{D265882B-10E2-446D-A76D-9CAE7BFA8BE6}"/>
          </ac:spMkLst>
        </pc:spChg>
      </pc:sldChg>
      <pc:sldChg chg="modSp mod ord">
        <pc:chgData name="Lisa Bock" userId="1f2a7945151d6011" providerId="LiveId" clId="{1F28B724-470A-4505-85B4-B2507F4FFDA6}" dt="2021-10-23T02:30:18.199" v="2305" actId="20577"/>
        <pc:sldMkLst>
          <pc:docMk/>
          <pc:sldMk cId="1387039101" sldId="269"/>
        </pc:sldMkLst>
        <pc:spChg chg="mod">
          <ac:chgData name="Lisa Bock" userId="1f2a7945151d6011" providerId="LiveId" clId="{1F28B724-470A-4505-85B4-B2507F4FFDA6}" dt="2021-10-23T01:57:45.004" v="1914" actId="313"/>
          <ac:spMkLst>
            <pc:docMk/>
            <pc:sldMk cId="1387039101" sldId="269"/>
            <ac:spMk id="2" creationId="{A92B708E-4083-4962-9240-C5792BEC3394}"/>
          </ac:spMkLst>
        </pc:spChg>
        <pc:spChg chg="mod">
          <ac:chgData name="Lisa Bock" userId="1f2a7945151d6011" providerId="LiveId" clId="{1F28B724-470A-4505-85B4-B2507F4FFDA6}" dt="2021-10-23T02:30:18.199" v="2305" actId="20577"/>
          <ac:spMkLst>
            <pc:docMk/>
            <pc:sldMk cId="1387039101" sldId="269"/>
            <ac:spMk id="3" creationId="{D265882B-10E2-446D-A76D-9CAE7BFA8BE6}"/>
          </ac:spMkLst>
        </pc:spChg>
      </pc:sldChg>
      <pc:sldChg chg="modSp mod">
        <pc:chgData name="Lisa Bock" userId="1f2a7945151d6011" providerId="LiveId" clId="{1F28B724-470A-4505-85B4-B2507F4FFDA6}" dt="2021-10-23T16:29:41.490" v="3362" actId="20577"/>
        <pc:sldMkLst>
          <pc:docMk/>
          <pc:sldMk cId="1555248704" sldId="270"/>
        </pc:sldMkLst>
        <pc:spChg chg="mod">
          <ac:chgData name="Lisa Bock" userId="1f2a7945151d6011" providerId="LiveId" clId="{1F28B724-470A-4505-85B4-B2507F4FFDA6}" dt="2021-10-23T16:29:41.490" v="3362" actId="20577"/>
          <ac:spMkLst>
            <pc:docMk/>
            <pc:sldMk cId="1555248704" sldId="270"/>
            <ac:spMk id="2" creationId="{00910985-B36C-4A8C-8F00-496036FF49CE}"/>
          </ac:spMkLst>
        </pc:spChg>
        <pc:spChg chg="mod">
          <ac:chgData name="Lisa Bock" userId="1f2a7945151d6011" providerId="LiveId" clId="{1F28B724-470A-4505-85B4-B2507F4FFDA6}" dt="2021-10-23T02:33:10.982" v="2365"/>
          <ac:spMkLst>
            <pc:docMk/>
            <pc:sldMk cId="1555248704" sldId="270"/>
            <ac:spMk id="3" creationId="{741BF6B6-2A64-4049-9A00-5F58CF8B2C57}"/>
          </ac:spMkLst>
        </pc:spChg>
      </pc:sldChg>
      <pc:sldChg chg="modSp mod">
        <pc:chgData name="Lisa Bock" userId="1f2a7945151d6011" providerId="LiveId" clId="{1F28B724-470A-4505-85B4-B2507F4FFDA6}" dt="2021-10-18T15:43:35.774" v="470" actId="113"/>
        <pc:sldMkLst>
          <pc:docMk/>
          <pc:sldMk cId="685463285" sldId="286"/>
        </pc:sldMkLst>
        <pc:spChg chg="mod">
          <ac:chgData name="Lisa Bock" userId="1f2a7945151d6011" providerId="LiveId" clId="{1F28B724-470A-4505-85B4-B2507F4FFDA6}" dt="2021-10-18T15:31:53.767" v="333" actId="20577"/>
          <ac:spMkLst>
            <pc:docMk/>
            <pc:sldMk cId="685463285" sldId="286"/>
            <ac:spMk id="2" creationId="{A92B708E-4083-4962-9240-C5792BEC3394}"/>
          </ac:spMkLst>
        </pc:spChg>
        <pc:spChg chg="mod">
          <ac:chgData name="Lisa Bock" userId="1f2a7945151d6011" providerId="LiveId" clId="{1F28B724-470A-4505-85B4-B2507F4FFDA6}" dt="2021-10-18T15:43:35.774" v="470" actId="113"/>
          <ac:spMkLst>
            <pc:docMk/>
            <pc:sldMk cId="685463285" sldId="286"/>
            <ac:spMk id="3" creationId="{D265882B-10E2-446D-A76D-9CAE7BFA8BE6}"/>
          </ac:spMkLst>
        </pc:spChg>
      </pc:sldChg>
      <pc:sldChg chg="modSp mod">
        <pc:chgData name="Lisa Bock" userId="1f2a7945151d6011" providerId="LiveId" clId="{1F28B724-470A-4505-85B4-B2507F4FFDA6}" dt="2021-10-23T14:44:01.231" v="2735" actId="20577"/>
        <pc:sldMkLst>
          <pc:docMk/>
          <pc:sldMk cId="2554177378" sldId="287"/>
        </pc:sldMkLst>
        <pc:spChg chg="mod">
          <ac:chgData name="Lisa Bock" userId="1f2a7945151d6011" providerId="LiveId" clId="{1F28B724-470A-4505-85B4-B2507F4FFDA6}" dt="2021-10-18T15:45:48.477" v="497" actId="20577"/>
          <ac:spMkLst>
            <pc:docMk/>
            <pc:sldMk cId="2554177378" sldId="287"/>
            <ac:spMk id="2" creationId="{A92B708E-4083-4962-9240-C5792BEC3394}"/>
          </ac:spMkLst>
        </pc:spChg>
        <pc:spChg chg="mod">
          <ac:chgData name="Lisa Bock" userId="1f2a7945151d6011" providerId="LiveId" clId="{1F28B724-470A-4505-85B4-B2507F4FFDA6}" dt="2021-10-23T14:44:01.231" v="2735" actId="20577"/>
          <ac:spMkLst>
            <pc:docMk/>
            <pc:sldMk cId="2554177378" sldId="287"/>
            <ac:spMk id="3" creationId="{D265882B-10E2-446D-A76D-9CAE7BFA8BE6}"/>
          </ac:spMkLst>
        </pc:spChg>
      </pc:sldChg>
      <pc:sldChg chg="modSp mod">
        <pc:chgData name="Lisa Bock" userId="1f2a7945151d6011" providerId="LiveId" clId="{1F28B724-470A-4505-85B4-B2507F4FFDA6}" dt="2021-10-23T15:04:57.182" v="2877" actId="20577"/>
        <pc:sldMkLst>
          <pc:docMk/>
          <pc:sldMk cId="1567903217" sldId="288"/>
        </pc:sldMkLst>
        <pc:spChg chg="mod">
          <ac:chgData name="Lisa Bock" userId="1f2a7945151d6011" providerId="LiveId" clId="{1F28B724-470A-4505-85B4-B2507F4FFDA6}" dt="2021-10-23T14:55:27.796" v="2792" actId="20577"/>
          <ac:spMkLst>
            <pc:docMk/>
            <pc:sldMk cId="1567903217" sldId="288"/>
            <ac:spMk id="2" creationId="{A92B708E-4083-4962-9240-C5792BEC3394}"/>
          </ac:spMkLst>
        </pc:spChg>
        <pc:spChg chg="mod">
          <ac:chgData name="Lisa Bock" userId="1f2a7945151d6011" providerId="LiveId" clId="{1F28B724-470A-4505-85B4-B2507F4FFDA6}" dt="2021-10-23T15:04:57.182" v="2877" actId="20577"/>
          <ac:spMkLst>
            <pc:docMk/>
            <pc:sldMk cId="1567903217" sldId="288"/>
            <ac:spMk id="3" creationId="{D265882B-10E2-446D-A76D-9CAE7BFA8BE6}"/>
          </ac:spMkLst>
        </pc:spChg>
      </pc:sldChg>
      <pc:sldChg chg="modSp mod">
        <pc:chgData name="Lisa Bock" userId="1f2a7945151d6011" providerId="LiveId" clId="{1F28B724-470A-4505-85B4-B2507F4FFDA6}" dt="2021-10-23T16:07:10.570" v="3176"/>
        <pc:sldMkLst>
          <pc:docMk/>
          <pc:sldMk cId="3965838131" sldId="289"/>
        </pc:sldMkLst>
        <pc:spChg chg="mod">
          <ac:chgData name="Lisa Bock" userId="1f2a7945151d6011" providerId="LiveId" clId="{1F28B724-470A-4505-85B4-B2507F4FFDA6}" dt="2021-10-23T16:07:10.570" v="3176"/>
          <ac:spMkLst>
            <pc:docMk/>
            <pc:sldMk cId="3965838131" sldId="289"/>
            <ac:spMk id="2" creationId="{00910985-B36C-4A8C-8F00-496036FF49CE}"/>
          </ac:spMkLst>
        </pc:spChg>
        <pc:spChg chg="mod">
          <ac:chgData name="Lisa Bock" userId="1f2a7945151d6011" providerId="LiveId" clId="{1F28B724-470A-4505-85B4-B2507F4FFDA6}" dt="2021-10-23T02:41:23.331" v="2655"/>
          <ac:spMkLst>
            <pc:docMk/>
            <pc:sldMk cId="3965838131" sldId="289"/>
            <ac:spMk id="3" creationId="{741BF6B6-2A64-4049-9A00-5F58CF8B2C57}"/>
          </ac:spMkLst>
        </pc:spChg>
      </pc:sldChg>
      <pc:sldChg chg="modSp new mod modNotesTx">
        <pc:chgData name="Lisa Bock" userId="1f2a7945151d6011" providerId="LiveId" clId="{1F28B724-470A-4505-85B4-B2507F4FFDA6}" dt="2021-10-23T16:22:29.220" v="3284" actId="20577"/>
        <pc:sldMkLst>
          <pc:docMk/>
          <pc:sldMk cId="2225096614" sldId="290"/>
        </pc:sldMkLst>
        <pc:spChg chg="mod">
          <ac:chgData name="Lisa Bock" userId="1f2a7945151d6011" providerId="LiveId" clId="{1F28B724-470A-4505-85B4-B2507F4FFDA6}" dt="2021-10-23T00:43:06.308" v="1583" actId="20577"/>
          <ac:spMkLst>
            <pc:docMk/>
            <pc:sldMk cId="2225096614" sldId="290"/>
            <ac:spMk id="2" creationId="{BA66EA1F-4331-4E33-A1B9-3A0DA461694F}"/>
          </ac:spMkLst>
        </pc:spChg>
        <pc:spChg chg="mod">
          <ac:chgData name="Lisa Bock" userId="1f2a7945151d6011" providerId="LiveId" clId="{1F28B724-470A-4505-85B4-B2507F4FFDA6}" dt="2021-10-23T16:22:29.220" v="3284" actId="20577"/>
          <ac:spMkLst>
            <pc:docMk/>
            <pc:sldMk cId="2225096614" sldId="290"/>
            <ac:spMk id="3" creationId="{829BCBCD-9BD9-4BE5-9007-A0469926FB1C}"/>
          </ac:spMkLst>
        </pc:spChg>
      </pc:sldChg>
      <pc:sldChg chg="modSp add mod modNotesTx">
        <pc:chgData name="Lisa Bock" userId="1f2a7945151d6011" providerId="LiveId" clId="{1F28B724-470A-4505-85B4-B2507F4FFDA6}" dt="2021-10-23T16:25:59.621" v="3334" actId="20577"/>
        <pc:sldMkLst>
          <pc:docMk/>
          <pc:sldMk cId="4014614048" sldId="291"/>
        </pc:sldMkLst>
        <pc:spChg chg="mod">
          <ac:chgData name="Lisa Bock" userId="1f2a7945151d6011" providerId="LiveId" clId="{1F28B724-470A-4505-85B4-B2507F4FFDA6}" dt="2021-10-18T01:48:38.825" v="68"/>
          <ac:spMkLst>
            <pc:docMk/>
            <pc:sldMk cId="4014614048" sldId="291"/>
            <ac:spMk id="2" creationId="{BA66EA1F-4331-4E33-A1B9-3A0DA461694F}"/>
          </ac:spMkLst>
        </pc:spChg>
        <pc:spChg chg="mod">
          <ac:chgData name="Lisa Bock" userId="1f2a7945151d6011" providerId="LiveId" clId="{1F28B724-470A-4505-85B4-B2507F4FFDA6}" dt="2021-10-23T16:25:59.621" v="3334" actId="20577"/>
          <ac:spMkLst>
            <pc:docMk/>
            <pc:sldMk cId="4014614048" sldId="291"/>
            <ac:spMk id="3" creationId="{829BCBCD-9BD9-4BE5-9007-A0469926FB1C}"/>
          </ac:spMkLst>
        </pc:spChg>
      </pc:sldChg>
      <pc:sldChg chg="modSp add mod modNotesTx">
        <pc:chgData name="Lisa Bock" userId="1f2a7945151d6011" providerId="LiveId" clId="{1F28B724-470A-4505-85B4-B2507F4FFDA6}" dt="2021-10-23T00:50:36.488" v="1709" actId="20577"/>
        <pc:sldMkLst>
          <pc:docMk/>
          <pc:sldMk cId="3436933188" sldId="292"/>
        </pc:sldMkLst>
        <pc:spChg chg="mod">
          <ac:chgData name="Lisa Bock" userId="1f2a7945151d6011" providerId="LiveId" clId="{1F28B724-470A-4505-85B4-B2507F4FFDA6}" dt="2021-10-23T00:47:05.896" v="1663" actId="20577"/>
          <ac:spMkLst>
            <pc:docMk/>
            <pc:sldMk cId="3436933188" sldId="292"/>
            <ac:spMk id="2" creationId="{BA66EA1F-4331-4E33-A1B9-3A0DA461694F}"/>
          </ac:spMkLst>
        </pc:spChg>
        <pc:spChg chg="mod">
          <ac:chgData name="Lisa Bock" userId="1f2a7945151d6011" providerId="LiveId" clId="{1F28B724-470A-4505-85B4-B2507F4FFDA6}" dt="2021-10-23T00:50:36.488" v="1709" actId="20577"/>
          <ac:spMkLst>
            <pc:docMk/>
            <pc:sldMk cId="3436933188" sldId="292"/>
            <ac:spMk id="3" creationId="{829BCBCD-9BD9-4BE5-9007-A0469926FB1C}"/>
          </ac:spMkLst>
        </pc:spChg>
      </pc:sldChg>
      <pc:sldChg chg="modSp new del mod">
        <pc:chgData name="Lisa Bock" userId="1f2a7945151d6011" providerId="LiveId" clId="{1F28B724-470A-4505-85B4-B2507F4FFDA6}" dt="2021-10-23T00:49:35.877" v="1707" actId="2696"/>
        <pc:sldMkLst>
          <pc:docMk/>
          <pc:sldMk cId="3464236320" sldId="293"/>
        </pc:sldMkLst>
        <pc:spChg chg="mod">
          <ac:chgData name="Lisa Bock" userId="1f2a7945151d6011" providerId="LiveId" clId="{1F28B724-470A-4505-85B4-B2507F4FFDA6}" dt="2021-10-18T01:50:52.844" v="102"/>
          <ac:spMkLst>
            <pc:docMk/>
            <pc:sldMk cId="3464236320" sldId="293"/>
            <ac:spMk id="2" creationId="{967FA9DD-EBDD-480C-9798-BC073B5CE4F8}"/>
          </ac:spMkLst>
        </pc:spChg>
        <pc:spChg chg="mod">
          <ac:chgData name="Lisa Bock" userId="1f2a7945151d6011" providerId="LiveId" clId="{1F28B724-470A-4505-85B4-B2507F4FFDA6}" dt="2021-10-23T00:47:11.648" v="1664" actId="21"/>
          <ac:spMkLst>
            <pc:docMk/>
            <pc:sldMk cId="3464236320" sldId="293"/>
            <ac:spMk id="3" creationId="{0FB52AB8-DFA3-4171-B6B5-1E45C0FF96D6}"/>
          </ac:spMkLst>
        </pc:spChg>
      </pc:sldChg>
      <pc:sldChg chg="modSp new mod modNotesTx">
        <pc:chgData name="Lisa Bock" userId="1f2a7945151d6011" providerId="LiveId" clId="{1F28B724-470A-4505-85B4-B2507F4FFDA6}" dt="2021-10-23T16:26:44.374" v="3337" actId="20577"/>
        <pc:sldMkLst>
          <pc:docMk/>
          <pc:sldMk cId="4043733581" sldId="294"/>
        </pc:sldMkLst>
        <pc:spChg chg="mod">
          <ac:chgData name="Lisa Bock" userId="1f2a7945151d6011" providerId="LiveId" clId="{1F28B724-470A-4505-85B4-B2507F4FFDA6}" dt="2021-10-23T00:03:29.110" v="875" actId="20577"/>
          <ac:spMkLst>
            <pc:docMk/>
            <pc:sldMk cId="4043733581" sldId="294"/>
            <ac:spMk id="2" creationId="{F390C4B7-275E-49E5-B7AB-13E77EDA3EDD}"/>
          </ac:spMkLst>
        </pc:spChg>
        <pc:spChg chg="mod">
          <ac:chgData name="Lisa Bock" userId="1f2a7945151d6011" providerId="LiveId" clId="{1F28B724-470A-4505-85B4-B2507F4FFDA6}" dt="2021-10-23T16:26:44.374" v="3337" actId="20577"/>
          <ac:spMkLst>
            <pc:docMk/>
            <pc:sldMk cId="4043733581" sldId="294"/>
            <ac:spMk id="3" creationId="{69B3B344-2A16-4674-8248-265A036545BE}"/>
          </ac:spMkLst>
        </pc:spChg>
      </pc:sldChg>
      <pc:sldChg chg="modSp new del mod">
        <pc:chgData name="Lisa Bock" userId="1f2a7945151d6011" providerId="LiveId" clId="{1F28B724-470A-4505-85B4-B2507F4FFDA6}" dt="2021-10-23T00:12:55.865" v="1044" actId="2696"/>
        <pc:sldMkLst>
          <pc:docMk/>
          <pc:sldMk cId="3083024903" sldId="295"/>
        </pc:sldMkLst>
        <pc:spChg chg="mod">
          <ac:chgData name="Lisa Bock" userId="1f2a7945151d6011" providerId="LiveId" clId="{1F28B724-470A-4505-85B4-B2507F4FFDA6}" dt="2021-10-22T22:06:14.371" v="709"/>
          <ac:spMkLst>
            <pc:docMk/>
            <pc:sldMk cId="3083024903" sldId="295"/>
            <ac:spMk id="2" creationId="{77130DAC-3835-4EAE-936F-7AB231D41BAF}"/>
          </ac:spMkLst>
        </pc:spChg>
        <pc:spChg chg="mod">
          <ac:chgData name="Lisa Bock" userId="1f2a7945151d6011" providerId="LiveId" clId="{1F28B724-470A-4505-85B4-B2507F4FFDA6}" dt="2021-10-23T00:07:26.088" v="973" actId="21"/>
          <ac:spMkLst>
            <pc:docMk/>
            <pc:sldMk cId="3083024903" sldId="295"/>
            <ac:spMk id="3" creationId="{A5EC1AAE-9095-4709-9E8A-1528AAF158D2}"/>
          </ac:spMkLst>
        </pc:spChg>
      </pc:sldChg>
      <pc:sldChg chg="modSp add mod">
        <pc:chgData name="Lisa Bock" userId="1f2a7945151d6011" providerId="LiveId" clId="{1F28B724-470A-4505-85B4-B2507F4FFDA6}" dt="2021-10-23T02:31:20.427" v="2319" actId="6549"/>
        <pc:sldMkLst>
          <pc:docMk/>
          <pc:sldMk cId="2430147934" sldId="296"/>
        </pc:sldMkLst>
        <pc:spChg chg="mod">
          <ac:chgData name="Lisa Bock" userId="1f2a7945151d6011" providerId="LiveId" clId="{1F28B724-470A-4505-85B4-B2507F4FFDA6}" dt="2021-10-18T02:37:37.660" v="207"/>
          <ac:spMkLst>
            <pc:docMk/>
            <pc:sldMk cId="2430147934" sldId="296"/>
            <ac:spMk id="2" creationId="{A92B708E-4083-4962-9240-C5792BEC3394}"/>
          </ac:spMkLst>
        </pc:spChg>
        <pc:spChg chg="mod">
          <ac:chgData name="Lisa Bock" userId="1f2a7945151d6011" providerId="LiveId" clId="{1F28B724-470A-4505-85B4-B2507F4FFDA6}" dt="2021-10-23T02:31:20.427" v="2319" actId="6549"/>
          <ac:spMkLst>
            <pc:docMk/>
            <pc:sldMk cId="2430147934" sldId="296"/>
            <ac:spMk id="3" creationId="{D265882B-10E2-446D-A76D-9CAE7BFA8BE6}"/>
          </ac:spMkLst>
        </pc:spChg>
      </pc:sldChg>
      <pc:sldChg chg="modSp add mod modNotesTx">
        <pc:chgData name="Lisa Bock" userId="1f2a7945151d6011" providerId="LiveId" clId="{1F28B724-470A-4505-85B4-B2507F4FFDA6}" dt="2021-10-23T16:27:56.331" v="3341" actId="20577"/>
        <pc:sldMkLst>
          <pc:docMk/>
          <pc:sldMk cId="764349985" sldId="297"/>
        </pc:sldMkLst>
        <pc:spChg chg="mod">
          <ac:chgData name="Lisa Bock" userId="1f2a7945151d6011" providerId="LiveId" clId="{1F28B724-470A-4505-85B4-B2507F4FFDA6}" dt="2021-10-18T02:38:07.658" v="214"/>
          <ac:spMkLst>
            <pc:docMk/>
            <pc:sldMk cId="764349985" sldId="297"/>
            <ac:spMk id="2" creationId="{A92B708E-4083-4962-9240-C5792BEC3394}"/>
          </ac:spMkLst>
        </pc:spChg>
        <pc:spChg chg="mod">
          <ac:chgData name="Lisa Bock" userId="1f2a7945151d6011" providerId="LiveId" clId="{1F28B724-470A-4505-85B4-B2507F4FFDA6}" dt="2021-10-23T16:27:56.331" v="3341" actId="20577"/>
          <ac:spMkLst>
            <pc:docMk/>
            <pc:sldMk cId="764349985" sldId="297"/>
            <ac:spMk id="3" creationId="{D265882B-10E2-446D-A76D-9CAE7BFA8BE6}"/>
          </ac:spMkLst>
        </pc:spChg>
      </pc:sldChg>
      <pc:sldChg chg="modSp add mod ord">
        <pc:chgData name="Lisa Bock" userId="1f2a7945151d6011" providerId="LiveId" clId="{1F28B724-470A-4505-85B4-B2507F4FFDA6}" dt="2021-10-18T15:28:54.010" v="300" actId="113"/>
        <pc:sldMkLst>
          <pc:docMk/>
          <pc:sldMk cId="3051561638" sldId="298"/>
        </pc:sldMkLst>
        <pc:spChg chg="mod">
          <ac:chgData name="Lisa Bock" userId="1f2a7945151d6011" providerId="LiveId" clId="{1F28B724-470A-4505-85B4-B2507F4FFDA6}" dt="2021-10-18T15:25:40.773" v="270" actId="20577"/>
          <ac:spMkLst>
            <pc:docMk/>
            <pc:sldMk cId="3051561638" sldId="298"/>
            <ac:spMk id="2" creationId="{A92B708E-4083-4962-9240-C5792BEC3394}"/>
          </ac:spMkLst>
        </pc:spChg>
        <pc:spChg chg="mod">
          <ac:chgData name="Lisa Bock" userId="1f2a7945151d6011" providerId="LiveId" clId="{1F28B724-470A-4505-85B4-B2507F4FFDA6}" dt="2021-10-18T15:28:54.010" v="300" actId="113"/>
          <ac:spMkLst>
            <pc:docMk/>
            <pc:sldMk cId="3051561638" sldId="298"/>
            <ac:spMk id="3" creationId="{D265882B-10E2-446D-A76D-9CAE7BFA8BE6}"/>
          </ac:spMkLst>
        </pc:spChg>
      </pc:sldChg>
      <pc:sldChg chg="addSp delSp modSp add mod ord modNotesTx">
        <pc:chgData name="Lisa Bock" userId="1f2a7945151d6011" providerId="LiveId" clId="{1F28B724-470A-4505-85B4-B2507F4FFDA6}" dt="2021-10-23T16:29:06.143" v="3356" actId="2711"/>
        <pc:sldMkLst>
          <pc:docMk/>
          <pc:sldMk cId="2589259750" sldId="299"/>
        </pc:sldMkLst>
        <pc:spChg chg="mod">
          <ac:chgData name="Lisa Bock" userId="1f2a7945151d6011" providerId="LiveId" clId="{1F28B724-470A-4505-85B4-B2507F4FFDA6}" dt="2021-10-18T02:38:49.411" v="233"/>
          <ac:spMkLst>
            <pc:docMk/>
            <pc:sldMk cId="2589259750" sldId="299"/>
            <ac:spMk id="2" creationId="{A92B708E-4083-4962-9240-C5792BEC3394}"/>
          </ac:spMkLst>
        </pc:spChg>
        <pc:spChg chg="mod">
          <ac:chgData name="Lisa Bock" userId="1f2a7945151d6011" providerId="LiveId" clId="{1F28B724-470A-4505-85B4-B2507F4FFDA6}" dt="2021-10-23T16:29:06.143" v="3356" actId="2711"/>
          <ac:spMkLst>
            <pc:docMk/>
            <pc:sldMk cId="2589259750" sldId="299"/>
            <ac:spMk id="3" creationId="{D265882B-10E2-446D-A76D-9CAE7BFA8BE6}"/>
          </ac:spMkLst>
        </pc:spChg>
        <pc:graphicFrameChg chg="add del mod">
          <ac:chgData name="Lisa Bock" userId="1f2a7945151d6011" providerId="LiveId" clId="{1F28B724-470A-4505-85B4-B2507F4FFDA6}" dt="2021-10-18T02:42:12.821" v="254" actId="478"/>
          <ac:graphicFrameMkLst>
            <pc:docMk/>
            <pc:sldMk cId="2589259750" sldId="299"/>
            <ac:graphicFrameMk id="5" creationId="{52D507FA-FF2B-4B79-BB85-DE11E46DA632}"/>
          </ac:graphicFrameMkLst>
        </pc:graphicFrameChg>
      </pc:sldChg>
      <pc:sldChg chg="modSp new del mod">
        <pc:chgData name="Lisa Bock" userId="1f2a7945151d6011" providerId="LiveId" clId="{1F28B724-470A-4505-85B4-B2507F4FFDA6}" dt="2021-10-18T02:40:08.345" v="250" actId="2696"/>
        <pc:sldMkLst>
          <pc:docMk/>
          <pc:sldMk cId="1517508344" sldId="300"/>
        </pc:sldMkLst>
        <pc:spChg chg="mod">
          <ac:chgData name="Lisa Bock" userId="1f2a7945151d6011" providerId="LiveId" clId="{1F28B724-470A-4505-85B4-B2507F4FFDA6}" dt="2021-10-18T02:39:58.759" v="249"/>
          <ac:spMkLst>
            <pc:docMk/>
            <pc:sldMk cId="1517508344" sldId="300"/>
            <ac:spMk id="3" creationId="{F6565310-4380-43E2-B74B-39CC80423D47}"/>
          </ac:spMkLst>
        </pc:spChg>
      </pc:sldChg>
      <pc:sldChg chg="modSp add mod modNotesTx">
        <pc:chgData name="Lisa Bock" userId="1f2a7945151d6011" providerId="LiveId" clId="{1F28B724-470A-4505-85B4-B2507F4FFDA6}" dt="2021-10-23T15:32:59.816" v="2969" actId="20577"/>
        <pc:sldMkLst>
          <pc:docMk/>
          <pc:sldMk cId="2462431588" sldId="300"/>
        </pc:sldMkLst>
        <pc:spChg chg="mod">
          <ac:chgData name="Lisa Bock" userId="1f2a7945151d6011" providerId="LiveId" clId="{1F28B724-470A-4505-85B4-B2507F4FFDA6}" dt="2021-10-18T15:52:58.421" v="569"/>
          <ac:spMkLst>
            <pc:docMk/>
            <pc:sldMk cId="2462431588" sldId="300"/>
            <ac:spMk id="2" creationId="{A92B708E-4083-4962-9240-C5792BEC3394}"/>
          </ac:spMkLst>
        </pc:spChg>
        <pc:spChg chg="mod">
          <ac:chgData name="Lisa Bock" userId="1f2a7945151d6011" providerId="LiveId" clId="{1F28B724-470A-4505-85B4-B2507F4FFDA6}" dt="2021-10-23T15:32:59.816" v="2969" actId="20577"/>
          <ac:spMkLst>
            <pc:docMk/>
            <pc:sldMk cId="2462431588" sldId="300"/>
            <ac:spMk id="3" creationId="{D265882B-10E2-446D-A76D-9CAE7BFA8BE6}"/>
          </ac:spMkLst>
        </pc:spChg>
      </pc:sldChg>
      <pc:sldChg chg="modSp add mod">
        <pc:chgData name="Lisa Bock" userId="1f2a7945151d6011" providerId="LiveId" clId="{1F28B724-470A-4505-85B4-B2507F4FFDA6}" dt="2021-10-23T15:08:16.660" v="2920" actId="113"/>
        <pc:sldMkLst>
          <pc:docMk/>
          <pc:sldMk cId="3131534306" sldId="301"/>
        </pc:sldMkLst>
        <pc:spChg chg="mod">
          <ac:chgData name="Lisa Bock" userId="1f2a7945151d6011" providerId="LiveId" clId="{1F28B724-470A-4505-85B4-B2507F4FFDA6}" dt="2021-10-18T15:57:10.900" v="620" actId="20577"/>
          <ac:spMkLst>
            <pc:docMk/>
            <pc:sldMk cId="3131534306" sldId="301"/>
            <ac:spMk id="2" creationId="{A92B708E-4083-4962-9240-C5792BEC3394}"/>
          </ac:spMkLst>
        </pc:spChg>
        <pc:spChg chg="mod">
          <ac:chgData name="Lisa Bock" userId="1f2a7945151d6011" providerId="LiveId" clId="{1F28B724-470A-4505-85B4-B2507F4FFDA6}" dt="2021-10-23T15:08:16.660" v="2920" actId="113"/>
          <ac:spMkLst>
            <pc:docMk/>
            <pc:sldMk cId="3131534306" sldId="301"/>
            <ac:spMk id="3" creationId="{D265882B-10E2-446D-A76D-9CAE7BFA8BE6}"/>
          </ac:spMkLst>
        </pc:spChg>
      </pc:sldChg>
      <pc:sldChg chg="modSp add mod">
        <pc:chgData name="Lisa Bock" userId="1f2a7945151d6011" providerId="LiveId" clId="{1F28B724-470A-4505-85B4-B2507F4FFDA6}" dt="2021-10-23T15:42:30.609" v="3024" actId="6549"/>
        <pc:sldMkLst>
          <pc:docMk/>
          <pc:sldMk cId="200916254" sldId="302"/>
        </pc:sldMkLst>
        <pc:spChg chg="mod">
          <ac:chgData name="Lisa Bock" userId="1f2a7945151d6011" providerId="LiveId" clId="{1F28B724-470A-4505-85B4-B2507F4FFDA6}" dt="2021-10-18T15:58:34.764" v="634"/>
          <ac:spMkLst>
            <pc:docMk/>
            <pc:sldMk cId="200916254" sldId="302"/>
            <ac:spMk id="2" creationId="{A92B708E-4083-4962-9240-C5792BEC3394}"/>
          </ac:spMkLst>
        </pc:spChg>
        <pc:spChg chg="mod">
          <ac:chgData name="Lisa Bock" userId="1f2a7945151d6011" providerId="LiveId" clId="{1F28B724-470A-4505-85B4-B2507F4FFDA6}" dt="2021-10-23T15:42:30.609" v="3024" actId="6549"/>
          <ac:spMkLst>
            <pc:docMk/>
            <pc:sldMk cId="200916254" sldId="302"/>
            <ac:spMk id="3" creationId="{D265882B-10E2-446D-A76D-9CAE7BFA8BE6}"/>
          </ac:spMkLst>
        </pc:spChg>
      </pc:sldChg>
      <pc:sldChg chg="modSp add mod">
        <pc:chgData name="Lisa Bock" userId="1f2a7945151d6011" providerId="LiveId" clId="{1F28B724-470A-4505-85B4-B2507F4FFDA6}" dt="2021-10-23T15:28:20.587" v="2928" actId="113"/>
        <pc:sldMkLst>
          <pc:docMk/>
          <pc:sldMk cId="159503412" sldId="303"/>
        </pc:sldMkLst>
        <pc:spChg chg="mod">
          <ac:chgData name="Lisa Bock" userId="1f2a7945151d6011" providerId="LiveId" clId="{1F28B724-470A-4505-85B4-B2507F4FFDA6}" dt="2021-10-18T15:59:37.556" v="648"/>
          <ac:spMkLst>
            <pc:docMk/>
            <pc:sldMk cId="159503412" sldId="303"/>
            <ac:spMk id="2" creationId="{A92B708E-4083-4962-9240-C5792BEC3394}"/>
          </ac:spMkLst>
        </pc:spChg>
        <pc:spChg chg="mod">
          <ac:chgData name="Lisa Bock" userId="1f2a7945151d6011" providerId="LiveId" clId="{1F28B724-470A-4505-85B4-B2507F4FFDA6}" dt="2021-10-23T15:28:20.587" v="2928" actId="113"/>
          <ac:spMkLst>
            <pc:docMk/>
            <pc:sldMk cId="159503412" sldId="303"/>
            <ac:spMk id="3" creationId="{D265882B-10E2-446D-A76D-9CAE7BFA8BE6}"/>
          </ac:spMkLst>
        </pc:spChg>
      </pc:sldChg>
      <pc:sldChg chg="modSp new del mod">
        <pc:chgData name="Lisa Bock" userId="1f2a7945151d6011" providerId="LiveId" clId="{1F28B724-470A-4505-85B4-B2507F4FFDA6}" dt="2021-10-23T00:19:52.262" v="1112" actId="2696"/>
        <pc:sldMkLst>
          <pc:docMk/>
          <pc:sldMk cId="440060019" sldId="304"/>
        </pc:sldMkLst>
        <pc:spChg chg="mod">
          <ac:chgData name="Lisa Bock" userId="1f2a7945151d6011" providerId="LiveId" clId="{1F28B724-470A-4505-85B4-B2507F4FFDA6}" dt="2021-10-23T00:18:01.669" v="1063" actId="21"/>
          <ac:spMkLst>
            <pc:docMk/>
            <pc:sldMk cId="440060019" sldId="304"/>
            <ac:spMk id="3" creationId="{D2B7E9BB-20A5-41DE-A7F6-140CDA57809A}"/>
          </ac:spMkLst>
        </pc:spChg>
      </pc:sldChg>
      <pc:sldChg chg="add del">
        <pc:chgData name="Lisa Bock" userId="1f2a7945151d6011" providerId="LiveId" clId="{1F28B724-470A-4505-85B4-B2507F4FFDA6}" dt="2021-10-23T00:50:20.564" v="1708" actId="2696"/>
        <pc:sldMkLst>
          <pc:docMk/>
          <pc:sldMk cId="708322094" sldId="304"/>
        </pc:sldMkLst>
      </pc:sldChg>
      <pc:sldChg chg="modSp add mod">
        <pc:chgData name="Lisa Bock" userId="1f2a7945151d6011" providerId="LiveId" clId="{1F28B724-470A-4505-85B4-B2507F4FFDA6}" dt="2021-10-23T02:20:30.155" v="2219" actId="6549"/>
        <pc:sldMkLst>
          <pc:docMk/>
          <pc:sldMk cId="2307662859" sldId="304"/>
        </pc:sldMkLst>
        <pc:spChg chg="mod">
          <ac:chgData name="Lisa Bock" userId="1f2a7945151d6011" providerId="LiveId" clId="{1F28B724-470A-4505-85B4-B2507F4FFDA6}" dt="2021-10-23T02:20:30.155" v="2219" actId="6549"/>
          <ac:spMkLst>
            <pc:docMk/>
            <pc:sldMk cId="2307662859" sldId="304"/>
            <ac:spMk id="3" creationId="{D265882B-10E2-446D-A76D-9CAE7BFA8BE6}"/>
          </ac:spMkLst>
        </pc:spChg>
      </pc:sldChg>
      <pc:sldChg chg="modSp add del mod">
        <pc:chgData name="Lisa Bock" userId="1f2a7945151d6011" providerId="LiveId" clId="{1F28B724-470A-4505-85B4-B2507F4FFDA6}" dt="2021-10-23T15:00:50.686" v="2845" actId="2696"/>
        <pc:sldMkLst>
          <pc:docMk/>
          <pc:sldMk cId="1502095637" sldId="305"/>
        </pc:sldMkLst>
        <pc:spChg chg="mod">
          <ac:chgData name="Lisa Bock" userId="1f2a7945151d6011" providerId="LiveId" clId="{1F28B724-470A-4505-85B4-B2507F4FFDA6}" dt="2021-10-23T14:45:12.176" v="2743" actId="6549"/>
          <ac:spMkLst>
            <pc:docMk/>
            <pc:sldMk cId="1502095637" sldId="305"/>
            <ac:spMk id="2" creationId="{A92B708E-4083-4962-9240-C5792BEC3394}"/>
          </ac:spMkLst>
        </pc:spChg>
        <pc:spChg chg="mod">
          <ac:chgData name="Lisa Bock" userId="1f2a7945151d6011" providerId="LiveId" clId="{1F28B724-470A-4505-85B4-B2507F4FFDA6}" dt="2021-10-23T14:51:31.015" v="2777" actId="27636"/>
          <ac:spMkLst>
            <pc:docMk/>
            <pc:sldMk cId="1502095637" sldId="305"/>
            <ac:spMk id="3" creationId="{D265882B-10E2-446D-A76D-9CAE7BFA8BE6}"/>
          </ac:spMkLst>
        </pc:spChg>
      </pc:sldChg>
      <pc:sldChg chg="modSp new del mod">
        <pc:chgData name="Lisa Bock" userId="1f2a7945151d6011" providerId="LiveId" clId="{1F28B724-470A-4505-85B4-B2507F4FFDA6}" dt="2021-10-23T00:26:36.207" v="1218" actId="2696"/>
        <pc:sldMkLst>
          <pc:docMk/>
          <pc:sldMk cId="1561398103" sldId="305"/>
        </pc:sldMkLst>
        <pc:spChg chg="mod">
          <ac:chgData name="Lisa Bock" userId="1f2a7945151d6011" providerId="LiveId" clId="{1F28B724-470A-4505-85B4-B2507F4FFDA6}" dt="2021-10-23T00:26:26.655" v="1212" actId="21"/>
          <ac:spMkLst>
            <pc:docMk/>
            <pc:sldMk cId="1561398103" sldId="305"/>
            <ac:spMk id="3" creationId="{AAE14867-08A1-4B2F-8556-BD69637F1BFE}"/>
          </ac:spMkLst>
        </pc:spChg>
      </pc:sldChg>
    </pc:docChg>
  </pc:docChgLst>
  <pc:docChgLst>
    <pc:chgData name="Danielle Andries" userId="93d179e4-3c18-40f7-920e-ae80b202540d" providerId="ADAL" clId="{1971B497-2B1B-4519-9877-E64ACC5A3A16}"/>
    <pc:docChg chg="delSld">
      <pc:chgData name="Danielle Andries" userId="93d179e4-3c18-40f7-920e-ae80b202540d" providerId="ADAL" clId="{1971B497-2B1B-4519-9877-E64ACC5A3A16}" dt="2022-10-19T21:52:45.847" v="0" actId="47"/>
      <pc:docMkLst>
        <pc:docMk/>
      </pc:docMkLst>
      <pc:sldChg chg="del">
        <pc:chgData name="Danielle Andries" userId="93d179e4-3c18-40f7-920e-ae80b202540d" providerId="ADAL" clId="{1971B497-2B1B-4519-9877-E64ACC5A3A16}" dt="2022-10-19T21:52:45.847" v="0" actId="47"/>
        <pc:sldMkLst>
          <pc:docMk/>
          <pc:sldMk cId="3073644457" sldId="284"/>
        </pc:sldMkLst>
      </pc:sldChg>
    </pc:docChg>
  </pc:docChgLst>
  <pc:docChgLst>
    <pc:chgData name="Danielle Andries" userId="93d179e4-3c18-40f7-920e-ae80b202540d" providerId="ADAL" clId="{5B7BBA0C-FA7B-45F9-9661-F907925E5DF7}"/>
    <pc:docChg chg="undo custSel addSld delSld modSld">
      <pc:chgData name="Danielle Andries" userId="93d179e4-3c18-40f7-920e-ae80b202540d" providerId="ADAL" clId="{5B7BBA0C-FA7B-45F9-9661-F907925E5DF7}" dt="2021-10-13T14:00:56.913" v="151"/>
      <pc:docMkLst>
        <pc:docMk/>
      </pc:docMkLst>
      <pc:sldChg chg="modSp mod">
        <pc:chgData name="Danielle Andries" userId="93d179e4-3c18-40f7-920e-ae80b202540d" providerId="ADAL" clId="{5B7BBA0C-FA7B-45F9-9661-F907925E5DF7}" dt="2021-10-13T13:57:50.436" v="62" actId="20577"/>
        <pc:sldMkLst>
          <pc:docMk/>
          <pc:sldMk cId="3676537154" sldId="256"/>
        </pc:sldMkLst>
        <pc:spChg chg="mod">
          <ac:chgData name="Danielle Andries" userId="93d179e4-3c18-40f7-920e-ae80b202540d" providerId="ADAL" clId="{5B7BBA0C-FA7B-45F9-9661-F907925E5DF7}" dt="2021-10-13T13:57:50.436" v="62" actId="20577"/>
          <ac:spMkLst>
            <pc:docMk/>
            <pc:sldMk cId="3676537154" sldId="256"/>
            <ac:spMk id="3" creationId="{7ED73DC9-4D7D-4A76-A939-CFBD8317E387}"/>
          </ac:spMkLst>
        </pc:spChg>
      </pc:sldChg>
      <pc:sldChg chg="modSp mod">
        <pc:chgData name="Danielle Andries" userId="93d179e4-3c18-40f7-920e-ae80b202540d" providerId="ADAL" clId="{5B7BBA0C-FA7B-45F9-9661-F907925E5DF7}" dt="2021-10-13T13:56:13.375" v="30" actId="20577"/>
        <pc:sldMkLst>
          <pc:docMk/>
          <pc:sldMk cId="3476460589" sldId="258"/>
        </pc:sldMkLst>
        <pc:spChg chg="mod">
          <ac:chgData name="Danielle Andries" userId="93d179e4-3c18-40f7-920e-ae80b202540d" providerId="ADAL" clId="{5B7BBA0C-FA7B-45F9-9661-F907925E5DF7}" dt="2021-10-13T13:56:13.375" v="30" actId="20577"/>
          <ac:spMkLst>
            <pc:docMk/>
            <pc:sldMk cId="3476460589" sldId="258"/>
            <ac:spMk id="2" creationId="{CE6D087C-759A-4744-8CA2-B6FC76A04C6B}"/>
          </ac:spMkLst>
        </pc:spChg>
        <pc:spChg chg="mod">
          <ac:chgData name="Danielle Andries" userId="93d179e4-3c18-40f7-920e-ae80b202540d" providerId="ADAL" clId="{5B7BBA0C-FA7B-45F9-9661-F907925E5DF7}" dt="2021-10-13T13:56:02.604" v="1" actId="20577"/>
          <ac:spMkLst>
            <pc:docMk/>
            <pc:sldMk cId="3476460589" sldId="258"/>
            <ac:spMk id="3" creationId="{8E3CCB41-16A4-4F8D-ABB5-5CE3E3695174}"/>
          </ac:spMkLst>
        </pc:spChg>
      </pc:sldChg>
      <pc:sldChg chg="modSp mod">
        <pc:chgData name="Danielle Andries" userId="93d179e4-3c18-40f7-920e-ae80b202540d" providerId="ADAL" clId="{5B7BBA0C-FA7B-45F9-9661-F907925E5DF7}" dt="2021-10-13T13:57:30.425" v="61" actId="20577"/>
        <pc:sldMkLst>
          <pc:docMk/>
          <pc:sldMk cId="3581186469" sldId="259"/>
        </pc:sldMkLst>
        <pc:spChg chg="mod">
          <ac:chgData name="Danielle Andries" userId="93d179e4-3c18-40f7-920e-ae80b202540d" providerId="ADAL" clId="{5B7BBA0C-FA7B-45F9-9661-F907925E5DF7}" dt="2021-10-13T13:57:30.425" v="61" actId="20577"/>
          <ac:spMkLst>
            <pc:docMk/>
            <pc:sldMk cId="3581186469" sldId="259"/>
            <ac:spMk id="2" creationId="{86BEEEB6-1AEE-41DF-9C4C-570C8610147C}"/>
          </ac:spMkLst>
        </pc:spChg>
        <pc:spChg chg="mod">
          <ac:chgData name="Danielle Andries" userId="93d179e4-3c18-40f7-920e-ae80b202540d" providerId="ADAL" clId="{5B7BBA0C-FA7B-45F9-9661-F907925E5DF7}" dt="2021-10-13T13:57:18.999" v="32" actId="20577"/>
          <ac:spMkLst>
            <pc:docMk/>
            <pc:sldMk cId="3581186469" sldId="259"/>
            <ac:spMk id="3" creationId="{4987CBD2-FC2F-43E3-BBCF-3F07A0EC94E2}"/>
          </ac:spMkLst>
        </pc:spChg>
        <pc:spChg chg="mod">
          <ac:chgData name="Danielle Andries" userId="93d179e4-3c18-40f7-920e-ae80b202540d" providerId="ADAL" clId="{5B7BBA0C-FA7B-45F9-9661-F907925E5DF7}" dt="2021-10-13T13:57:20.978" v="34" actId="20577"/>
          <ac:spMkLst>
            <pc:docMk/>
            <pc:sldMk cId="3581186469" sldId="259"/>
            <ac:spMk id="4" creationId="{8C758618-B692-44C1-92DC-F8A5F871B945}"/>
          </ac:spMkLst>
        </pc:spChg>
      </pc:sldChg>
      <pc:sldChg chg="modSp mod">
        <pc:chgData name="Danielle Andries" userId="93d179e4-3c18-40f7-920e-ae80b202540d" providerId="ADAL" clId="{5B7BBA0C-FA7B-45F9-9661-F907925E5DF7}" dt="2021-10-13T13:58:17.166" v="102" actId="20577"/>
        <pc:sldMkLst>
          <pc:docMk/>
          <pc:sldMk cId="2476087910" sldId="266"/>
        </pc:sldMkLst>
        <pc:spChg chg="mod">
          <ac:chgData name="Danielle Andries" userId="93d179e4-3c18-40f7-920e-ae80b202540d" providerId="ADAL" clId="{5B7BBA0C-FA7B-45F9-9661-F907925E5DF7}" dt="2021-10-13T13:58:17.166" v="102" actId="20577"/>
          <ac:spMkLst>
            <pc:docMk/>
            <pc:sldMk cId="2476087910" sldId="266"/>
            <ac:spMk id="2" creationId="{897A5AF4-7AED-4A32-8826-AA455EAA7711}"/>
          </ac:spMkLst>
        </pc:spChg>
        <pc:spChg chg="mod">
          <ac:chgData name="Danielle Andries" userId="93d179e4-3c18-40f7-920e-ae80b202540d" providerId="ADAL" clId="{5B7BBA0C-FA7B-45F9-9661-F907925E5DF7}" dt="2021-10-13T13:58:06.700" v="66" actId="20577"/>
          <ac:spMkLst>
            <pc:docMk/>
            <pc:sldMk cId="2476087910" sldId="266"/>
            <ac:spMk id="3" creationId="{1C09A606-AC3C-4FE5-B558-E5DD82C0A761}"/>
          </ac:spMkLst>
        </pc:spChg>
        <pc:spChg chg="mod">
          <ac:chgData name="Danielle Andries" userId="93d179e4-3c18-40f7-920e-ae80b202540d" providerId="ADAL" clId="{5B7BBA0C-FA7B-45F9-9661-F907925E5DF7}" dt="2021-10-13T13:58:05.099" v="64" actId="20577"/>
          <ac:spMkLst>
            <pc:docMk/>
            <pc:sldMk cId="2476087910" sldId="266"/>
            <ac:spMk id="4" creationId="{6F8820F5-6357-429C-9E9F-7ADBB5B6CA98}"/>
          </ac:spMkLst>
        </pc:spChg>
      </pc:sldChg>
      <pc:sldChg chg="modSp mod">
        <pc:chgData name="Danielle Andries" userId="93d179e4-3c18-40f7-920e-ae80b202540d" providerId="ADAL" clId="{5B7BBA0C-FA7B-45F9-9661-F907925E5DF7}" dt="2021-10-13T13:59:19.397" v="147" actId="20577"/>
        <pc:sldMkLst>
          <pc:docMk/>
          <pc:sldMk cId="2875311080" sldId="281"/>
        </pc:sldMkLst>
        <pc:spChg chg="mod">
          <ac:chgData name="Danielle Andries" userId="93d179e4-3c18-40f7-920e-ae80b202540d" providerId="ADAL" clId="{5B7BBA0C-FA7B-45F9-9661-F907925E5DF7}" dt="2021-10-13T13:59:19.397" v="147" actId="20577"/>
          <ac:spMkLst>
            <pc:docMk/>
            <pc:sldMk cId="2875311080" sldId="281"/>
            <ac:spMk id="2" creationId="{912A6636-FB7B-434B-90D7-F68D09FF271C}"/>
          </ac:spMkLst>
        </pc:spChg>
      </pc:sldChg>
      <pc:sldChg chg="modSp add mod">
        <pc:chgData name="Danielle Andries" userId="93d179e4-3c18-40f7-920e-ae80b202540d" providerId="ADAL" clId="{5B7BBA0C-FA7B-45F9-9661-F907925E5DF7}" dt="2021-10-13T14:00:56.913" v="151"/>
        <pc:sldMkLst>
          <pc:docMk/>
          <pc:sldMk cId="3073644457" sldId="284"/>
        </pc:sldMkLst>
        <pc:spChg chg="mod">
          <ac:chgData name="Danielle Andries" userId="93d179e4-3c18-40f7-920e-ae80b202540d" providerId="ADAL" clId="{5B7BBA0C-FA7B-45F9-9661-F907925E5DF7}" dt="2021-10-13T14:00:56.913" v="151"/>
          <ac:spMkLst>
            <pc:docMk/>
            <pc:sldMk cId="3073644457" sldId="284"/>
            <ac:spMk id="3" creationId="{568708AE-48ED-4852-AE39-86C44E3C3102}"/>
          </ac:spMkLst>
        </pc:spChg>
      </pc:sldChg>
      <pc:sldChg chg="modSp mod">
        <pc:chgData name="Danielle Andries" userId="93d179e4-3c18-40f7-920e-ae80b202540d" providerId="ADAL" clId="{5B7BBA0C-FA7B-45F9-9661-F907925E5DF7}" dt="2021-10-13T13:58:42.026" v="145" actId="20577"/>
        <pc:sldMkLst>
          <pc:docMk/>
          <pc:sldMk cId="3161289941" sldId="285"/>
        </pc:sldMkLst>
        <pc:spChg chg="mod">
          <ac:chgData name="Danielle Andries" userId="93d179e4-3c18-40f7-920e-ae80b202540d" providerId="ADAL" clId="{5B7BBA0C-FA7B-45F9-9661-F907925E5DF7}" dt="2021-10-13T13:58:42.026" v="145" actId="20577"/>
          <ac:spMkLst>
            <pc:docMk/>
            <pc:sldMk cId="3161289941" sldId="285"/>
            <ac:spMk id="2" creationId="{0A7E334A-0A8F-4570-A91D-468192F8CD81}"/>
          </ac:spMkLst>
        </pc:spChg>
        <pc:spChg chg="mod">
          <ac:chgData name="Danielle Andries" userId="93d179e4-3c18-40f7-920e-ae80b202540d" providerId="ADAL" clId="{5B7BBA0C-FA7B-45F9-9661-F907925E5DF7}" dt="2021-10-13T13:58:29.309" v="106" actId="20577"/>
          <ac:spMkLst>
            <pc:docMk/>
            <pc:sldMk cId="3161289941" sldId="285"/>
            <ac:spMk id="3" creationId="{1F39D58A-425E-4AFF-8B6F-6914EE1DDCD9}"/>
          </ac:spMkLst>
        </pc:spChg>
        <pc:spChg chg="mod">
          <ac:chgData name="Danielle Andries" userId="93d179e4-3c18-40f7-920e-ae80b202540d" providerId="ADAL" clId="{5B7BBA0C-FA7B-45F9-9661-F907925E5DF7}" dt="2021-10-13T13:58:26.068" v="104" actId="20577"/>
          <ac:spMkLst>
            <pc:docMk/>
            <pc:sldMk cId="3161289941" sldId="285"/>
            <ac:spMk id="4" creationId="{C0420C06-F6E3-4367-9B8F-1CC0589E3B9C}"/>
          </ac:spMkLst>
        </pc:spChg>
      </pc:sldChg>
      <pc:sldChg chg="new del">
        <pc:chgData name="Danielle Andries" userId="93d179e4-3c18-40f7-920e-ae80b202540d" providerId="ADAL" clId="{5B7BBA0C-FA7B-45F9-9661-F907925E5DF7}" dt="2021-10-13T14:00:05.871" v="149" actId="680"/>
        <pc:sldMkLst>
          <pc:docMk/>
          <pc:sldMk cId="3803415604" sldId="290"/>
        </pc:sldMkLst>
      </pc:sldChg>
    </pc:docChg>
  </pc:docChgLst>
  <pc:docChgLst>
    <pc:chgData name="Danielle Andries" userId="93d179e4-3c18-40f7-920e-ae80b202540d" providerId="ADAL" clId="{7B049343-B7AB-4F32-BDAE-F822FBED966C}"/>
    <pc:docChg chg="custSel addSld delSld modSld">
      <pc:chgData name="Danielle Andries" userId="93d179e4-3c18-40f7-920e-ae80b202540d" providerId="ADAL" clId="{7B049343-B7AB-4F32-BDAE-F822FBED966C}" dt="2021-10-13T13:54:53.477" v="182" actId="2696"/>
      <pc:docMkLst>
        <pc:docMk/>
      </pc:docMkLst>
      <pc:sldChg chg="modSp mod">
        <pc:chgData name="Danielle Andries" userId="93d179e4-3c18-40f7-920e-ae80b202540d" providerId="ADAL" clId="{7B049343-B7AB-4F32-BDAE-F822FBED966C}" dt="2021-10-13T13:53:48.124" v="110"/>
        <pc:sldMkLst>
          <pc:docMk/>
          <pc:sldMk cId="3676537154" sldId="256"/>
        </pc:sldMkLst>
        <pc:spChg chg="mod">
          <ac:chgData name="Danielle Andries" userId="93d179e4-3c18-40f7-920e-ae80b202540d" providerId="ADAL" clId="{7B049343-B7AB-4F32-BDAE-F822FBED966C}" dt="2021-10-13T13:53:48.124" v="110"/>
          <ac:spMkLst>
            <pc:docMk/>
            <pc:sldMk cId="3676537154" sldId="256"/>
            <ac:spMk id="3" creationId="{7ED73DC9-4D7D-4A76-A939-CFBD8317E387}"/>
          </ac:spMkLst>
        </pc:spChg>
      </pc:sldChg>
      <pc:sldChg chg="modSp mod">
        <pc:chgData name="Danielle Andries" userId="93d179e4-3c18-40f7-920e-ae80b202540d" providerId="ADAL" clId="{7B049343-B7AB-4F32-BDAE-F822FBED966C}" dt="2021-10-13T13:51:36.230" v="25" actId="20577"/>
        <pc:sldMkLst>
          <pc:docMk/>
          <pc:sldMk cId="3476460589" sldId="258"/>
        </pc:sldMkLst>
        <pc:spChg chg="mod">
          <ac:chgData name="Danielle Andries" userId="93d179e4-3c18-40f7-920e-ae80b202540d" providerId="ADAL" clId="{7B049343-B7AB-4F32-BDAE-F822FBED966C}" dt="2021-10-13T13:51:36.230" v="25" actId="20577"/>
          <ac:spMkLst>
            <pc:docMk/>
            <pc:sldMk cId="3476460589" sldId="258"/>
            <ac:spMk id="2" creationId="{CE6D087C-759A-4744-8CA2-B6FC76A04C6B}"/>
          </ac:spMkLst>
        </pc:spChg>
        <pc:spChg chg="mod">
          <ac:chgData name="Danielle Andries" userId="93d179e4-3c18-40f7-920e-ae80b202540d" providerId="ADAL" clId="{7B049343-B7AB-4F32-BDAE-F822FBED966C}" dt="2021-10-13T13:51:20" v="1" actId="20577"/>
          <ac:spMkLst>
            <pc:docMk/>
            <pc:sldMk cId="3476460589" sldId="258"/>
            <ac:spMk id="3" creationId="{8E3CCB41-16A4-4F8D-ABB5-5CE3E3695174}"/>
          </ac:spMkLst>
        </pc:spChg>
      </pc:sldChg>
      <pc:sldChg chg="modSp mod">
        <pc:chgData name="Danielle Andries" userId="93d179e4-3c18-40f7-920e-ae80b202540d" providerId="ADAL" clId="{7B049343-B7AB-4F32-BDAE-F822FBED966C}" dt="2021-10-13T13:51:54.383" v="68" actId="20577"/>
        <pc:sldMkLst>
          <pc:docMk/>
          <pc:sldMk cId="3581186469" sldId="259"/>
        </pc:sldMkLst>
        <pc:spChg chg="mod">
          <ac:chgData name="Danielle Andries" userId="93d179e4-3c18-40f7-920e-ae80b202540d" providerId="ADAL" clId="{7B049343-B7AB-4F32-BDAE-F822FBED966C}" dt="2021-10-13T13:51:54.383" v="68" actId="20577"/>
          <ac:spMkLst>
            <pc:docMk/>
            <pc:sldMk cId="3581186469" sldId="259"/>
            <ac:spMk id="2" creationId="{86BEEEB6-1AEE-41DF-9C4C-570C8610147C}"/>
          </ac:spMkLst>
        </pc:spChg>
        <pc:spChg chg="mod">
          <ac:chgData name="Danielle Andries" userId="93d179e4-3c18-40f7-920e-ae80b202540d" providerId="ADAL" clId="{7B049343-B7AB-4F32-BDAE-F822FBED966C}" dt="2021-10-13T13:51:43.268" v="27" actId="20577"/>
          <ac:spMkLst>
            <pc:docMk/>
            <pc:sldMk cId="3581186469" sldId="259"/>
            <ac:spMk id="3" creationId="{4987CBD2-FC2F-43E3-BBCF-3F07A0EC94E2}"/>
          </ac:spMkLst>
        </pc:spChg>
        <pc:spChg chg="mod">
          <ac:chgData name="Danielle Andries" userId="93d179e4-3c18-40f7-920e-ae80b202540d" providerId="ADAL" clId="{7B049343-B7AB-4F32-BDAE-F822FBED966C}" dt="2021-10-13T13:51:45.838" v="29" actId="20577"/>
          <ac:spMkLst>
            <pc:docMk/>
            <pc:sldMk cId="3581186469" sldId="259"/>
            <ac:spMk id="4" creationId="{8C758618-B692-44C1-92DC-F8A5F871B945}"/>
          </ac:spMkLst>
        </pc:spChg>
      </pc:sldChg>
      <pc:sldChg chg="modSp mod">
        <pc:chgData name="Danielle Andries" userId="93d179e4-3c18-40f7-920e-ae80b202540d" providerId="ADAL" clId="{7B049343-B7AB-4F32-BDAE-F822FBED966C}" dt="2021-10-13T13:52:25.678" v="108" actId="20577"/>
        <pc:sldMkLst>
          <pc:docMk/>
          <pc:sldMk cId="2476087910" sldId="266"/>
        </pc:sldMkLst>
        <pc:spChg chg="mod">
          <ac:chgData name="Danielle Andries" userId="93d179e4-3c18-40f7-920e-ae80b202540d" providerId="ADAL" clId="{7B049343-B7AB-4F32-BDAE-F822FBED966C}" dt="2021-10-13T13:52:25.678" v="108" actId="20577"/>
          <ac:spMkLst>
            <pc:docMk/>
            <pc:sldMk cId="2476087910" sldId="266"/>
            <ac:spMk id="2" creationId="{897A5AF4-7AED-4A32-8826-AA455EAA7711}"/>
          </ac:spMkLst>
        </pc:spChg>
        <pc:spChg chg="mod">
          <ac:chgData name="Danielle Andries" userId="93d179e4-3c18-40f7-920e-ae80b202540d" providerId="ADAL" clId="{7B049343-B7AB-4F32-BDAE-F822FBED966C}" dt="2021-10-13T13:52:18.157" v="74" actId="20577"/>
          <ac:spMkLst>
            <pc:docMk/>
            <pc:sldMk cId="2476087910" sldId="266"/>
            <ac:spMk id="3" creationId="{1C09A606-AC3C-4FE5-B558-E5DD82C0A761}"/>
          </ac:spMkLst>
        </pc:spChg>
        <pc:spChg chg="mod">
          <ac:chgData name="Danielle Andries" userId="93d179e4-3c18-40f7-920e-ae80b202540d" providerId="ADAL" clId="{7B049343-B7AB-4F32-BDAE-F822FBED966C}" dt="2021-10-13T13:52:16.540" v="72" actId="20577"/>
          <ac:spMkLst>
            <pc:docMk/>
            <pc:sldMk cId="2476087910" sldId="266"/>
            <ac:spMk id="4" creationId="{6F8820F5-6357-429C-9E9F-7ADBB5B6CA98}"/>
          </ac:spMkLst>
        </pc:spChg>
      </pc:sldChg>
      <pc:sldChg chg="del">
        <pc:chgData name="Danielle Andries" userId="93d179e4-3c18-40f7-920e-ae80b202540d" providerId="ADAL" clId="{7B049343-B7AB-4F32-BDAE-F822FBED966C}" dt="2021-10-13T13:54:53.477" v="182" actId="2696"/>
        <pc:sldMkLst>
          <pc:docMk/>
          <pc:sldMk cId="3073644457" sldId="284"/>
        </pc:sldMkLst>
      </pc:sldChg>
      <pc:sldChg chg="modSp new mod">
        <pc:chgData name="Danielle Andries" userId="93d179e4-3c18-40f7-920e-ae80b202540d" providerId="ADAL" clId="{7B049343-B7AB-4F32-BDAE-F822FBED966C}" dt="2021-10-13T13:54:31.558" v="179" actId="20577"/>
        <pc:sldMkLst>
          <pc:docMk/>
          <pc:sldMk cId="3161289941" sldId="285"/>
        </pc:sldMkLst>
        <pc:spChg chg="mod">
          <ac:chgData name="Danielle Andries" userId="93d179e4-3c18-40f7-920e-ae80b202540d" providerId="ADAL" clId="{7B049343-B7AB-4F32-BDAE-F822FBED966C}" dt="2021-10-13T13:54:31.558" v="179" actId="20577"/>
          <ac:spMkLst>
            <pc:docMk/>
            <pc:sldMk cId="3161289941" sldId="285"/>
            <ac:spMk id="2" creationId="{0A7E334A-0A8F-4570-A91D-468192F8CD81}"/>
          </ac:spMkLst>
        </pc:spChg>
        <pc:spChg chg="mod">
          <ac:chgData name="Danielle Andries" userId="93d179e4-3c18-40f7-920e-ae80b202540d" providerId="ADAL" clId="{7B049343-B7AB-4F32-BDAE-F822FBED966C}" dt="2021-10-13T13:54:22.668" v="136" actId="20577"/>
          <ac:spMkLst>
            <pc:docMk/>
            <pc:sldMk cId="3161289941" sldId="285"/>
            <ac:spMk id="3" creationId="{1F39D58A-425E-4AFF-8B6F-6914EE1DDCD9}"/>
          </ac:spMkLst>
        </pc:spChg>
        <pc:spChg chg="mod">
          <ac:chgData name="Danielle Andries" userId="93d179e4-3c18-40f7-920e-ae80b202540d" providerId="ADAL" clId="{7B049343-B7AB-4F32-BDAE-F822FBED966C}" dt="2021-10-13T13:54:16.828" v="120" actId="20577"/>
          <ac:spMkLst>
            <pc:docMk/>
            <pc:sldMk cId="3161289941" sldId="285"/>
            <ac:spMk id="4" creationId="{C0420C06-F6E3-4367-9B8F-1CC0589E3B9C}"/>
          </ac:spMkLst>
        </pc:spChg>
      </pc:sldChg>
      <pc:sldChg chg="add">
        <pc:chgData name="Danielle Andries" userId="93d179e4-3c18-40f7-920e-ae80b202540d" providerId="ADAL" clId="{7B049343-B7AB-4F32-BDAE-F822FBED966C}" dt="2021-10-13T13:54:36.467" v="180"/>
        <pc:sldMkLst>
          <pc:docMk/>
          <pc:sldMk cId="685463285" sldId="286"/>
        </pc:sldMkLst>
      </pc:sldChg>
      <pc:sldChg chg="add">
        <pc:chgData name="Danielle Andries" userId="93d179e4-3c18-40f7-920e-ae80b202540d" providerId="ADAL" clId="{7B049343-B7AB-4F32-BDAE-F822FBED966C}" dt="2021-10-13T13:54:36.467" v="180"/>
        <pc:sldMkLst>
          <pc:docMk/>
          <pc:sldMk cId="2554177378" sldId="287"/>
        </pc:sldMkLst>
      </pc:sldChg>
      <pc:sldChg chg="add">
        <pc:chgData name="Danielle Andries" userId="93d179e4-3c18-40f7-920e-ae80b202540d" providerId="ADAL" clId="{7B049343-B7AB-4F32-BDAE-F822FBED966C}" dt="2021-10-13T13:54:36.467" v="180"/>
        <pc:sldMkLst>
          <pc:docMk/>
          <pc:sldMk cId="1567903217" sldId="288"/>
        </pc:sldMkLst>
      </pc:sldChg>
      <pc:sldChg chg="add">
        <pc:chgData name="Danielle Andries" userId="93d179e4-3c18-40f7-920e-ae80b202540d" providerId="ADAL" clId="{7B049343-B7AB-4F32-BDAE-F822FBED966C}" dt="2021-10-13T13:54:40.371" v="181"/>
        <pc:sldMkLst>
          <pc:docMk/>
          <pc:sldMk cId="3965838131" sldId="289"/>
        </pc:sldMkLst>
      </pc:sldChg>
    </pc:docChg>
  </pc:docChgLst>
  <pc:docChgLst>
    <pc:chgData name="Danielle Andries" userId="93d179e4-3c18-40f7-920e-ae80b202540d" providerId="ADAL" clId="{EAE6C394-D1FE-4B4A-B603-88F008D6176A}"/>
    <pc:docChg chg="modSld">
      <pc:chgData name="Danielle Andries" userId="93d179e4-3c18-40f7-920e-ae80b202540d" providerId="ADAL" clId="{EAE6C394-D1FE-4B4A-B603-88F008D6176A}" dt="2021-10-25T13:56:54.439" v="21" actId="20577"/>
      <pc:docMkLst>
        <pc:docMk/>
      </pc:docMkLst>
      <pc:sldChg chg="modNotesTx">
        <pc:chgData name="Danielle Andries" userId="93d179e4-3c18-40f7-920e-ae80b202540d" providerId="ADAL" clId="{EAE6C394-D1FE-4B4A-B603-88F008D6176A}" dt="2021-10-25T13:56:06.631" v="6" actId="20577"/>
        <pc:sldMkLst>
          <pc:docMk/>
          <pc:sldMk cId="1766491834" sldId="264"/>
        </pc:sldMkLst>
      </pc:sldChg>
      <pc:sldChg chg="modNotesTx">
        <pc:chgData name="Danielle Andries" userId="93d179e4-3c18-40f7-920e-ae80b202540d" providerId="ADAL" clId="{EAE6C394-D1FE-4B4A-B603-88F008D6176A}" dt="2021-10-25T13:56:17.983" v="9" actId="20577"/>
        <pc:sldMkLst>
          <pc:docMk/>
          <pc:sldMk cId="3436933188" sldId="292"/>
        </pc:sldMkLst>
      </pc:sldChg>
      <pc:sldChg chg="modNotesTx">
        <pc:chgData name="Danielle Andries" userId="93d179e4-3c18-40f7-920e-ae80b202540d" providerId="ADAL" clId="{EAE6C394-D1FE-4B4A-B603-88F008D6176A}" dt="2021-10-25T13:56:24.152" v="12" actId="6549"/>
        <pc:sldMkLst>
          <pc:docMk/>
          <pc:sldMk cId="4043733581" sldId="294"/>
        </pc:sldMkLst>
      </pc:sldChg>
      <pc:sldChg chg="modNotesTx">
        <pc:chgData name="Danielle Andries" userId="93d179e4-3c18-40f7-920e-ae80b202540d" providerId="ADAL" clId="{EAE6C394-D1FE-4B4A-B603-88F008D6176A}" dt="2021-10-25T13:56:33.951" v="15" actId="20577"/>
        <pc:sldMkLst>
          <pc:docMk/>
          <pc:sldMk cId="764349985" sldId="297"/>
        </pc:sldMkLst>
      </pc:sldChg>
      <pc:sldChg chg="modNotesTx">
        <pc:chgData name="Danielle Andries" userId="93d179e4-3c18-40f7-920e-ae80b202540d" providerId="ADAL" clId="{EAE6C394-D1FE-4B4A-B603-88F008D6176A}" dt="2021-10-25T13:56:39.479" v="18" actId="20577"/>
        <pc:sldMkLst>
          <pc:docMk/>
          <pc:sldMk cId="2589259750" sldId="299"/>
        </pc:sldMkLst>
      </pc:sldChg>
      <pc:sldChg chg="modNotesTx">
        <pc:chgData name="Danielle Andries" userId="93d179e4-3c18-40f7-920e-ae80b202540d" providerId="ADAL" clId="{EAE6C394-D1FE-4B4A-B603-88F008D6176A}" dt="2021-10-25T13:56:54.439" v="21" actId="20577"/>
        <pc:sldMkLst>
          <pc:docMk/>
          <pc:sldMk cId="2462431588" sldId="300"/>
        </pc:sldMkLst>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iki.owasp.org/index.php/OWASP_Internet_of_Things_Project#tab=IoT_Top_10"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docker.com/"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i="1" dirty="0"/>
              <a:t>Most smart devices use a Linux or Android kernel. </a:t>
            </a:r>
          </a:p>
        </p:txBody>
      </p:sp>
      <p:sp>
        <p:nvSpPr>
          <p:cNvPr id="4" name="Slide Number Placeholder 3"/>
          <p:cNvSpPr>
            <a:spLocks noGrp="1"/>
          </p:cNvSpPr>
          <p:nvPr>
            <p:ph type="sldNum" sz="quarter" idx="5"/>
          </p:nvPr>
        </p:nvSpPr>
        <p:spPr/>
        <p:txBody>
          <a:bodyPr/>
          <a:lstStyle/>
          <a:p>
            <a:fld id="{B7CF8A19-3A9E-4ABC-B336-2FDDE321C72D}" type="slidenum">
              <a:rPr lang="en-US" smtClean="0"/>
              <a:pPr/>
              <a:t>5</a:t>
            </a:fld>
            <a:endParaRPr lang="en-US" dirty="0"/>
          </a:p>
        </p:txBody>
      </p:sp>
    </p:spTree>
    <p:extLst>
      <p:ext uri="{BB962C8B-B14F-4D97-AF65-F5344CB8AC3E}">
        <p14:creationId xmlns:p14="http://schemas.microsoft.com/office/powerpoint/2010/main" val="13891211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i="1" dirty="0">
                <a:solidFill>
                  <a:srgbClr val="45545F"/>
                </a:solidFill>
                <a:effectLst/>
                <a:latin typeface="Open Sans" panose="020B0606030504020204" pitchFamily="34" charset="0"/>
              </a:rPr>
              <a:t>Search default passwords for IoT devices, such as IP Cameras.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6</a:t>
            </a:fld>
            <a:endParaRPr lang="en-US" dirty="0"/>
          </a:p>
        </p:txBody>
      </p:sp>
    </p:spTree>
    <p:extLst>
      <p:ext uri="{BB962C8B-B14F-4D97-AF65-F5344CB8AC3E}">
        <p14:creationId xmlns:p14="http://schemas.microsoft.com/office/powerpoint/2010/main" val="2065460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You can visit </a:t>
            </a:r>
            <a:r>
              <a:rPr lang="en-US" b="0" i="1" dirty="0">
                <a:solidFill>
                  <a:srgbClr val="007C9E"/>
                </a:solidFill>
                <a:effectLst/>
                <a:latin typeface="Open Sans" panose="020B0606030504020204" pitchFamily="34" charset="0"/>
                <a:hlinkClick r:id="rId3"/>
              </a:rPr>
              <a:t>https://wiki.owasp.org/index.php/OWASP_Internet_of_Things_Project#tab=IoT_Top_10</a:t>
            </a:r>
            <a:r>
              <a:rPr lang="en-US" b="0" i="1" dirty="0">
                <a:solidFill>
                  <a:srgbClr val="45545F"/>
                </a:solidFill>
                <a:effectLst/>
                <a:latin typeface="Open Sans" panose="020B0606030504020204" pitchFamily="34" charset="0"/>
              </a:rPr>
              <a:t> for a list of the Top 10 IoT vulnerabilities.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7</a:t>
            </a:fld>
            <a:endParaRPr lang="en-US" dirty="0"/>
          </a:p>
        </p:txBody>
      </p:sp>
    </p:spTree>
    <p:extLst>
      <p:ext uri="{BB962C8B-B14F-4D97-AF65-F5344CB8AC3E}">
        <p14:creationId xmlns:p14="http://schemas.microsoft.com/office/powerpoint/2010/main" val="40195774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i="1" dirty="0"/>
              <a:t>BLE devices only transmit in a short range, which can make PenTesting the device difficult. However, because of the widespread use of BLE devices, it’s best to include an assessment of devices that use BLE in the PenTest.</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8</a:t>
            </a:fld>
            <a:endParaRPr lang="en-US" dirty="0"/>
          </a:p>
        </p:txBody>
      </p:sp>
    </p:spTree>
    <p:extLst>
      <p:ext uri="{BB962C8B-B14F-4D97-AF65-F5344CB8AC3E}">
        <p14:creationId xmlns:p14="http://schemas.microsoft.com/office/powerpoint/2010/main" val="3343316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Search "Mirai bot" and share their findings.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9</a:t>
            </a:fld>
            <a:endParaRPr lang="en-US" dirty="0"/>
          </a:p>
        </p:txBody>
      </p:sp>
    </p:spTree>
    <p:extLst>
      <p:ext uri="{BB962C8B-B14F-4D97-AF65-F5344CB8AC3E}">
        <p14:creationId xmlns:p14="http://schemas.microsoft.com/office/powerpoint/2010/main" val="6208831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Search IoT devices with Shodan.</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10</a:t>
            </a:fld>
            <a:endParaRPr lang="en-US" dirty="0"/>
          </a:p>
        </p:txBody>
      </p:sp>
    </p:spTree>
    <p:extLst>
      <p:ext uri="{BB962C8B-B14F-4D97-AF65-F5344CB8AC3E}">
        <p14:creationId xmlns:p14="http://schemas.microsoft.com/office/powerpoint/2010/main" val="97855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Search for "CWE 209" and share their findings.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17</a:t>
            </a:fld>
            <a:endParaRPr lang="en-US" dirty="0"/>
          </a:p>
        </p:txBody>
      </p:sp>
    </p:spTree>
    <p:extLst>
      <p:ext uri="{BB962C8B-B14F-4D97-AF65-F5344CB8AC3E}">
        <p14:creationId xmlns:p14="http://schemas.microsoft.com/office/powerpoint/2010/main" val="18261093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Search for Fuzz Testing apps and share their findings.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18</a:t>
            </a:fld>
            <a:endParaRPr lang="en-US" dirty="0"/>
          </a:p>
        </p:txBody>
      </p:sp>
    </p:spTree>
    <p:extLst>
      <p:ext uri="{BB962C8B-B14F-4D97-AF65-F5344CB8AC3E}">
        <p14:creationId xmlns:p14="http://schemas.microsoft.com/office/powerpoint/2010/main" val="3960518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Look up Docker (</a:t>
            </a:r>
            <a:r>
              <a:rPr lang="en-US" b="0" i="1" dirty="0">
                <a:solidFill>
                  <a:srgbClr val="007C9E"/>
                </a:solidFill>
                <a:effectLst/>
                <a:latin typeface="Open Sans" panose="020B0606030504020204" pitchFamily="34" charset="0"/>
                <a:hlinkClick r:id="rId3"/>
              </a:rPr>
              <a:t>docker.com</a:t>
            </a:r>
            <a:r>
              <a:rPr lang="en-US" b="0" i="1" dirty="0">
                <a:solidFill>
                  <a:srgbClr val="45545F"/>
                </a:solidFill>
                <a:effectLst/>
                <a:latin typeface="Open Sans" panose="020B0606030504020204" pitchFamily="34" charset="0"/>
              </a:rPr>
              <a:t>) and share their findings.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25</a:t>
            </a:fld>
            <a:endParaRPr lang="en-US" dirty="0"/>
          </a:p>
        </p:txBody>
      </p:sp>
    </p:spTree>
    <p:extLst>
      <p:ext uri="{BB962C8B-B14F-4D97-AF65-F5344CB8AC3E}">
        <p14:creationId xmlns:p14="http://schemas.microsoft.com/office/powerpoint/2010/main" val="9578293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p:nvPr>
        </p:nvSpPr>
        <p:spPr>
          <a:xfrm>
            <a:off x="0" y="0"/>
            <a:ext cx="9143999" cy="603250"/>
          </a:xfrm>
          <a:prstGeom prst="rect">
            <a:avLst/>
          </a:prstGeom>
        </p:spPr>
        <p:txBody>
          <a:bodyPr/>
          <a:lstStyle/>
          <a:p>
            <a:r>
              <a:rPr lang="en-US"/>
              <a:t>Click to edit Master title style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extLst>
      <p:ext uri="{BB962C8B-B14F-4D97-AF65-F5344CB8AC3E}">
        <p14:creationId xmlns:p14="http://schemas.microsoft.com/office/powerpoint/2010/main" val="13777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extLst>
      <p:ext uri="{BB962C8B-B14F-4D97-AF65-F5344CB8AC3E}">
        <p14:creationId xmlns:p14="http://schemas.microsoft.com/office/powerpoint/2010/main" val="385396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extLst>
      <p:ext uri="{BB962C8B-B14F-4D97-AF65-F5344CB8AC3E}">
        <p14:creationId xmlns:p14="http://schemas.microsoft.com/office/powerpoint/2010/main" val="410361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extLst>
      <p:ext uri="{BB962C8B-B14F-4D97-AF65-F5344CB8AC3E}">
        <p14:creationId xmlns:p14="http://schemas.microsoft.com/office/powerpoint/2010/main" val="3601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err="1"/>
              <a:t>ActivityTitle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dirty="0"/>
          </a:p>
        </p:txBody>
      </p:sp>
    </p:spTree>
    <p:extLst>
      <p:ext uri="{BB962C8B-B14F-4D97-AF65-F5344CB8AC3E}">
        <p14:creationId xmlns:p14="http://schemas.microsoft.com/office/powerpoint/2010/main" val="319838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p:nvPr>
        </p:nvSpPr>
        <p:spPr>
          <a:xfrm>
            <a:off x="146049" y="748621"/>
            <a:ext cx="8870950" cy="4044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100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PT0-002</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CompTIA </a:t>
            </a:r>
            <a:r>
              <a:rPr lang="en-US" dirty="0" err="1"/>
              <a:t>PenTest</a:t>
            </a:r>
            <a:r>
              <a:rPr lang="en-US" dirty="0"/>
              <a:t>+</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dirty="0"/>
          </a:p>
        </p:txBody>
      </p:sp>
      <p:pic>
        <p:nvPicPr>
          <p:cNvPr id="17" name="Graphic 16">
            <a:extLst>
              <a:ext uri="{FF2B5EF4-FFF2-40B4-BE49-F238E27FC236}">
                <a16:creationId xmlns:a16="http://schemas.microsoft.com/office/drawing/2014/main" id="{7D84293D-9EA8-40F2-93FB-ED6D63C3A85B}"/>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22120" y="2131276"/>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err="1"/>
              <a:t>PenTest</a:t>
            </a:r>
            <a:r>
              <a:rPr lang="en-US" dirty="0"/>
              <a:t>+ PT0-002</a:t>
            </a:r>
            <a:endParaRPr lang="en-GB" dirty="0"/>
          </a:p>
        </p:txBody>
      </p:sp>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pic>
        <p:nvPicPr>
          <p:cNvPr id="19" name="Graphic 18">
            <a:extLst>
              <a:ext uri="{FF2B5EF4-FFF2-40B4-BE49-F238E27FC236}">
                <a16:creationId xmlns:a16="http://schemas.microsoft.com/office/drawing/2014/main" id="{ADBC3B40-8D17-4058-A330-EB58C13D6CD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20" name="Graphic 19">
            <a:extLst>
              <a:ext uri="{FF2B5EF4-FFF2-40B4-BE49-F238E27FC236}">
                <a16:creationId xmlns:a16="http://schemas.microsoft.com/office/drawing/2014/main" id="{0C10025E-BF6D-4382-802A-4903B84203D5}"/>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52816" y="1318606"/>
            <a:ext cx="2508635" cy="625047"/>
          </a:xfrm>
          <a:prstGeom prst="rect">
            <a:avLst/>
          </a:prstGeom>
        </p:spPr>
      </p:pic>
    </p:spTree>
    <p:extLst>
      <p:ext uri="{BB962C8B-B14F-4D97-AF65-F5344CB8AC3E}">
        <p14:creationId xmlns:p14="http://schemas.microsoft.com/office/powerpoint/2010/main" val="19743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pic>
        <p:nvPicPr>
          <p:cNvPr id="12" name="Graphic 11">
            <a:extLst>
              <a:ext uri="{FF2B5EF4-FFF2-40B4-BE49-F238E27FC236}">
                <a16:creationId xmlns:a16="http://schemas.microsoft.com/office/drawing/2014/main" id="{6DCE80E9-7F35-4B60-9186-5838CCF74D37}"/>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43351" y="418781"/>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err="1"/>
              <a:t>PenTest</a:t>
            </a:r>
            <a:r>
              <a:rPr lang="en-US" dirty="0"/>
              <a:t>+ PT0-002</a:t>
            </a:r>
            <a:endParaRPr lang="en-GB" dirty="0"/>
          </a:p>
        </p:txBody>
      </p:sp>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pic>
        <p:nvPicPr>
          <p:cNvPr id="16" name="Graphic 15">
            <a:extLst>
              <a:ext uri="{FF2B5EF4-FFF2-40B4-BE49-F238E27FC236}">
                <a16:creationId xmlns:a16="http://schemas.microsoft.com/office/drawing/2014/main" id="{4F6561AF-3711-4D10-83B7-F654C4C4802B}"/>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9" name="Graphic 18">
            <a:extLst>
              <a:ext uri="{FF2B5EF4-FFF2-40B4-BE49-F238E27FC236}">
                <a16:creationId xmlns:a16="http://schemas.microsoft.com/office/drawing/2014/main" id="{C2DA8F62-B736-4E19-826C-4C8C382FE83B}"/>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97095" y="1315216"/>
            <a:ext cx="2508635" cy="625047"/>
          </a:xfrm>
          <a:prstGeom prst="rect">
            <a:avLst/>
          </a:prstGeom>
        </p:spPr>
      </p:pic>
    </p:spTree>
    <p:extLst>
      <p:ext uri="{BB962C8B-B14F-4D97-AF65-F5344CB8AC3E}">
        <p14:creationId xmlns:p14="http://schemas.microsoft.com/office/powerpoint/2010/main" val="41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dirty="0"/>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14" r:id="rId1"/>
    <p:sldLayoutId id="2147483917" r:id="rId2"/>
    <p:sldLayoutId id="2147483918" r:id="rId3"/>
    <p:sldLayoutId id="2147483919" r:id="rId4"/>
    <p:sldLayoutId id="2147483922" r:id="rId5"/>
    <p:sldLayoutId id="2147483924" r:id="rId6"/>
    <p:sldLayoutId id="2147483932" r:id="rId7"/>
    <p:sldLayoutId id="2147483912" r:id="rId8"/>
    <p:sldLayoutId id="2147483911" r:id="rId9"/>
    <p:sldLayoutId id="2147483926" r:id="rId10"/>
    <p:sldLayoutId id="2147483927" r:id="rId11"/>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19FB4-7244-4484-B018-DD33DB9A52A5}"/>
              </a:ext>
            </a:extLst>
          </p:cNvPr>
          <p:cNvSpPr>
            <a:spLocks noGrp="1"/>
          </p:cNvSpPr>
          <p:nvPr>
            <p:ph type="ctrTitle"/>
          </p:nvPr>
        </p:nvSpPr>
        <p:spPr/>
        <p:txBody>
          <a:bodyPr/>
          <a:lstStyle/>
          <a:p>
            <a:r>
              <a:rPr lang="en-US" dirty="0"/>
              <a:t>Exam PT0-002</a:t>
            </a:r>
          </a:p>
        </p:txBody>
      </p:sp>
      <p:sp>
        <p:nvSpPr>
          <p:cNvPr id="3" name="Subtitle 2">
            <a:extLst>
              <a:ext uri="{FF2B5EF4-FFF2-40B4-BE49-F238E27FC236}">
                <a16:creationId xmlns:a16="http://schemas.microsoft.com/office/drawing/2014/main" id="{0120E2C8-88F7-4382-A812-F719CC64D304}"/>
              </a:ext>
            </a:extLst>
          </p:cNvPr>
          <p:cNvSpPr>
            <a:spLocks noGrp="1"/>
          </p:cNvSpPr>
          <p:nvPr>
            <p:ph type="subTitle" idx="1"/>
          </p:nvPr>
        </p:nvSpPr>
        <p:spPr/>
        <p:txBody>
          <a:bodyPr/>
          <a:lstStyle/>
          <a:p>
            <a:r>
              <a:rPr lang="en-US" dirty="0"/>
              <a:t>CompTIA PenTest+</a:t>
            </a:r>
          </a:p>
        </p:txBody>
      </p:sp>
      <p:sp>
        <p:nvSpPr>
          <p:cNvPr id="4" name="Slide Number Placeholder 3">
            <a:extLst>
              <a:ext uri="{FF2B5EF4-FFF2-40B4-BE49-F238E27FC236}">
                <a16:creationId xmlns:a16="http://schemas.microsoft.com/office/drawing/2014/main" id="{0662A346-0A2D-4C5C-A981-A185650AD0E2}"/>
              </a:ext>
            </a:extLst>
          </p:cNvPr>
          <p:cNvSpPr>
            <a:spLocks noGrp="1"/>
          </p:cNvSpPr>
          <p:nvPr>
            <p:ph type="sldNum" sz="quarter" idx="10"/>
          </p:nvPr>
        </p:nvSpPr>
        <p:spPr/>
        <p:txBody>
          <a:bodyPr/>
          <a:lstStyle/>
          <a:p>
            <a:fld id="{B7CF8A19-3A9E-4ABC-B336-2FDDE321C72D}" type="slidenum">
              <a:rPr lang="en-US" smtClean="0"/>
              <a:pPr/>
              <a:t>1</a:t>
            </a:fld>
            <a:endParaRPr lang="en-US" dirty="0"/>
          </a:p>
        </p:txBody>
      </p:sp>
    </p:spTree>
    <p:extLst>
      <p:ext uri="{BB962C8B-B14F-4D97-AF65-F5344CB8AC3E}">
        <p14:creationId xmlns:p14="http://schemas.microsoft.com/office/powerpoint/2010/main" val="63253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D087C-759A-4744-8CA2-B6FC76A04C6B}"/>
              </a:ext>
            </a:extLst>
          </p:cNvPr>
          <p:cNvSpPr>
            <a:spLocks noGrp="1"/>
          </p:cNvSpPr>
          <p:nvPr>
            <p:ph type="ctrTitle"/>
          </p:nvPr>
        </p:nvSpPr>
        <p:spPr/>
        <p:txBody>
          <a:bodyPr/>
          <a:lstStyle/>
          <a:p>
            <a:r>
              <a:rPr lang="en-US" dirty="0"/>
              <a:t>Attacking Specialized Systems</a:t>
            </a:r>
          </a:p>
        </p:txBody>
      </p:sp>
      <p:sp>
        <p:nvSpPr>
          <p:cNvPr id="3" name="Subtitle 2">
            <a:extLst>
              <a:ext uri="{FF2B5EF4-FFF2-40B4-BE49-F238E27FC236}">
                <a16:creationId xmlns:a16="http://schemas.microsoft.com/office/drawing/2014/main" id="{8E3CCB41-16A4-4F8D-ABB5-5CE3E3695174}"/>
              </a:ext>
            </a:extLst>
          </p:cNvPr>
          <p:cNvSpPr>
            <a:spLocks noGrp="1"/>
          </p:cNvSpPr>
          <p:nvPr>
            <p:ph type="subTitle" idx="1"/>
          </p:nvPr>
        </p:nvSpPr>
        <p:spPr>
          <a:xfrm>
            <a:off x="644723" y="1066518"/>
            <a:ext cx="7981244" cy="1080000"/>
          </a:xfrm>
        </p:spPr>
        <p:txBody>
          <a:bodyPr/>
          <a:lstStyle/>
          <a:p>
            <a:r>
              <a:rPr lang="en-US" dirty="0"/>
              <a:t>Lesson 12</a:t>
            </a:r>
          </a:p>
        </p:txBody>
      </p:sp>
      <p:sp>
        <p:nvSpPr>
          <p:cNvPr id="4" name="Text Placeholder 3">
            <a:extLst>
              <a:ext uri="{FF2B5EF4-FFF2-40B4-BE49-F238E27FC236}">
                <a16:creationId xmlns:a16="http://schemas.microsoft.com/office/drawing/2014/main" id="{FFFA2055-7F4C-49B3-90A3-30BC6D855737}"/>
              </a:ext>
            </a:extLst>
          </p:cNvPr>
          <p:cNvSpPr>
            <a:spLocks noGrp="1"/>
          </p:cNvSpPr>
          <p:nvPr>
            <p:ph type="body" sz="quarter" idx="12"/>
          </p:nvPr>
        </p:nvSpPr>
        <p:spPr/>
        <p:txBody>
          <a:bodyPr/>
          <a:lstStyle/>
          <a:p>
            <a:r>
              <a:rPr lang="en-US" dirty="0"/>
              <a:t>CompTIA PenTest+ Exam PT0-002</a:t>
            </a:r>
          </a:p>
        </p:txBody>
      </p:sp>
      <p:sp>
        <p:nvSpPr>
          <p:cNvPr id="5" name="Slide Number Placeholder 4">
            <a:extLst>
              <a:ext uri="{FF2B5EF4-FFF2-40B4-BE49-F238E27FC236}">
                <a16:creationId xmlns:a16="http://schemas.microsoft.com/office/drawing/2014/main" id="{24A2E7BE-3CF5-43B5-A07D-D2F63BA0A4CD}"/>
              </a:ext>
            </a:extLst>
          </p:cNvPr>
          <p:cNvSpPr>
            <a:spLocks noGrp="1"/>
          </p:cNvSpPr>
          <p:nvPr>
            <p:ph type="sldNum" sz="quarter" idx="10"/>
          </p:nvPr>
        </p:nvSpPr>
        <p:spPr/>
        <p:txBody>
          <a:bodyPr/>
          <a:lstStyle/>
          <a:p>
            <a:fld id="{B7CF8A19-3A9E-4ABC-B336-2FDDE321C72D}" type="slidenum">
              <a:rPr lang="en-US" smtClean="0"/>
              <a:pPr/>
              <a:t>2</a:t>
            </a:fld>
            <a:endParaRPr lang="en-US" dirty="0"/>
          </a:p>
        </p:txBody>
      </p:sp>
    </p:spTree>
    <p:extLst>
      <p:ext uri="{BB962C8B-B14F-4D97-AF65-F5344CB8AC3E}">
        <p14:creationId xmlns:p14="http://schemas.microsoft.com/office/powerpoint/2010/main" val="3476460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2032A-10FC-4BB7-B136-BD4193536FE4}"/>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7ED73DC9-4D7D-4A76-A939-CFBD8317E387}"/>
              </a:ext>
            </a:extLst>
          </p:cNvPr>
          <p:cNvSpPr>
            <a:spLocks noGrp="1"/>
          </p:cNvSpPr>
          <p:nvPr>
            <p:ph idx="1"/>
          </p:nvPr>
        </p:nvSpPr>
        <p:spPr/>
        <p:txBody>
          <a:bodyPr>
            <a:normAutofit/>
          </a:bodyPr>
          <a:lstStyle/>
          <a:p>
            <a:r>
              <a:rPr lang="en-US" dirty="0"/>
              <a:t>Explain common attacks and vulnerabilities against specialized systems.</a:t>
            </a:r>
          </a:p>
        </p:txBody>
      </p:sp>
      <p:sp>
        <p:nvSpPr>
          <p:cNvPr id="4" name="Slide Number Placeholder 3">
            <a:extLst>
              <a:ext uri="{FF2B5EF4-FFF2-40B4-BE49-F238E27FC236}">
                <a16:creationId xmlns:a16="http://schemas.microsoft.com/office/drawing/2014/main" id="{F3D724FD-097F-41F1-84E9-7E3A49F253D2}"/>
              </a:ext>
            </a:extLst>
          </p:cNvPr>
          <p:cNvSpPr>
            <a:spLocks noGrp="1"/>
          </p:cNvSpPr>
          <p:nvPr>
            <p:ph type="sldNum" sz="quarter" idx="10"/>
          </p:nvPr>
        </p:nvSpPr>
        <p:spPr/>
        <p:txBody>
          <a:bodyPr/>
          <a:lstStyle/>
          <a:p>
            <a:fld id="{B7CF8A19-3A9E-4ABC-B336-2FDDE321C72D}" type="slidenum">
              <a:rPr lang="en-US" smtClean="0"/>
              <a:pPr/>
              <a:t>3</a:t>
            </a:fld>
            <a:endParaRPr lang="en-US" dirty="0"/>
          </a:p>
        </p:txBody>
      </p:sp>
    </p:spTree>
    <p:extLst>
      <p:ext uri="{BB962C8B-B14F-4D97-AF65-F5344CB8AC3E}">
        <p14:creationId xmlns:p14="http://schemas.microsoft.com/office/powerpoint/2010/main" val="3676537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EEEB6-1AEE-41DF-9C4C-570C8610147C}"/>
              </a:ext>
            </a:extLst>
          </p:cNvPr>
          <p:cNvSpPr>
            <a:spLocks noGrp="1"/>
          </p:cNvSpPr>
          <p:nvPr>
            <p:ph type="ctrTitle"/>
          </p:nvPr>
        </p:nvSpPr>
        <p:spPr/>
        <p:txBody>
          <a:bodyPr/>
          <a:lstStyle/>
          <a:p>
            <a:r>
              <a:rPr lang="en-US" dirty="0"/>
              <a:t>Identify Attacks on the IoT</a:t>
            </a:r>
          </a:p>
        </p:txBody>
      </p:sp>
      <p:sp>
        <p:nvSpPr>
          <p:cNvPr id="3" name="Subtitle 2">
            <a:extLst>
              <a:ext uri="{FF2B5EF4-FFF2-40B4-BE49-F238E27FC236}">
                <a16:creationId xmlns:a16="http://schemas.microsoft.com/office/drawing/2014/main" id="{4987CBD2-FC2F-43E3-BBCF-3F07A0EC94E2}"/>
              </a:ext>
            </a:extLst>
          </p:cNvPr>
          <p:cNvSpPr>
            <a:spLocks noGrp="1"/>
          </p:cNvSpPr>
          <p:nvPr>
            <p:ph type="subTitle" idx="1"/>
          </p:nvPr>
        </p:nvSpPr>
        <p:spPr/>
        <p:txBody>
          <a:bodyPr/>
          <a:lstStyle/>
          <a:p>
            <a:r>
              <a:rPr lang="en-US" dirty="0"/>
              <a:t>Topic 12A</a:t>
            </a:r>
          </a:p>
        </p:txBody>
      </p:sp>
      <p:sp>
        <p:nvSpPr>
          <p:cNvPr id="4" name="Text Placeholder 3">
            <a:extLst>
              <a:ext uri="{FF2B5EF4-FFF2-40B4-BE49-F238E27FC236}">
                <a16:creationId xmlns:a16="http://schemas.microsoft.com/office/drawing/2014/main" id="{8C758618-B692-44C1-92DC-F8A5F871B945}"/>
              </a:ext>
            </a:extLst>
          </p:cNvPr>
          <p:cNvSpPr>
            <a:spLocks noGrp="1"/>
          </p:cNvSpPr>
          <p:nvPr>
            <p:ph type="body" sz="quarter" idx="12"/>
          </p:nvPr>
        </p:nvSpPr>
        <p:spPr/>
        <p:txBody>
          <a:bodyPr/>
          <a:lstStyle/>
          <a:p>
            <a:r>
              <a:rPr lang="en-US" dirty="0"/>
              <a:t>Lesson 12</a:t>
            </a:r>
          </a:p>
        </p:txBody>
      </p:sp>
      <p:sp>
        <p:nvSpPr>
          <p:cNvPr id="5" name="Slide Number Placeholder 4">
            <a:extLst>
              <a:ext uri="{FF2B5EF4-FFF2-40B4-BE49-F238E27FC236}">
                <a16:creationId xmlns:a16="http://schemas.microsoft.com/office/drawing/2014/main" id="{53249E05-C74B-4ADD-92BD-BF8C8F918D6C}"/>
              </a:ext>
            </a:extLst>
          </p:cNvPr>
          <p:cNvSpPr>
            <a:spLocks noGrp="1"/>
          </p:cNvSpPr>
          <p:nvPr>
            <p:ph type="sldNum" sz="quarter" idx="10"/>
          </p:nvPr>
        </p:nvSpPr>
        <p:spPr/>
        <p:txBody>
          <a:bodyPr/>
          <a:lstStyle/>
          <a:p>
            <a:fld id="{B7CF8A19-3A9E-4ABC-B336-2FDDE321C72D}" type="slidenum">
              <a:rPr lang="en-US" smtClean="0"/>
              <a:pPr/>
              <a:t>4</a:t>
            </a:fld>
            <a:endParaRPr lang="en-US" dirty="0"/>
          </a:p>
        </p:txBody>
      </p:sp>
    </p:spTree>
    <p:extLst>
      <p:ext uri="{BB962C8B-B14F-4D97-AF65-F5344CB8AC3E}">
        <p14:creationId xmlns:p14="http://schemas.microsoft.com/office/powerpoint/2010/main" val="3581186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Understanding the IoT</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IoT devices are appliances with integrated computer functionality that includes apps, storage, and networking. </a:t>
            </a:r>
          </a:p>
          <a:p>
            <a:r>
              <a:rPr lang="en-US" dirty="0"/>
              <a:t>Devices can be vulnerable to many of the standard attacks associated with web applications and network functions. </a:t>
            </a:r>
          </a:p>
          <a:p>
            <a:r>
              <a:rPr lang="en-US" dirty="0"/>
              <a:t>Most have external connectivity to the wider world, along with many more "things" in between, which broadens the attack surface </a:t>
            </a:r>
          </a:p>
          <a:p>
            <a:pPr lvl="1"/>
            <a:r>
              <a:rPr lang="en-US" dirty="0"/>
              <a:t>Attacks can include buffer overflows, SQL injection, SYN flood, and privilege escalation.</a:t>
            </a:r>
          </a:p>
          <a:p>
            <a:endParaRPr lang="en-US" dirty="0"/>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5</a:t>
            </a:fld>
            <a:endParaRPr lang="en-US" dirty="0"/>
          </a:p>
        </p:txBody>
      </p:sp>
    </p:spTree>
    <p:extLst>
      <p:ext uri="{BB962C8B-B14F-4D97-AF65-F5344CB8AC3E}">
        <p14:creationId xmlns:p14="http://schemas.microsoft.com/office/powerpoint/2010/main" val="2700514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Understanding Component Weaknesses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Many IoT devices an amalgamation of components from a variety of vendors, and can have several vulnerabilities</a:t>
            </a:r>
          </a:p>
          <a:p>
            <a:r>
              <a:rPr lang="en-US" dirty="0"/>
              <a:t>Vulnerabilities can include:</a:t>
            </a:r>
          </a:p>
          <a:p>
            <a:pPr lvl="1"/>
            <a:r>
              <a:rPr lang="en-US" dirty="0"/>
              <a:t>Vendor patches and update processes can be inadequate.</a:t>
            </a:r>
          </a:p>
          <a:p>
            <a:pPr lvl="1"/>
            <a:r>
              <a:rPr lang="en-US" dirty="0"/>
              <a:t>Components could have preloaded malware or even backdoor access</a:t>
            </a:r>
          </a:p>
          <a:p>
            <a:pPr lvl="1"/>
            <a:r>
              <a:rPr lang="en-US" dirty="0"/>
              <a:t>The device might have insecure or even outdated components</a:t>
            </a:r>
          </a:p>
          <a:p>
            <a:pPr lvl="1"/>
            <a:r>
              <a:rPr lang="en-US" dirty="0"/>
              <a:t>Configurations that are hard-code may be difficult or impossible to remove. </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6</a:t>
            </a:fld>
            <a:endParaRPr lang="en-US" dirty="0"/>
          </a:p>
        </p:txBody>
      </p:sp>
    </p:spTree>
    <p:extLst>
      <p:ext uri="{BB962C8B-B14F-4D97-AF65-F5344CB8AC3E}">
        <p14:creationId xmlns:p14="http://schemas.microsoft.com/office/powerpoint/2010/main" val="1766491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6EA1F-4331-4E33-A1B9-3A0DA461694F}"/>
              </a:ext>
            </a:extLst>
          </p:cNvPr>
          <p:cNvSpPr>
            <a:spLocks noGrp="1"/>
          </p:cNvSpPr>
          <p:nvPr>
            <p:ph type="title"/>
          </p:nvPr>
        </p:nvSpPr>
        <p:spPr/>
        <p:txBody>
          <a:bodyPr/>
          <a:lstStyle/>
          <a:p>
            <a:r>
              <a:rPr lang="en-US" dirty="0"/>
              <a:t>Vulnerable Targets</a:t>
            </a:r>
          </a:p>
        </p:txBody>
      </p:sp>
      <p:sp>
        <p:nvSpPr>
          <p:cNvPr id="3" name="Content Placeholder 2">
            <a:extLst>
              <a:ext uri="{FF2B5EF4-FFF2-40B4-BE49-F238E27FC236}">
                <a16:creationId xmlns:a16="http://schemas.microsoft.com/office/drawing/2014/main" id="{829BCBCD-9BD9-4BE5-9007-A0469926FB1C}"/>
              </a:ext>
            </a:extLst>
          </p:cNvPr>
          <p:cNvSpPr>
            <a:spLocks noGrp="1"/>
          </p:cNvSpPr>
          <p:nvPr>
            <p:ph idx="1"/>
          </p:nvPr>
        </p:nvSpPr>
        <p:spPr/>
        <p:txBody>
          <a:bodyPr>
            <a:normAutofit/>
          </a:bodyPr>
          <a:lstStyle/>
          <a:p>
            <a:r>
              <a:rPr lang="en-US" dirty="0"/>
              <a:t>Many IoT devices do not natively use encryption. As a result, any communication is transmitted in cleartext. </a:t>
            </a:r>
          </a:p>
          <a:p>
            <a:pPr lvl="1"/>
            <a:r>
              <a:rPr lang="en-US" dirty="0"/>
              <a:t>This can allow anyone to intercept and read or modify the contents.</a:t>
            </a:r>
          </a:p>
          <a:p>
            <a:r>
              <a:rPr lang="en-US" dirty="0"/>
              <a:t>Devices lack physical security. Most are small, such as IP cameras, and can be placed in several areas, many in plain sight. </a:t>
            </a:r>
          </a:p>
          <a:p>
            <a:pPr lvl="1"/>
            <a:r>
              <a:rPr lang="en-US" dirty="0"/>
              <a:t>Unless access is restricted, these devices can be damaged or stolen.</a:t>
            </a:r>
          </a:p>
          <a:p>
            <a:r>
              <a:rPr lang="en-US" dirty="0"/>
              <a:t>As a result, IoT devices must not be allowed on the network without a </a:t>
            </a:r>
            <a:r>
              <a:rPr lang="en-US" i="1" dirty="0"/>
              <a:t>process</a:t>
            </a:r>
            <a:r>
              <a:rPr lang="en-US" dirty="0"/>
              <a:t> in place to validate, manage, and monitor them.</a:t>
            </a:r>
          </a:p>
          <a:p>
            <a:pPr lvl="1"/>
            <a:endParaRPr lang="en-US" dirty="0"/>
          </a:p>
        </p:txBody>
      </p:sp>
      <p:sp>
        <p:nvSpPr>
          <p:cNvPr id="4" name="Slide Number Placeholder 3">
            <a:extLst>
              <a:ext uri="{FF2B5EF4-FFF2-40B4-BE49-F238E27FC236}">
                <a16:creationId xmlns:a16="http://schemas.microsoft.com/office/drawing/2014/main" id="{FE3E7447-6080-40BA-979C-1063F11A34EE}"/>
              </a:ext>
            </a:extLst>
          </p:cNvPr>
          <p:cNvSpPr>
            <a:spLocks noGrp="1"/>
          </p:cNvSpPr>
          <p:nvPr>
            <p:ph type="sldNum" sz="quarter" idx="10"/>
          </p:nvPr>
        </p:nvSpPr>
        <p:spPr/>
        <p:txBody>
          <a:bodyPr/>
          <a:lstStyle/>
          <a:p>
            <a:fld id="{B7CF8A19-3A9E-4ABC-B336-2FDDE321C72D}" type="slidenum">
              <a:rPr lang="en-US" smtClean="0"/>
              <a:pPr/>
              <a:t>7</a:t>
            </a:fld>
            <a:endParaRPr lang="en-US" dirty="0"/>
          </a:p>
        </p:txBody>
      </p:sp>
    </p:spTree>
    <p:extLst>
      <p:ext uri="{BB962C8B-B14F-4D97-AF65-F5344CB8AC3E}">
        <p14:creationId xmlns:p14="http://schemas.microsoft.com/office/powerpoint/2010/main" val="2225096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6EA1F-4331-4E33-A1B9-3A0DA461694F}"/>
              </a:ext>
            </a:extLst>
          </p:cNvPr>
          <p:cNvSpPr>
            <a:spLocks noGrp="1"/>
          </p:cNvSpPr>
          <p:nvPr>
            <p:ph type="title"/>
          </p:nvPr>
        </p:nvSpPr>
        <p:spPr/>
        <p:txBody>
          <a:bodyPr/>
          <a:lstStyle/>
          <a:p>
            <a:r>
              <a:rPr lang="en-US" dirty="0"/>
              <a:t>Leaking Sensitive Data</a:t>
            </a:r>
          </a:p>
        </p:txBody>
      </p:sp>
      <p:sp>
        <p:nvSpPr>
          <p:cNvPr id="3" name="Content Placeholder 2">
            <a:extLst>
              <a:ext uri="{FF2B5EF4-FFF2-40B4-BE49-F238E27FC236}">
                <a16:creationId xmlns:a16="http://schemas.microsoft.com/office/drawing/2014/main" id="{829BCBCD-9BD9-4BE5-9007-A0469926FB1C}"/>
              </a:ext>
            </a:extLst>
          </p:cNvPr>
          <p:cNvSpPr>
            <a:spLocks noGrp="1"/>
          </p:cNvSpPr>
          <p:nvPr>
            <p:ph idx="1"/>
          </p:nvPr>
        </p:nvSpPr>
        <p:spPr/>
        <p:txBody>
          <a:bodyPr>
            <a:normAutofit/>
          </a:bodyPr>
          <a:lstStyle/>
          <a:p>
            <a:r>
              <a:rPr lang="en-US" dirty="0"/>
              <a:t>Many IoT devices use Bluetooth Low Energy (BLE), which can leak sensitive data. </a:t>
            </a:r>
          </a:p>
          <a:p>
            <a:r>
              <a:rPr lang="en-US" dirty="0"/>
              <a:t>Malicious actors can capture data that is in cleartext and result in data leakage and expose the following:</a:t>
            </a:r>
          </a:p>
          <a:p>
            <a:pPr lvl="1"/>
            <a:r>
              <a:rPr lang="en-US" dirty="0"/>
              <a:t>The device model, software, and version, smart home activities</a:t>
            </a:r>
          </a:p>
          <a:p>
            <a:pPr lvl="1"/>
            <a:r>
              <a:rPr lang="en-US" dirty="0"/>
              <a:t>Gather e-mail addresses and phone numbers, and eavesdrop voice assistant commands</a:t>
            </a:r>
          </a:p>
        </p:txBody>
      </p:sp>
      <p:sp>
        <p:nvSpPr>
          <p:cNvPr id="4" name="Slide Number Placeholder 3">
            <a:extLst>
              <a:ext uri="{FF2B5EF4-FFF2-40B4-BE49-F238E27FC236}">
                <a16:creationId xmlns:a16="http://schemas.microsoft.com/office/drawing/2014/main" id="{FE3E7447-6080-40BA-979C-1063F11A34EE}"/>
              </a:ext>
            </a:extLst>
          </p:cNvPr>
          <p:cNvSpPr>
            <a:spLocks noGrp="1"/>
          </p:cNvSpPr>
          <p:nvPr>
            <p:ph type="sldNum" sz="quarter" idx="10"/>
          </p:nvPr>
        </p:nvSpPr>
        <p:spPr/>
        <p:txBody>
          <a:bodyPr/>
          <a:lstStyle/>
          <a:p>
            <a:fld id="{B7CF8A19-3A9E-4ABC-B336-2FDDE321C72D}" type="slidenum">
              <a:rPr lang="en-US" smtClean="0"/>
              <a:pPr/>
              <a:t>8</a:t>
            </a:fld>
            <a:endParaRPr lang="en-US" dirty="0"/>
          </a:p>
        </p:txBody>
      </p:sp>
    </p:spTree>
    <p:extLst>
      <p:ext uri="{BB962C8B-B14F-4D97-AF65-F5344CB8AC3E}">
        <p14:creationId xmlns:p14="http://schemas.microsoft.com/office/powerpoint/2010/main" val="4014614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6EA1F-4331-4E33-A1B9-3A0DA461694F}"/>
              </a:ext>
            </a:extLst>
          </p:cNvPr>
          <p:cNvSpPr>
            <a:spLocks noGrp="1"/>
          </p:cNvSpPr>
          <p:nvPr>
            <p:ph type="title"/>
          </p:nvPr>
        </p:nvSpPr>
        <p:spPr/>
        <p:txBody>
          <a:bodyPr/>
          <a:lstStyle/>
          <a:p>
            <a:r>
              <a:rPr lang="en-US" dirty="0"/>
              <a:t>Triggering an Attack</a:t>
            </a:r>
          </a:p>
        </p:txBody>
      </p:sp>
      <p:sp>
        <p:nvSpPr>
          <p:cNvPr id="3" name="Content Placeholder 2">
            <a:extLst>
              <a:ext uri="{FF2B5EF4-FFF2-40B4-BE49-F238E27FC236}">
                <a16:creationId xmlns:a16="http://schemas.microsoft.com/office/drawing/2014/main" id="{829BCBCD-9BD9-4BE5-9007-A0469926FB1C}"/>
              </a:ext>
            </a:extLst>
          </p:cNvPr>
          <p:cNvSpPr>
            <a:spLocks noGrp="1"/>
          </p:cNvSpPr>
          <p:nvPr>
            <p:ph idx="1"/>
          </p:nvPr>
        </p:nvSpPr>
        <p:spPr/>
        <p:txBody>
          <a:bodyPr>
            <a:normAutofit lnSpcReduction="10000"/>
          </a:bodyPr>
          <a:lstStyle/>
          <a:p>
            <a:r>
              <a:rPr lang="en-US" b="1" dirty="0"/>
              <a:t>Weaponizing an IoT Device</a:t>
            </a:r>
          </a:p>
          <a:p>
            <a:pPr lvl="1"/>
            <a:r>
              <a:rPr lang="en-US" dirty="0"/>
              <a:t>If a device is vulnerable, a malicious actor can infect a vulnerable IoT device with malware and then turn the device into a zombie. </a:t>
            </a:r>
          </a:p>
          <a:p>
            <a:pPr lvl="1"/>
            <a:r>
              <a:rPr lang="en-US" dirty="0"/>
              <a:t>Once infected, the device will wait for instructions from the C&amp;C server to launch a DDoS attack on a target.</a:t>
            </a:r>
          </a:p>
          <a:p>
            <a:r>
              <a:rPr lang="en-US" b="1" dirty="0"/>
              <a:t>Denial of Sleep attack</a:t>
            </a:r>
          </a:p>
          <a:p>
            <a:pPr lvl="1"/>
            <a:r>
              <a:rPr lang="en-US" dirty="0"/>
              <a:t>Continuously sends signals to the device preventing the rest cycle, which drains the battery.</a:t>
            </a:r>
          </a:p>
          <a:p>
            <a:pPr lvl="1"/>
            <a:r>
              <a:rPr lang="en-US" dirty="0"/>
              <a:t>This leaves the device vulnerable to an attack.</a:t>
            </a:r>
          </a:p>
          <a:p>
            <a:endParaRPr lang="en-US" dirty="0"/>
          </a:p>
        </p:txBody>
      </p:sp>
      <p:sp>
        <p:nvSpPr>
          <p:cNvPr id="4" name="Slide Number Placeholder 3">
            <a:extLst>
              <a:ext uri="{FF2B5EF4-FFF2-40B4-BE49-F238E27FC236}">
                <a16:creationId xmlns:a16="http://schemas.microsoft.com/office/drawing/2014/main" id="{FE3E7447-6080-40BA-979C-1063F11A34EE}"/>
              </a:ext>
            </a:extLst>
          </p:cNvPr>
          <p:cNvSpPr>
            <a:spLocks noGrp="1"/>
          </p:cNvSpPr>
          <p:nvPr>
            <p:ph type="sldNum" sz="quarter" idx="10"/>
          </p:nvPr>
        </p:nvSpPr>
        <p:spPr/>
        <p:txBody>
          <a:bodyPr/>
          <a:lstStyle/>
          <a:p>
            <a:fld id="{B7CF8A19-3A9E-4ABC-B336-2FDDE321C72D}" type="slidenum">
              <a:rPr lang="en-US" smtClean="0"/>
              <a:pPr/>
              <a:t>9</a:t>
            </a:fld>
            <a:endParaRPr lang="en-US" dirty="0"/>
          </a:p>
        </p:txBody>
      </p:sp>
    </p:spTree>
    <p:extLst>
      <p:ext uri="{BB962C8B-B14F-4D97-AF65-F5344CB8AC3E}">
        <p14:creationId xmlns:p14="http://schemas.microsoft.com/office/powerpoint/2010/main" val="3436933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0C4B7-275E-49E5-B7AB-13E77EDA3EDD}"/>
              </a:ext>
            </a:extLst>
          </p:cNvPr>
          <p:cNvSpPr>
            <a:spLocks noGrp="1"/>
          </p:cNvSpPr>
          <p:nvPr>
            <p:ph type="title"/>
          </p:nvPr>
        </p:nvSpPr>
        <p:spPr/>
        <p:txBody>
          <a:bodyPr/>
          <a:lstStyle/>
          <a:p>
            <a:r>
              <a:rPr lang="en-US" dirty="0"/>
              <a:t>Leveraging CoAP and MQTT </a:t>
            </a:r>
          </a:p>
        </p:txBody>
      </p:sp>
      <p:sp>
        <p:nvSpPr>
          <p:cNvPr id="3" name="Content Placeholder 2">
            <a:extLst>
              <a:ext uri="{FF2B5EF4-FFF2-40B4-BE49-F238E27FC236}">
                <a16:creationId xmlns:a16="http://schemas.microsoft.com/office/drawing/2014/main" id="{69B3B344-2A16-4674-8248-265A036545BE}"/>
              </a:ext>
            </a:extLst>
          </p:cNvPr>
          <p:cNvSpPr>
            <a:spLocks noGrp="1"/>
          </p:cNvSpPr>
          <p:nvPr>
            <p:ph idx="1"/>
          </p:nvPr>
        </p:nvSpPr>
        <p:spPr/>
        <p:txBody>
          <a:bodyPr>
            <a:normAutofit/>
          </a:bodyPr>
          <a:lstStyle/>
          <a:p>
            <a:r>
              <a:rPr lang="en-US" b="1" dirty="0"/>
              <a:t>CoAP</a:t>
            </a:r>
            <a:r>
              <a:rPr lang="en-US" dirty="0"/>
              <a:t> works within a constrained network to transfer data in several different devices. </a:t>
            </a:r>
          </a:p>
          <a:p>
            <a:pPr lvl="1"/>
            <a:r>
              <a:rPr lang="en-US" dirty="0"/>
              <a:t>It doesn’t have a way to provide security for group communication.</a:t>
            </a:r>
          </a:p>
          <a:p>
            <a:pPr lvl="1"/>
            <a:r>
              <a:rPr lang="en-US" dirty="0"/>
              <a:t>Some attacks to include coercive parsing, spoofing and packet amplification</a:t>
            </a:r>
          </a:p>
          <a:p>
            <a:r>
              <a:rPr lang="en-US" b="1" dirty="0"/>
              <a:t>MQTT</a:t>
            </a:r>
            <a:r>
              <a:rPr lang="en-US" dirty="0"/>
              <a:t> carries authenticated messages between devices</a:t>
            </a:r>
          </a:p>
          <a:p>
            <a:pPr lvl="1"/>
            <a:r>
              <a:rPr lang="en-US" dirty="0"/>
              <a:t>The data is not encrypted and can be vulnerable to an attack.</a:t>
            </a:r>
          </a:p>
          <a:p>
            <a:pPr lvl="1"/>
            <a:r>
              <a:rPr lang="en-US" dirty="0"/>
              <a:t>Some of the threats include sniffing, data modification, joining a botnet</a:t>
            </a:r>
          </a:p>
        </p:txBody>
      </p:sp>
      <p:sp>
        <p:nvSpPr>
          <p:cNvPr id="4" name="Slide Number Placeholder 3">
            <a:extLst>
              <a:ext uri="{FF2B5EF4-FFF2-40B4-BE49-F238E27FC236}">
                <a16:creationId xmlns:a16="http://schemas.microsoft.com/office/drawing/2014/main" id="{BF7AA81C-F4B2-4502-8279-5DE4CD7949D9}"/>
              </a:ext>
            </a:extLst>
          </p:cNvPr>
          <p:cNvSpPr>
            <a:spLocks noGrp="1"/>
          </p:cNvSpPr>
          <p:nvPr>
            <p:ph type="sldNum" sz="quarter" idx="10"/>
          </p:nvPr>
        </p:nvSpPr>
        <p:spPr/>
        <p:txBody>
          <a:bodyPr/>
          <a:lstStyle/>
          <a:p>
            <a:fld id="{B7CF8A19-3A9E-4ABC-B336-2FDDE321C72D}" type="slidenum">
              <a:rPr lang="en-US" smtClean="0"/>
              <a:pPr/>
              <a:t>10</a:t>
            </a:fld>
            <a:endParaRPr lang="en-US" dirty="0"/>
          </a:p>
        </p:txBody>
      </p:sp>
    </p:spTree>
    <p:extLst>
      <p:ext uri="{BB962C8B-B14F-4D97-AF65-F5344CB8AC3E}">
        <p14:creationId xmlns:p14="http://schemas.microsoft.com/office/powerpoint/2010/main" val="4043733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910985-B36C-4A8C-8F00-496036FF49CE}"/>
              </a:ext>
            </a:extLst>
          </p:cNvPr>
          <p:cNvSpPr>
            <a:spLocks noGrp="1"/>
          </p:cNvSpPr>
          <p:nvPr>
            <p:ph sz="quarter" idx="11"/>
          </p:nvPr>
        </p:nvSpPr>
        <p:spPr/>
        <p:txBody>
          <a:bodyPr/>
          <a:lstStyle/>
          <a:p>
            <a:r>
              <a:rPr lang="en-US" dirty="0"/>
              <a:t>Outline some reasons IoT devices represent a vulnerable target</a:t>
            </a:r>
          </a:p>
          <a:p>
            <a:r>
              <a:rPr lang="en-US" dirty="0"/>
              <a:t>List some of the component weaknesses in IoT devices</a:t>
            </a:r>
          </a:p>
          <a:p>
            <a:r>
              <a:rPr lang="en-US" dirty="0"/>
              <a:t>Explain why IoT devices should be tested prior to deployment</a:t>
            </a:r>
          </a:p>
          <a:p>
            <a:r>
              <a:rPr lang="en-US" dirty="0"/>
              <a:t>Discuss how using BLE can lead to data leakage</a:t>
            </a:r>
          </a:p>
          <a:p>
            <a:r>
              <a:rPr lang="en-US" dirty="0"/>
              <a:t>Describe some attacks on IoT devices</a:t>
            </a:r>
          </a:p>
          <a:p>
            <a:r>
              <a:rPr lang="en-US" dirty="0"/>
              <a:t>Review how IoT protocols can represent a vulnerability</a:t>
            </a:r>
          </a:p>
        </p:txBody>
      </p:sp>
      <p:sp>
        <p:nvSpPr>
          <p:cNvPr id="3" name="Title 2">
            <a:extLst>
              <a:ext uri="{FF2B5EF4-FFF2-40B4-BE49-F238E27FC236}">
                <a16:creationId xmlns:a16="http://schemas.microsoft.com/office/drawing/2014/main" id="{741BF6B6-2A64-4049-9A00-5F58CF8B2C57}"/>
              </a:ext>
            </a:extLst>
          </p:cNvPr>
          <p:cNvSpPr>
            <a:spLocks noGrp="1"/>
          </p:cNvSpPr>
          <p:nvPr>
            <p:ph type="title"/>
          </p:nvPr>
        </p:nvSpPr>
        <p:spPr/>
        <p:txBody>
          <a:bodyPr/>
          <a:lstStyle/>
          <a:p>
            <a:r>
              <a:rPr lang="en-US" dirty="0"/>
              <a:t>Identify Attacks on the IoT</a:t>
            </a:r>
          </a:p>
        </p:txBody>
      </p:sp>
      <p:sp>
        <p:nvSpPr>
          <p:cNvPr id="4" name="Slide Number Placeholder 3">
            <a:extLst>
              <a:ext uri="{FF2B5EF4-FFF2-40B4-BE49-F238E27FC236}">
                <a16:creationId xmlns:a16="http://schemas.microsoft.com/office/drawing/2014/main" id="{BCBA93A8-0B2C-4C9B-8D0F-9591D5A4C4FE}"/>
              </a:ext>
            </a:extLst>
          </p:cNvPr>
          <p:cNvSpPr>
            <a:spLocks noGrp="1"/>
          </p:cNvSpPr>
          <p:nvPr>
            <p:ph type="sldNum" sz="quarter" idx="12"/>
          </p:nvPr>
        </p:nvSpPr>
        <p:spPr/>
        <p:txBody>
          <a:bodyPr/>
          <a:lstStyle/>
          <a:p>
            <a:fld id="{B7CF8A19-3A9E-4ABC-B336-2FDDE321C72D}" type="slidenum">
              <a:rPr lang="en-US" smtClean="0"/>
              <a:pPr/>
              <a:t>11</a:t>
            </a:fld>
            <a:endParaRPr lang="en-US" dirty="0"/>
          </a:p>
        </p:txBody>
      </p:sp>
    </p:spTree>
    <p:extLst>
      <p:ext uri="{BB962C8B-B14F-4D97-AF65-F5344CB8AC3E}">
        <p14:creationId xmlns:p14="http://schemas.microsoft.com/office/powerpoint/2010/main" val="1379302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A5AF4-7AED-4A32-8826-AA455EAA7711}"/>
              </a:ext>
            </a:extLst>
          </p:cNvPr>
          <p:cNvSpPr>
            <a:spLocks noGrp="1"/>
          </p:cNvSpPr>
          <p:nvPr>
            <p:ph type="ctrTitle"/>
          </p:nvPr>
        </p:nvSpPr>
        <p:spPr/>
        <p:txBody>
          <a:bodyPr/>
          <a:lstStyle/>
          <a:p>
            <a:r>
              <a:rPr lang="en-US" dirty="0"/>
              <a:t>Recognize Other Vulnerable Systems</a:t>
            </a:r>
          </a:p>
        </p:txBody>
      </p:sp>
      <p:sp>
        <p:nvSpPr>
          <p:cNvPr id="3" name="Subtitle 2">
            <a:extLst>
              <a:ext uri="{FF2B5EF4-FFF2-40B4-BE49-F238E27FC236}">
                <a16:creationId xmlns:a16="http://schemas.microsoft.com/office/drawing/2014/main" id="{1C09A606-AC3C-4FE5-B558-E5DD82C0A761}"/>
              </a:ext>
            </a:extLst>
          </p:cNvPr>
          <p:cNvSpPr>
            <a:spLocks noGrp="1"/>
          </p:cNvSpPr>
          <p:nvPr>
            <p:ph type="subTitle" idx="1"/>
          </p:nvPr>
        </p:nvSpPr>
        <p:spPr/>
        <p:txBody>
          <a:bodyPr/>
          <a:lstStyle/>
          <a:p>
            <a:r>
              <a:rPr lang="en-US" dirty="0"/>
              <a:t>Topic 12B</a:t>
            </a:r>
          </a:p>
        </p:txBody>
      </p:sp>
      <p:sp>
        <p:nvSpPr>
          <p:cNvPr id="4" name="Text Placeholder 3">
            <a:extLst>
              <a:ext uri="{FF2B5EF4-FFF2-40B4-BE49-F238E27FC236}">
                <a16:creationId xmlns:a16="http://schemas.microsoft.com/office/drawing/2014/main" id="{6F8820F5-6357-429C-9E9F-7ADBB5B6CA98}"/>
              </a:ext>
            </a:extLst>
          </p:cNvPr>
          <p:cNvSpPr>
            <a:spLocks noGrp="1"/>
          </p:cNvSpPr>
          <p:nvPr>
            <p:ph type="body" sz="quarter" idx="12"/>
          </p:nvPr>
        </p:nvSpPr>
        <p:spPr/>
        <p:txBody>
          <a:bodyPr/>
          <a:lstStyle/>
          <a:p>
            <a:r>
              <a:rPr lang="en-US" dirty="0"/>
              <a:t>Lesson 12</a:t>
            </a:r>
          </a:p>
        </p:txBody>
      </p:sp>
      <p:sp>
        <p:nvSpPr>
          <p:cNvPr id="5" name="Slide Number Placeholder 4">
            <a:extLst>
              <a:ext uri="{FF2B5EF4-FFF2-40B4-BE49-F238E27FC236}">
                <a16:creationId xmlns:a16="http://schemas.microsoft.com/office/drawing/2014/main" id="{073BEE37-D7CF-4ED1-B9E2-10B1F8A4D79E}"/>
              </a:ext>
            </a:extLst>
          </p:cNvPr>
          <p:cNvSpPr>
            <a:spLocks noGrp="1"/>
          </p:cNvSpPr>
          <p:nvPr>
            <p:ph type="sldNum" sz="quarter" idx="10"/>
          </p:nvPr>
        </p:nvSpPr>
        <p:spPr/>
        <p:txBody>
          <a:bodyPr/>
          <a:lstStyle/>
          <a:p>
            <a:fld id="{B7CF8A19-3A9E-4ABC-B336-2FDDE321C72D}" type="slidenum">
              <a:rPr lang="en-US" smtClean="0"/>
              <a:pPr/>
              <a:t>12</a:t>
            </a:fld>
            <a:endParaRPr lang="en-US" dirty="0"/>
          </a:p>
        </p:txBody>
      </p:sp>
    </p:spTree>
    <p:extLst>
      <p:ext uri="{BB962C8B-B14F-4D97-AF65-F5344CB8AC3E}">
        <p14:creationId xmlns:p14="http://schemas.microsoft.com/office/powerpoint/2010/main" val="2476087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Understanding Data Storage Systems </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In addition to cloud storage, an organization might have on-premises storage systems within a data center. Examples include:</a:t>
            </a:r>
          </a:p>
          <a:p>
            <a:pPr lvl="1"/>
            <a:r>
              <a:rPr lang="en-US" b="1" dirty="0"/>
              <a:t>DAS</a:t>
            </a:r>
            <a:r>
              <a:rPr lang="en-US" dirty="0"/>
              <a:t> - is storage attached</a:t>
            </a:r>
            <a:r>
              <a:rPr lang="en-US" i="1" dirty="0"/>
              <a:t> </a:t>
            </a:r>
            <a:r>
              <a:rPr lang="en-US" dirty="0"/>
              <a:t>to a system, such as a hard drive</a:t>
            </a:r>
          </a:p>
          <a:p>
            <a:pPr lvl="1"/>
            <a:r>
              <a:rPr lang="en-US" b="1" dirty="0"/>
              <a:t>NAS</a:t>
            </a:r>
            <a:r>
              <a:rPr lang="en-US" dirty="0"/>
              <a:t> - is a group of file servers attached to the network </a:t>
            </a:r>
          </a:p>
          <a:p>
            <a:pPr lvl="1"/>
            <a:r>
              <a:rPr lang="en-US" b="1" dirty="0"/>
              <a:t>SAN</a:t>
            </a:r>
            <a:r>
              <a:rPr lang="en-US" dirty="0"/>
              <a:t> - is a separate subnetwork that houses a large amount of data. </a:t>
            </a:r>
          </a:p>
          <a:p>
            <a:r>
              <a:rPr lang="en-US" dirty="0"/>
              <a:t>Because of the wide variety of options, it’s essential to inventory and test storage systems during the PenTest.</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13</a:t>
            </a:fld>
            <a:endParaRPr lang="en-US" dirty="0"/>
          </a:p>
        </p:txBody>
      </p:sp>
    </p:spTree>
    <p:extLst>
      <p:ext uri="{BB962C8B-B14F-4D97-AF65-F5344CB8AC3E}">
        <p14:creationId xmlns:p14="http://schemas.microsoft.com/office/powerpoint/2010/main" val="2996616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Controlling Infrastructure</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An industrial control system (ICS) is any system that enables users to control industrial and critical infrastructure assets over a network.  </a:t>
            </a:r>
          </a:p>
          <a:p>
            <a:r>
              <a:rPr lang="en-US" dirty="0"/>
              <a:t>Many ICSs were established years before security standards were developed, and as a result, can be outdated and vulnerable. </a:t>
            </a:r>
          </a:p>
          <a:p>
            <a:pPr lvl="1"/>
            <a:r>
              <a:rPr lang="en-US" dirty="0"/>
              <a:t>If critical infrastructure resources are damaged or destroyed, this can result in a significant negative impact.</a:t>
            </a:r>
          </a:p>
          <a:p>
            <a:pPr lvl="1"/>
            <a:r>
              <a:rPr lang="en-US" dirty="0"/>
              <a:t>Additionally, as more systems are incorporated into an organization's network, there is greater chance for exploitation.</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14</a:t>
            </a:fld>
            <a:endParaRPr lang="en-US" dirty="0"/>
          </a:p>
        </p:txBody>
      </p:sp>
    </p:spTree>
    <p:extLst>
      <p:ext uri="{BB962C8B-B14F-4D97-AF65-F5344CB8AC3E}">
        <p14:creationId xmlns:p14="http://schemas.microsoft.com/office/powerpoint/2010/main" val="1387039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Securing Control Systems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A SCADA system is a type of ICS that manages large-scale, multiple-site devices and equipment over large geographic areas</a:t>
            </a:r>
          </a:p>
          <a:p>
            <a:r>
              <a:rPr lang="en-US" dirty="0"/>
              <a:t>The Industrial Internet of Things (IIoT), can optimize the way SCADA handles data. </a:t>
            </a:r>
          </a:p>
          <a:p>
            <a:pPr lvl="1"/>
            <a:r>
              <a:rPr lang="en-US" dirty="0"/>
              <a:t>IIoT is a complement to a SCADA system as it merges the control functionality with the data collecting ability of an IoT device. </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15</a:t>
            </a:fld>
            <a:endParaRPr lang="en-US" dirty="0"/>
          </a:p>
        </p:txBody>
      </p:sp>
    </p:spTree>
    <p:extLst>
      <p:ext uri="{BB962C8B-B14F-4D97-AF65-F5344CB8AC3E}">
        <p14:creationId xmlns:p14="http://schemas.microsoft.com/office/powerpoint/2010/main" val="2307662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Leaving Data Exposed</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In some cases, vulnerabilities exist as a result of human error along with improper or missing configurations. </a:t>
            </a:r>
          </a:p>
          <a:p>
            <a:pPr lvl="1"/>
            <a:r>
              <a:rPr lang="en-US" dirty="0"/>
              <a:t>For example, leaving the username and password as the default or blank</a:t>
            </a:r>
          </a:p>
          <a:p>
            <a:r>
              <a:rPr lang="en-US" dirty="0"/>
              <a:t>Another issue that can expose a system to an attack is management interface vulnerabilities. </a:t>
            </a:r>
          </a:p>
          <a:p>
            <a:pPr lvl="1"/>
            <a:r>
              <a:rPr lang="en-US" dirty="0"/>
              <a:t>If the management interface is not correctly configured, this can expose the network, and provide the ability to have direct access to the data.</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16</a:t>
            </a:fld>
            <a:endParaRPr lang="en-US" dirty="0"/>
          </a:p>
        </p:txBody>
      </p:sp>
    </p:spTree>
    <p:extLst>
      <p:ext uri="{BB962C8B-B14F-4D97-AF65-F5344CB8AC3E}">
        <p14:creationId xmlns:p14="http://schemas.microsoft.com/office/powerpoint/2010/main" val="24301479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Handling Errors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Error messages can help during the troubleshooting process. </a:t>
            </a:r>
          </a:p>
          <a:p>
            <a:r>
              <a:rPr lang="en-US" dirty="0"/>
              <a:t>If there is too much detail in the message, this can expose user credentials, software version, and configuration settings. </a:t>
            </a:r>
          </a:p>
          <a:p>
            <a:r>
              <a:rPr lang="en-US" dirty="0"/>
              <a:t>For example, the following provides the full pathname, which could lead to a Directory Traversal attack:</a:t>
            </a:r>
          </a:p>
          <a:p>
            <a:pPr lvl="1"/>
            <a:r>
              <a:rPr lang="en-US" dirty="0">
                <a:latin typeface="Lucida Console" panose="020B0609040504020204" pitchFamily="49" charset="0"/>
              </a:rPr>
              <a:t>warning.setText("WARNING: Could not connect to management server at " + fullpathname)</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17</a:t>
            </a:fld>
            <a:endParaRPr lang="en-US" dirty="0"/>
          </a:p>
        </p:txBody>
      </p:sp>
    </p:spTree>
    <p:extLst>
      <p:ext uri="{BB962C8B-B14F-4D97-AF65-F5344CB8AC3E}">
        <p14:creationId xmlns:p14="http://schemas.microsoft.com/office/powerpoint/2010/main" val="764349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Fuzzing the System</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Fuzzing sends a running application random and unusual input and monitor how the app responds.</a:t>
            </a:r>
          </a:p>
          <a:p>
            <a:r>
              <a:rPr lang="en-US" dirty="0"/>
              <a:t>When setting up the fuzzer, the team can select what objects are to be tested, such as configuration files, source code, logs and archives</a:t>
            </a:r>
          </a:p>
          <a:p>
            <a:r>
              <a:rPr lang="en-US" dirty="0"/>
              <a:t>Once activated, the fuzzer will search for objects and report the findings, such as the following:</a:t>
            </a:r>
          </a:p>
          <a:p>
            <a:pPr lvl="1"/>
            <a:r>
              <a:rPr lang="en-US" dirty="0"/>
              <a:t>/example/login.php	- Admin login page/section found</a:t>
            </a:r>
          </a:p>
          <a:p>
            <a:endParaRPr lang="en-US" dirty="0"/>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18</a:t>
            </a:fld>
            <a:endParaRPr lang="en-US" dirty="0"/>
          </a:p>
        </p:txBody>
      </p:sp>
    </p:spTree>
    <p:extLst>
      <p:ext uri="{BB962C8B-B14F-4D97-AF65-F5344CB8AC3E}">
        <p14:creationId xmlns:p14="http://schemas.microsoft.com/office/powerpoint/2010/main" val="2589259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910985-B36C-4A8C-8F00-496036FF49CE}"/>
              </a:ext>
            </a:extLst>
          </p:cNvPr>
          <p:cNvSpPr>
            <a:spLocks noGrp="1"/>
          </p:cNvSpPr>
          <p:nvPr>
            <p:ph sz="quarter" idx="11"/>
          </p:nvPr>
        </p:nvSpPr>
        <p:spPr/>
        <p:txBody>
          <a:bodyPr/>
          <a:lstStyle/>
          <a:p>
            <a:r>
              <a:rPr lang="en-US" dirty="0"/>
              <a:t>Review the different types of data storage systems</a:t>
            </a:r>
          </a:p>
          <a:p>
            <a:r>
              <a:rPr lang="en-US" dirty="0"/>
              <a:t>Describe the significance of an industrial control system (ICS) </a:t>
            </a:r>
          </a:p>
          <a:p>
            <a:r>
              <a:rPr lang="en-US" dirty="0"/>
              <a:t>Compare SCADA with and IIoT system</a:t>
            </a:r>
          </a:p>
          <a:p>
            <a:r>
              <a:rPr lang="en-US" dirty="0"/>
              <a:t>Review ways misconfiguration can lead to data exposure</a:t>
            </a:r>
          </a:p>
          <a:p>
            <a:r>
              <a:rPr lang="en-US" dirty="0"/>
              <a:t>Explain how error messages can be a vulnerability</a:t>
            </a:r>
          </a:p>
          <a:p>
            <a:r>
              <a:rPr lang="en-US" dirty="0"/>
              <a:t>Outline why the team would use a fuzzer</a:t>
            </a:r>
          </a:p>
        </p:txBody>
      </p:sp>
      <p:sp>
        <p:nvSpPr>
          <p:cNvPr id="3" name="Title 2">
            <a:extLst>
              <a:ext uri="{FF2B5EF4-FFF2-40B4-BE49-F238E27FC236}">
                <a16:creationId xmlns:a16="http://schemas.microsoft.com/office/drawing/2014/main" id="{741BF6B6-2A64-4049-9A00-5F58CF8B2C57}"/>
              </a:ext>
            </a:extLst>
          </p:cNvPr>
          <p:cNvSpPr>
            <a:spLocks noGrp="1"/>
          </p:cNvSpPr>
          <p:nvPr>
            <p:ph type="title"/>
          </p:nvPr>
        </p:nvSpPr>
        <p:spPr/>
        <p:txBody>
          <a:bodyPr/>
          <a:lstStyle/>
          <a:p>
            <a:r>
              <a:rPr lang="en-US" dirty="0"/>
              <a:t>Recognize Other Vulnerable Systems</a:t>
            </a:r>
          </a:p>
        </p:txBody>
      </p:sp>
      <p:sp>
        <p:nvSpPr>
          <p:cNvPr id="4" name="Slide Number Placeholder 3">
            <a:extLst>
              <a:ext uri="{FF2B5EF4-FFF2-40B4-BE49-F238E27FC236}">
                <a16:creationId xmlns:a16="http://schemas.microsoft.com/office/drawing/2014/main" id="{BCBA93A8-0B2C-4C9B-8D0F-9591D5A4C4FE}"/>
              </a:ext>
            </a:extLst>
          </p:cNvPr>
          <p:cNvSpPr>
            <a:spLocks noGrp="1"/>
          </p:cNvSpPr>
          <p:nvPr>
            <p:ph type="sldNum" sz="quarter" idx="12"/>
          </p:nvPr>
        </p:nvSpPr>
        <p:spPr/>
        <p:txBody>
          <a:bodyPr/>
          <a:lstStyle/>
          <a:p>
            <a:fld id="{B7CF8A19-3A9E-4ABC-B336-2FDDE321C72D}" type="slidenum">
              <a:rPr lang="en-US" smtClean="0"/>
              <a:pPr/>
              <a:t>19</a:t>
            </a:fld>
            <a:endParaRPr lang="en-US" dirty="0"/>
          </a:p>
        </p:txBody>
      </p:sp>
    </p:spTree>
    <p:extLst>
      <p:ext uri="{BB962C8B-B14F-4D97-AF65-F5344CB8AC3E}">
        <p14:creationId xmlns:p14="http://schemas.microsoft.com/office/powerpoint/2010/main" val="15552487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E334A-0A8F-4570-A91D-468192F8CD81}"/>
              </a:ext>
            </a:extLst>
          </p:cNvPr>
          <p:cNvSpPr>
            <a:spLocks noGrp="1"/>
          </p:cNvSpPr>
          <p:nvPr>
            <p:ph type="ctrTitle"/>
          </p:nvPr>
        </p:nvSpPr>
        <p:spPr/>
        <p:txBody>
          <a:bodyPr/>
          <a:lstStyle/>
          <a:p>
            <a:r>
              <a:rPr lang="en-US" dirty="0"/>
              <a:t>Explain Virtual Machine Vulnerabilities</a:t>
            </a:r>
          </a:p>
        </p:txBody>
      </p:sp>
      <p:sp>
        <p:nvSpPr>
          <p:cNvPr id="3" name="Subtitle 2">
            <a:extLst>
              <a:ext uri="{FF2B5EF4-FFF2-40B4-BE49-F238E27FC236}">
                <a16:creationId xmlns:a16="http://schemas.microsoft.com/office/drawing/2014/main" id="{1F39D58A-425E-4AFF-8B6F-6914EE1DDCD9}"/>
              </a:ext>
            </a:extLst>
          </p:cNvPr>
          <p:cNvSpPr>
            <a:spLocks noGrp="1"/>
          </p:cNvSpPr>
          <p:nvPr>
            <p:ph type="subTitle" idx="1"/>
          </p:nvPr>
        </p:nvSpPr>
        <p:spPr/>
        <p:txBody>
          <a:bodyPr/>
          <a:lstStyle/>
          <a:p>
            <a:r>
              <a:rPr lang="en-US" dirty="0"/>
              <a:t>Topic 12C</a:t>
            </a:r>
          </a:p>
        </p:txBody>
      </p:sp>
      <p:sp>
        <p:nvSpPr>
          <p:cNvPr id="4" name="Text Placeholder 3">
            <a:extLst>
              <a:ext uri="{FF2B5EF4-FFF2-40B4-BE49-F238E27FC236}">
                <a16:creationId xmlns:a16="http://schemas.microsoft.com/office/drawing/2014/main" id="{C0420C06-F6E3-4367-9B8F-1CC0589E3B9C}"/>
              </a:ext>
            </a:extLst>
          </p:cNvPr>
          <p:cNvSpPr>
            <a:spLocks noGrp="1"/>
          </p:cNvSpPr>
          <p:nvPr>
            <p:ph type="body" sz="quarter" idx="12"/>
          </p:nvPr>
        </p:nvSpPr>
        <p:spPr/>
        <p:txBody>
          <a:bodyPr/>
          <a:lstStyle/>
          <a:p>
            <a:r>
              <a:rPr lang="en-US" dirty="0"/>
              <a:t>Lesson 12</a:t>
            </a:r>
          </a:p>
        </p:txBody>
      </p:sp>
      <p:sp>
        <p:nvSpPr>
          <p:cNvPr id="5" name="Slide Number Placeholder 4">
            <a:extLst>
              <a:ext uri="{FF2B5EF4-FFF2-40B4-BE49-F238E27FC236}">
                <a16:creationId xmlns:a16="http://schemas.microsoft.com/office/drawing/2014/main" id="{A881ABB1-56A0-4E2B-B620-F831A79C7BA5}"/>
              </a:ext>
            </a:extLst>
          </p:cNvPr>
          <p:cNvSpPr>
            <a:spLocks noGrp="1"/>
          </p:cNvSpPr>
          <p:nvPr>
            <p:ph type="sldNum" sz="quarter" idx="10"/>
          </p:nvPr>
        </p:nvSpPr>
        <p:spPr/>
        <p:txBody>
          <a:bodyPr/>
          <a:lstStyle/>
          <a:p>
            <a:fld id="{B7CF8A19-3A9E-4ABC-B336-2FDDE321C72D}" type="slidenum">
              <a:rPr lang="en-US" smtClean="0"/>
              <a:pPr/>
              <a:t>20</a:t>
            </a:fld>
            <a:endParaRPr lang="en-US" dirty="0"/>
          </a:p>
        </p:txBody>
      </p:sp>
    </p:spTree>
    <p:extLst>
      <p:ext uri="{BB962C8B-B14F-4D97-AF65-F5344CB8AC3E}">
        <p14:creationId xmlns:p14="http://schemas.microsoft.com/office/powerpoint/2010/main" val="31612899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Using Virtualization</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Virtualization enables multiple operating systems to run simultaneously on a single computer. </a:t>
            </a:r>
          </a:p>
          <a:p>
            <a:r>
              <a:rPr lang="en-US" dirty="0"/>
              <a:t>A virtual platform requires at least three components:</a:t>
            </a:r>
          </a:p>
          <a:p>
            <a:pPr lvl="1"/>
            <a:r>
              <a:rPr lang="en-US" b="1" dirty="0"/>
              <a:t>Host hardware</a:t>
            </a:r>
            <a:r>
              <a:rPr lang="en-US" dirty="0"/>
              <a:t>—represents the platform that will host the virtual environment.</a:t>
            </a:r>
          </a:p>
          <a:p>
            <a:pPr lvl="1"/>
            <a:r>
              <a:rPr lang="en-US" b="1" dirty="0"/>
              <a:t>Hypervisor/Virtual Machine Monitor </a:t>
            </a:r>
            <a:r>
              <a:rPr lang="en-US" dirty="0"/>
              <a:t>(VMM)—manages the virtual machine environment and facilitates interaction with the hardware and network.</a:t>
            </a:r>
          </a:p>
          <a:p>
            <a:pPr lvl="1"/>
            <a:r>
              <a:rPr lang="en-US" b="1" dirty="0"/>
              <a:t>Guest operating systems </a:t>
            </a:r>
            <a:r>
              <a:rPr lang="en-US" dirty="0"/>
              <a:t>(Virtual Machines or instances)—represent the operating systems installed under the virtual environment.</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21</a:t>
            </a:fld>
            <a:endParaRPr lang="en-US" dirty="0"/>
          </a:p>
        </p:txBody>
      </p:sp>
    </p:spTree>
    <p:extLst>
      <p:ext uri="{BB962C8B-B14F-4D97-AF65-F5344CB8AC3E}">
        <p14:creationId xmlns:p14="http://schemas.microsoft.com/office/powerpoint/2010/main" val="30515616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Comparing Host-Based versus Bare Metal</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b="1" dirty="0"/>
              <a:t>Host-based</a:t>
            </a:r>
            <a:r>
              <a:rPr lang="en-US" dirty="0"/>
              <a:t>  (Type II hypervisor) is installed onto a host OS</a:t>
            </a:r>
          </a:p>
          <a:p>
            <a:pPr lvl="1"/>
            <a:r>
              <a:rPr lang="en-US" dirty="0"/>
              <a:t>Any VMs are a guest and ride on top of the native operating system</a:t>
            </a:r>
          </a:p>
          <a:p>
            <a:pPr lvl="1"/>
            <a:r>
              <a:rPr lang="en-US" dirty="0"/>
              <a:t>Examples include VMware Workstation, Oracle Virtual Box, and Parallels </a:t>
            </a:r>
          </a:p>
          <a:p>
            <a:r>
              <a:rPr lang="en-US" b="1" dirty="0"/>
              <a:t>Bare metal </a:t>
            </a:r>
            <a:r>
              <a:rPr lang="en-US" dirty="0"/>
              <a:t>(Type I hypervisor) is installed directly onto the hardware and manages access without going through a host OS</a:t>
            </a:r>
          </a:p>
          <a:p>
            <a:pPr lvl="1"/>
            <a:r>
              <a:rPr lang="en-US" dirty="0"/>
              <a:t>Commonly used in an enterprise network. </a:t>
            </a:r>
          </a:p>
          <a:p>
            <a:pPr lvl="1"/>
            <a:r>
              <a:rPr lang="en-US" dirty="0"/>
              <a:t>Examples include VMware ESXi Server, MS Hyper-V, and Citrix's XEN Server. </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22</a:t>
            </a:fld>
            <a:endParaRPr lang="en-US" dirty="0"/>
          </a:p>
        </p:txBody>
      </p:sp>
    </p:spTree>
    <p:extLst>
      <p:ext uri="{BB962C8B-B14F-4D97-AF65-F5344CB8AC3E}">
        <p14:creationId xmlns:p14="http://schemas.microsoft.com/office/powerpoint/2010/main" val="6854632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Securing the VM Environment</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Managing a virtual environment takes place at two levels:</a:t>
            </a:r>
          </a:p>
          <a:p>
            <a:pPr lvl="1"/>
            <a:r>
              <a:rPr lang="en-US" i="1" dirty="0"/>
              <a:t>Within the hypervisor</a:t>
            </a:r>
            <a:r>
              <a:rPr lang="en-US" dirty="0"/>
              <a:t>, which is the software or firmware that creates and manages virtual machines on the host hardware.</a:t>
            </a:r>
          </a:p>
          <a:p>
            <a:pPr lvl="1"/>
            <a:r>
              <a:rPr lang="en-US" i="1" dirty="0"/>
              <a:t>Within the virtual machine</a:t>
            </a:r>
            <a:r>
              <a:rPr lang="en-US" dirty="0"/>
              <a:t>, which is a guest operating system installed on a host computer using a hypervisor, such as Microsoft Hyper-V or VMware.</a:t>
            </a:r>
          </a:p>
          <a:p>
            <a:r>
              <a:rPr lang="en-US" dirty="0"/>
              <a:t>Each level introduces additional considerations:</a:t>
            </a:r>
          </a:p>
          <a:p>
            <a:pPr lvl="1"/>
            <a:r>
              <a:rPr lang="en-US" dirty="0"/>
              <a:t>Procedures include using security configuration templates, patch management, and inclusion in intrusion detection and audit regimes.</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23</a:t>
            </a:fld>
            <a:endParaRPr lang="en-US" dirty="0"/>
          </a:p>
        </p:txBody>
      </p:sp>
    </p:spTree>
    <p:extLst>
      <p:ext uri="{BB962C8B-B14F-4D97-AF65-F5344CB8AC3E}">
        <p14:creationId xmlns:p14="http://schemas.microsoft.com/office/powerpoint/2010/main" val="25541773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Avoid VM Sprawl and Protect the Repositories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When VMs are poorly configured for security, they're exposed to many of the same threats as a physical machine.</a:t>
            </a:r>
          </a:p>
          <a:p>
            <a:r>
              <a:rPr lang="en-US" dirty="0"/>
              <a:t>Situations that can make security issues more complex:</a:t>
            </a:r>
          </a:p>
          <a:p>
            <a:pPr lvl="1"/>
            <a:r>
              <a:rPr lang="en-US" b="1" dirty="0"/>
              <a:t>VM sprawl </a:t>
            </a:r>
            <a:r>
              <a:rPr lang="en-US" dirty="0"/>
              <a:t>refers to creating VMs without proper change control procedures, which can create a vulnerable environment. </a:t>
            </a:r>
          </a:p>
          <a:p>
            <a:pPr lvl="1"/>
            <a:r>
              <a:rPr lang="en-US" dirty="0"/>
              <a:t>A </a:t>
            </a:r>
            <a:r>
              <a:rPr lang="en-US" b="1" dirty="0"/>
              <a:t>VM repository </a:t>
            </a:r>
            <a:r>
              <a:rPr lang="en-US" dirty="0"/>
              <a:t>stores VM templates or images. VM repositories that are compromised are called bad repositories.</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24</a:t>
            </a:fld>
            <a:endParaRPr lang="en-US" dirty="0"/>
          </a:p>
        </p:txBody>
      </p:sp>
    </p:spTree>
    <p:extLst>
      <p:ext uri="{BB962C8B-B14F-4D97-AF65-F5344CB8AC3E}">
        <p14:creationId xmlns:p14="http://schemas.microsoft.com/office/powerpoint/2010/main" val="15679032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Monitoring the Containers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Containers provide an agile method of provisioning resources.</a:t>
            </a:r>
          </a:p>
          <a:p>
            <a:r>
              <a:rPr lang="en-US" dirty="0"/>
              <a:t>Vulnerabilities commonly are related to misconfiguration issues</a:t>
            </a:r>
          </a:p>
          <a:p>
            <a:pPr lvl="1"/>
            <a:r>
              <a:rPr lang="en-US" dirty="0"/>
              <a:t>For example, improperly constructed images that contain non-essential software that can put the container at risk. </a:t>
            </a:r>
          </a:p>
          <a:p>
            <a:pPr lvl="1"/>
            <a:r>
              <a:rPr lang="en-US" dirty="0"/>
              <a:t>Any liberal configuration might allow a malicious actor to move laterally through a container environment.</a:t>
            </a:r>
          </a:p>
          <a:p>
            <a:r>
              <a:rPr lang="en-US" dirty="0"/>
              <a:t>Any network policies should restrict access only to what is required for essential communication. </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25</a:t>
            </a:fld>
            <a:endParaRPr lang="en-US" dirty="0"/>
          </a:p>
        </p:txBody>
      </p:sp>
    </p:spTree>
    <p:extLst>
      <p:ext uri="{BB962C8B-B14F-4D97-AF65-F5344CB8AC3E}">
        <p14:creationId xmlns:p14="http://schemas.microsoft.com/office/powerpoint/2010/main" val="24624315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Attacking a Virtual Environment</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Virtual environments are designed to provide full isolation between guest and host operating systems. </a:t>
            </a:r>
          </a:p>
          <a:p>
            <a:r>
              <a:rPr lang="en-US" dirty="0"/>
              <a:t>However, they can fall victim to an attack which can range in the type of attack and what environment is affected, as follows:</a:t>
            </a:r>
          </a:p>
          <a:p>
            <a:pPr lvl="1"/>
            <a:r>
              <a:rPr lang="en-US" b="1" dirty="0"/>
              <a:t>Class 1</a:t>
            </a:r>
            <a:r>
              <a:rPr lang="en-US" dirty="0"/>
              <a:t> – the attack happens outside of the VM.</a:t>
            </a:r>
          </a:p>
          <a:p>
            <a:pPr lvl="1"/>
            <a:r>
              <a:rPr lang="en-US" b="1" dirty="0"/>
              <a:t>Class 2</a:t>
            </a:r>
            <a:r>
              <a:rPr lang="en-US" dirty="0"/>
              <a:t> – the attack directly affects a VM.</a:t>
            </a:r>
          </a:p>
          <a:p>
            <a:pPr lvl="1"/>
            <a:r>
              <a:rPr lang="en-US" b="1" dirty="0"/>
              <a:t>Class 3</a:t>
            </a:r>
            <a:r>
              <a:rPr lang="en-US" dirty="0"/>
              <a:t> – the attack originates within the VM and is the attack source.</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26</a:t>
            </a:fld>
            <a:endParaRPr lang="en-US" dirty="0"/>
          </a:p>
        </p:txBody>
      </p:sp>
    </p:spTree>
    <p:extLst>
      <p:ext uri="{BB962C8B-B14F-4D97-AF65-F5344CB8AC3E}">
        <p14:creationId xmlns:p14="http://schemas.microsoft.com/office/powerpoint/2010/main" val="31315343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Escaping a Virtual Environment</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b="1" dirty="0"/>
              <a:t>VM escape </a:t>
            </a:r>
            <a:r>
              <a:rPr lang="en-US" dirty="0"/>
              <a:t>is an attack where malware running in a VM can interact directly with the hypervisor or host kernel. </a:t>
            </a:r>
          </a:p>
          <a:p>
            <a:r>
              <a:rPr lang="en-US" dirty="0"/>
              <a:t>For this attack to take place, the malicious actor must detect the presence of a virtualized environment. </a:t>
            </a:r>
          </a:p>
          <a:p>
            <a:pPr lvl="1"/>
            <a:r>
              <a:rPr lang="en-US" dirty="0"/>
              <a:t>The next step in is for the attacker to compromise the hypervisor.</a:t>
            </a:r>
          </a:p>
          <a:p>
            <a:r>
              <a:rPr lang="en-US" dirty="0"/>
              <a:t>Preventing a VM escape attack is dependent on vendor identifying and patching security vulnerabilities in the hypervisor. </a:t>
            </a:r>
          </a:p>
          <a:p>
            <a:pPr lvl="1"/>
            <a:r>
              <a:rPr lang="en-US" dirty="0"/>
              <a:t>The impact of VM escaping can be reduced by using effective service design and network placement when deploying VMs.</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27</a:t>
            </a:fld>
            <a:endParaRPr lang="en-US" dirty="0"/>
          </a:p>
        </p:txBody>
      </p:sp>
    </p:spTree>
    <p:extLst>
      <p:ext uri="{BB962C8B-B14F-4D97-AF65-F5344CB8AC3E}">
        <p14:creationId xmlns:p14="http://schemas.microsoft.com/office/powerpoint/2010/main" val="2009162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Hyperjacking the Hypervisor</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Hypervisors are generally regarded as well-protected and robust. However, they can suffer from vulnerabilities as well.</a:t>
            </a:r>
          </a:p>
          <a:p>
            <a:r>
              <a:rPr lang="en-US" b="1" dirty="0"/>
              <a:t>Hyperjacking </a:t>
            </a:r>
            <a:r>
              <a:rPr lang="en-US" dirty="0"/>
              <a:t>is when a malicious actor takes control of the hypervisor that manages a virtual environment. </a:t>
            </a:r>
          </a:p>
          <a:p>
            <a:pPr lvl="1"/>
            <a:r>
              <a:rPr lang="en-US" dirty="0"/>
              <a:t>Once the malicious actor has taken control of the hypervisor, they will have all the required privileges and can take full control of the environment. </a:t>
            </a:r>
          </a:p>
          <a:p>
            <a:pPr lvl="1"/>
            <a:r>
              <a:rPr lang="en-US" dirty="0"/>
              <a:t>In addition, they will be able to access every VM along with the data and can then use any guest OS as a staging ground to attack other guests.</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28</a:t>
            </a:fld>
            <a:endParaRPr lang="en-US" dirty="0"/>
          </a:p>
        </p:txBody>
      </p:sp>
    </p:spTree>
    <p:extLst>
      <p:ext uri="{BB962C8B-B14F-4D97-AF65-F5344CB8AC3E}">
        <p14:creationId xmlns:p14="http://schemas.microsoft.com/office/powerpoint/2010/main" val="1595034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910985-B36C-4A8C-8F00-496036FF49CE}"/>
              </a:ext>
            </a:extLst>
          </p:cNvPr>
          <p:cNvSpPr>
            <a:spLocks noGrp="1"/>
          </p:cNvSpPr>
          <p:nvPr>
            <p:ph sz="quarter" idx="11"/>
          </p:nvPr>
        </p:nvSpPr>
        <p:spPr/>
        <p:txBody>
          <a:bodyPr/>
          <a:lstStyle/>
          <a:p>
            <a:r>
              <a:rPr lang="en-US" dirty="0"/>
              <a:t>Describe the elements of a virtual platform</a:t>
            </a:r>
          </a:p>
          <a:p>
            <a:r>
              <a:rPr lang="en-US" dirty="0"/>
              <a:t>Discuss the two levels securing a VM environment takes place </a:t>
            </a:r>
          </a:p>
          <a:p>
            <a:r>
              <a:rPr lang="en-US" dirty="0"/>
              <a:t>Explain why it’s essential to avoid VM sprawl </a:t>
            </a:r>
          </a:p>
          <a:p>
            <a:r>
              <a:rPr lang="en-US" dirty="0"/>
              <a:t>Review reasons why it’s important to protect the repositories monitor the containers</a:t>
            </a:r>
          </a:p>
          <a:p>
            <a:r>
              <a:rPr lang="en-US" dirty="0"/>
              <a:t>List the different classes of virtualized environment attacks</a:t>
            </a:r>
          </a:p>
          <a:p>
            <a:r>
              <a:rPr lang="en-US" dirty="0"/>
              <a:t>Outline how VM escape can occur and the danger of Hyperjacking</a:t>
            </a:r>
          </a:p>
        </p:txBody>
      </p:sp>
      <p:sp>
        <p:nvSpPr>
          <p:cNvPr id="3" name="Title 2">
            <a:extLst>
              <a:ext uri="{FF2B5EF4-FFF2-40B4-BE49-F238E27FC236}">
                <a16:creationId xmlns:a16="http://schemas.microsoft.com/office/drawing/2014/main" id="{741BF6B6-2A64-4049-9A00-5F58CF8B2C57}"/>
              </a:ext>
            </a:extLst>
          </p:cNvPr>
          <p:cNvSpPr>
            <a:spLocks noGrp="1"/>
          </p:cNvSpPr>
          <p:nvPr>
            <p:ph type="title"/>
          </p:nvPr>
        </p:nvSpPr>
        <p:spPr/>
        <p:txBody>
          <a:bodyPr/>
          <a:lstStyle/>
          <a:p>
            <a:r>
              <a:rPr lang="en-US" dirty="0"/>
              <a:t>Explain Virtual Machine Vulnerabilities</a:t>
            </a:r>
          </a:p>
        </p:txBody>
      </p:sp>
      <p:sp>
        <p:nvSpPr>
          <p:cNvPr id="4" name="Slide Number Placeholder 3">
            <a:extLst>
              <a:ext uri="{FF2B5EF4-FFF2-40B4-BE49-F238E27FC236}">
                <a16:creationId xmlns:a16="http://schemas.microsoft.com/office/drawing/2014/main" id="{BCBA93A8-0B2C-4C9B-8D0F-9591D5A4C4FE}"/>
              </a:ext>
            </a:extLst>
          </p:cNvPr>
          <p:cNvSpPr>
            <a:spLocks noGrp="1"/>
          </p:cNvSpPr>
          <p:nvPr>
            <p:ph type="sldNum" sz="quarter" idx="12"/>
          </p:nvPr>
        </p:nvSpPr>
        <p:spPr/>
        <p:txBody>
          <a:bodyPr/>
          <a:lstStyle/>
          <a:p>
            <a:fld id="{B7CF8A19-3A9E-4ABC-B336-2FDDE321C72D}" type="slidenum">
              <a:rPr lang="en-US" smtClean="0"/>
              <a:pPr/>
              <a:t>29</a:t>
            </a:fld>
            <a:endParaRPr lang="en-US" dirty="0"/>
          </a:p>
        </p:txBody>
      </p:sp>
    </p:spTree>
    <p:extLst>
      <p:ext uri="{BB962C8B-B14F-4D97-AF65-F5344CB8AC3E}">
        <p14:creationId xmlns:p14="http://schemas.microsoft.com/office/powerpoint/2010/main" val="39658381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12A6636-FB7B-434B-90D7-F68D09FF271C}"/>
              </a:ext>
            </a:extLst>
          </p:cNvPr>
          <p:cNvSpPr>
            <a:spLocks noGrp="1"/>
          </p:cNvSpPr>
          <p:nvPr>
            <p:ph type="subTitle" idx="1"/>
          </p:nvPr>
        </p:nvSpPr>
        <p:spPr/>
        <p:txBody>
          <a:bodyPr/>
          <a:lstStyle/>
          <a:p>
            <a:r>
              <a:rPr lang="en-US" dirty="0"/>
              <a:t>Lesson 12</a:t>
            </a:r>
          </a:p>
        </p:txBody>
      </p:sp>
      <p:sp>
        <p:nvSpPr>
          <p:cNvPr id="3" name="Text Placeholder 2">
            <a:extLst>
              <a:ext uri="{FF2B5EF4-FFF2-40B4-BE49-F238E27FC236}">
                <a16:creationId xmlns:a16="http://schemas.microsoft.com/office/drawing/2014/main" id="{ED0895CF-B89C-4362-9D1E-CA6D941DA106}"/>
              </a:ext>
            </a:extLst>
          </p:cNvPr>
          <p:cNvSpPr>
            <a:spLocks noGrp="1"/>
          </p:cNvSpPr>
          <p:nvPr>
            <p:ph type="body" sz="quarter" idx="12"/>
          </p:nvPr>
        </p:nvSpPr>
        <p:spPr/>
        <p:txBody>
          <a:bodyPr/>
          <a:lstStyle/>
          <a:p>
            <a:endParaRPr lang="en-US" dirty="0"/>
          </a:p>
        </p:txBody>
      </p:sp>
      <p:sp>
        <p:nvSpPr>
          <p:cNvPr id="4" name="Slide Number Placeholder 3">
            <a:extLst>
              <a:ext uri="{FF2B5EF4-FFF2-40B4-BE49-F238E27FC236}">
                <a16:creationId xmlns:a16="http://schemas.microsoft.com/office/drawing/2014/main" id="{A345E4A2-6543-4B60-AB1F-E70A19E69999}"/>
              </a:ext>
            </a:extLst>
          </p:cNvPr>
          <p:cNvSpPr>
            <a:spLocks noGrp="1"/>
          </p:cNvSpPr>
          <p:nvPr>
            <p:ph type="sldNum" sz="quarter" idx="10"/>
          </p:nvPr>
        </p:nvSpPr>
        <p:spPr/>
        <p:txBody>
          <a:bodyPr/>
          <a:lstStyle/>
          <a:p>
            <a:fld id="{B7CF8A19-3A9E-4ABC-B336-2FDDE321C72D}" type="slidenum">
              <a:rPr lang="en-US" smtClean="0"/>
              <a:pPr/>
              <a:t>30</a:t>
            </a:fld>
            <a:endParaRPr lang="en-US" dirty="0"/>
          </a:p>
        </p:txBody>
      </p:sp>
    </p:spTree>
    <p:extLst>
      <p:ext uri="{BB962C8B-B14F-4D97-AF65-F5344CB8AC3E}">
        <p14:creationId xmlns:p14="http://schemas.microsoft.com/office/powerpoint/2010/main" val="2875311080"/>
      </p:ext>
    </p:extLst>
  </p:cSld>
  <p:clrMapOvr>
    <a:masterClrMapping/>
  </p:clrMapOvr>
</p:sld>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19" ma:contentTypeDescription="Create a new document." ma:contentTypeScope="" ma:versionID="982e8a56513d1ee2aafc01cca592f65d">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d7e83a006b54384a7189437426092eef"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36DE146-6141-4927-9CDB-7CB5941763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A2CFB8D-1019-43EC-BFD1-51DA40016399}">
  <ds:schemaRefs>
    <ds:schemaRef ds:uri="http://schemas.microsoft.com/sharepoint/v3/contenttype/forms"/>
  </ds:schemaRefs>
</ds:datastoreItem>
</file>

<file path=customXml/itemProps3.xml><?xml version="1.0" encoding="utf-8"?>
<ds:datastoreItem xmlns:ds="http://schemas.openxmlformats.org/officeDocument/2006/customXml" ds:itemID="{79804A4A-BEBA-46F7-8D91-096B77966F98}">
  <ds:schemaRefs>
    <ds:schemaRef ds:uri="http://schemas.openxmlformats.org/package/2006/metadata/core-properties"/>
    <ds:schemaRef ds:uri="http://schemas.microsoft.com/office/2006/metadata/properties"/>
    <ds:schemaRef ds:uri="http://purl.org/dc/terms/"/>
    <ds:schemaRef ds:uri="95a46270-66ec-4bdf-aabc-d78887d51418"/>
    <ds:schemaRef ds:uri="http://schemas.microsoft.com/office/infopath/2007/PartnerControls"/>
    <ds:schemaRef ds:uri="http://www.w3.org/XML/1998/namespace"/>
    <ds:schemaRef ds:uri="http://schemas.microsoft.com/office/2006/documentManagement/types"/>
    <ds:schemaRef ds:uri="http://purl.org/dc/elements/1.1/"/>
    <ds:schemaRef ds:uri="315eb565-7267-4a95-9087-2f433ded3c8b"/>
    <ds:schemaRef ds:uri="http://purl.org/dc/dcmitype/"/>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Template>comptia_ova</Template>
  <TotalTime>4714</TotalTime>
  <Words>2008</Words>
  <Application>Microsoft Office PowerPoint</Application>
  <PresentationFormat>On-screen Show (16:9)</PresentationFormat>
  <Paragraphs>200</Paragraphs>
  <Slides>30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Lucida Console</vt:lpstr>
      <vt:lpstr>Calibri</vt:lpstr>
      <vt:lpstr>Open Sans</vt:lpstr>
      <vt:lpstr>Arial</vt:lpstr>
      <vt:lpstr>comptia_ov</vt:lpstr>
      <vt:lpstr>Exam PT0-002</vt:lpstr>
      <vt:lpstr>Attacking Specialized Systems</vt:lpstr>
      <vt:lpstr>Objectives</vt:lpstr>
      <vt:lpstr>Identify Attacks on the IoT</vt:lpstr>
      <vt:lpstr>Understanding the IoT</vt:lpstr>
      <vt:lpstr>Understanding Component Weaknesses</vt:lpstr>
      <vt:lpstr>Vulnerable Targets</vt:lpstr>
      <vt:lpstr>Leaking Sensitive Data</vt:lpstr>
      <vt:lpstr>Triggering an Attack</vt:lpstr>
      <vt:lpstr>Leveraging CoAP and MQTT </vt:lpstr>
      <vt:lpstr>Identify Attacks on the IoT</vt:lpstr>
      <vt:lpstr>Recognize Other Vulnerable Systems</vt:lpstr>
      <vt:lpstr>Understanding Data Storage Systems </vt:lpstr>
      <vt:lpstr>Controlling Infrastructure</vt:lpstr>
      <vt:lpstr>Securing Control Systems</vt:lpstr>
      <vt:lpstr>Leaving Data Exposed</vt:lpstr>
      <vt:lpstr>Handling Errors</vt:lpstr>
      <vt:lpstr>Fuzzing the System</vt:lpstr>
      <vt:lpstr>Recognize Other Vulnerable Systems</vt:lpstr>
      <vt:lpstr>Explain Virtual Machine Vulnerabilities</vt:lpstr>
      <vt:lpstr>Using Virtualization</vt:lpstr>
      <vt:lpstr>Comparing Host-Based versus Bare Metal</vt:lpstr>
      <vt:lpstr>Securing the VM Environment</vt:lpstr>
      <vt:lpstr>Avoid VM Sprawl and Protect the Repositories</vt:lpstr>
      <vt:lpstr>Monitoring the Containers</vt:lpstr>
      <vt:lpstr>Attacking a Virtual Environment</vt:lpstr>
      <vt:lpstr>Escaping a Virtual Environment</vt:lpstr>
      <vt:lpstr>Hyperjacking the Hypervisor</vt:lpstr>
      <vt:lpstr>Explain Virtual Machine Vulnerabilities</vt:lpstr>
      <vt:lpstr>PowerPoint Presentation</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Danielle Andries</dc:creator>
  <dc:description>Copyright © 2022 CompTIA, Inc. All Rights Reserved.  |  CompTIA.org</dc:description>
  <cp:lastModifiedBy>Danielle Andries</cp:lastModifiedBy>
  <cp:revision>13</cp:revision>
  <dcterms:created xsi:type="dcterms:W3CDTF">2021-09-23T15:15:08Z</dcterms:created>
  <dcterms:modified xsi:type="dcterms:W3CDTF">2022-10-19T21:52:51Z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ies>
</file>