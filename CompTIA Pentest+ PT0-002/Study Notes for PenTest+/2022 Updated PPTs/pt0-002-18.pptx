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40"/>
  </p:notesMasterIdLst>
  <p:handoutMasterIdLst>
    <p:handoutMasterId r:id="rId41"/>
  </p:handoutMasterIdLst>
  <p:sldIdLst>
    <p:sldId id="257" r:id="rId5"/>
    <p:sldId id="258" r:id="rId6"/>
    <p:sldId id="256" r:id="rId7"/>
    <p:sldId id="259" r:id="rId8"/>
    <p:sldId id="260" r:id="rId9"/>
    <p:sldId id="309" r:id="rId10"/>
    <p:sldId id="261" r:id="rId11"/>
    <p:sldId id="266" r:id="rId12"/>
    <p:sldId id="267" r:id="rId13"/>
    <p:sldId id="268" r:id="rId14"/>
    <p:sldId id="269" r:id="rId15"/>
    <p:sldId id="294" r:id="rId16"/>
    <p:sldId id="295" r:id="rId17"/>
    <p:sldId id="296" r:id="rId18"/>
    <p:sldId id="297" r:id="rId19"/>
    <p:sldId id="298" r:id="rId20"/>
    <p:sldId id="304" r:id="rId21"/>
    <p:sldId id="305" r:id="rId22"/>
    <p:sldId id="293" r:id="rId23"/>
    <p:sldId id="306" r:id="rId24"/>
    <p:sldId id="310" r:id="rId25"/>
    <p:sldId id="311" r:id="rId26"/>
    <p:sldId id="285" r:id="rId27"/>
    <p:sldId id="286" r:id="rId28"/>
    <p:sldId id="287" r:id="rId29"/>
    <p:sldId id="288" r:id="rId30"/>
    <p:sldId id="299" r:id="rId31"/>
    <p:sldId id="300" r:id="rId32"/>
    <p:sldId id="301" r:id="rId33"/>
    <p:sldId id="302" r:id="rId34"/>
    <p:sldId id="308" r:id="rId35"/>
    <p:sldId id="307" r:id="rId36"/>
    <p:sldId id="303" r:id="rId37"/>
    <p:sldId id="312" r:id="rId38"/>
    <p:sldId id="281" r:id="rId3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1242" autoAdjust="0"/>
  </p:normalViewPr>
  <p:slideViewPr>
    <p:cSldViewPr snapToGrid="0">
      <p:cViewPr varScale="1">
        <p:scale>
          <a:sx n="120" d="100"/>
          <a:sy n="120" d="100"/>
        </p:scale>
        <p:origin x="1380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5.fntdata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D0A63A30-3C64-41F6-9171-C9B50F8F7993}"/>
    <pc:docChg chg="custSel addSld delSld modSld sldOrd">
      <pc:chgData name="Danielle Andries" userId="93d179e4-3c18-40f7-920e-ae80b202540d" providerId="ADAL" clId="{D0A63A30-3C64-41F6-9171-C9B50F8F7993}" dt="2021-10-13T14:17:56.382" v="144"/>
      <pc:docMkLst>
        <pc:docMk/>
      </pc:docMkLst>
      <pc:sldChg chg="modSp mod">
        <pc:chgData name="Danielle Andries" userId="93d179e4-3c18-40f7-920e-ae80b202540d" providerId="ADAL" clId="{D0A63A30-3C64-41F6-9171-C9B50F8F7993}" dt="2021-10-13T14:16:03.365" v="77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D0A63A30-3C64-41F6-9171-C9B50F8F7993}" dt="2021-10-13T14:16:03.365" v="77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D0A63A30-3C64-41F6-9171-C9B50F8F7993}" dt="2021-10-13T14:15:11.322" v="3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D0A63A30-3C64-41F6-9171-C9B50F8F7993}" dt="2021-10-13T14:15:11.322" v="3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D0A63A30-3C64-41F6-9171-C9B50F8F7993}" dt="2021-10-13T14:15:02.51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D0A63A30-3C64-41F6-9171-C9B50F8F7993}" dt="2021-10-13T14:15:45.699" v="75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D0A63A30-3C64-41F6-9171-C9B50F8F7993}" dt="2021-10-13T14:15:45.699" v="75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D0A63A30-3C64-41F6-9171-C9B50F8F7993}" dt="2021-10-13T14:15:37.974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D0A63A30-3C64-41F6-9171-C9B50F8F7993}" dt="2021-10-13T14:15:36.077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D0A63A30-3C64-41F6-9171-C9B50F8F7993}" dt="2021-10-13T14:16:17.782" v="104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D0A63A30-3C64-41F6-9171-C9B50F8F7993}" dt="2021-10-13T14:16:17.782" v="104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D0A63A30-3C64-41F6-9171-C9B50F8F7993}" dt="2021-10-13T14:16:09.454" v="81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D0A63A30-3C64-41F6-9171-C9B50F8F7993}" dt="2021-10-13T14:16:07.846" v="79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D0A63A30-3C64-41F6-9171-C9B50F8F7993}" dt="2021-10-13T14:17:09.546" v="13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D0A63A30-3C64-41F6-9171-C9B50F8F7993}" dt="2021-10-13T14:17:09.546" v="13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">
        <pc:chgData name="Danielle Andries" userId="93d179e4-3c18-40f7-920e-ae80b202540d" providerId="ADAL" clId="{D0A63A30-3C64-41F6-9171-C9B50F8F7993}" dt="2021-10-13T14:17:37.098" v="142"/>
        <pc:sldMkLst>
          <pc:docMk/>
          <pc:sldMk cId="3073644457" sldId="284"/>
        </pc:sldMkLst>
        <pc:spChg chg="mod">
          <ac:chgData name="Danielle Andries" userId="93d179e4-3c18-40f7-920e-ae80b202540d" providerId="ADAL" clId="{D0A63A30-3C64-41F6-9171-C9B50F8F7993}" dt="2021-10-13T14:17:37.098" v="142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D0A63A30-3C64-41F6-9171-C9B50F8F7993}" dt="2021-10-13T14:16:43.117" v="136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D0A63A30-3C64-41F6-9171-C9B50F8F7993}" dt="2021-10-13T14:16:39.367" v="132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D0A63A30-3C64-41F6-9171-C9B50F8F7993}" dt="2021-10-13T14:16:43.117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D0A63A30-3C64-41F6-9171-C9B50F8F7993}" dt="2021-10-13T14:16:41.537" v="13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D0A63A30-3C64-41F6-9171-C9B50F8F7993}" dt="2021-10-13T14:17:56.382" v="144"/>
        <pc:sldMkLst>
          <pc:docMk/>
          <pc:sldMk cId="374999572" sldId="290"/>
        </pc:sldMkLst>
        <pc:spChg chg="mod">
          <ac:chgData name="Danielle Andries" userId="93d179e4-3c18-40f7-920e-ae80b202540d" providerId="ADAL" clId="{D0A63A30-3C64-41F6-9171-C9B50F8F7993}" dt="2021-10-13T14:17:56.382" v="144"/>
          <ac:spMkLst>
            <pc:docMk/>
            <pc:sldMk cId="374999572" sldId="290"/>
            <ac:spMk id="3" creationId="{568708AE-48ED-4852-AE39-86C44E3C3102}"/>
          </ac:spMkLst>
        </pc:spChg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3790744140" sldId="290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4261538642" sldId="291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554463169" sldId="292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750369082" sldId="293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745962525" sldId="294"/>
        </pc:sldMkLst>
      </pc:sldChg>
    </pc:docChg>
  </pc:docChgLst>
  <pc:docChgLst>
    <pc:chgData name="Lisa Bock" userId="1f2a7945151d6011" providerId="LiveId" clId="{76C9737C-B059-48B6-BEFE-C93AB912966E}"/>
    <pc:docChg chg="undo redo custSel addSld delSld modSld sldOrd">
      <pc:chgData name="Lisa Bock" userId="1f2a7945151d6011" providerId="LiveId" clId="{76C9737C-B059-48B6-BEFE-C93AB912966E}" dt="2021-10-26T02:58:50.508" v="2148" actId="47"/>
      <pc:docMkLst>
        <pc:docMk/>
      </pc:docMkLst>
      <pc:sldChg chg="modNotesTx">
        <pc:chgData name="Lisa Bock" userId="1f2a7945151d6011" providerId="LiveId" clId="{76C9737C-B059-48B6-BEFE-C93AB912966E}" dt="2021-10-23T14:31:10.514" v="0"/>
        <pc:sldMkLst>
          <pc:docMk/>
          <pc:sldMk cId="3581186469" sldId="259"/>
        </pc:sldMkLst>
      </pc:sldChg>
      <pc:sldChg chg="modSp mod modNotesTx">
        <pc:chgData name="Lisa Bock" userId="1f2a7945151d6011" providerId="LiveId" clId="{76C9737C-B059-48B6-BEFE-C93AB912966E}" dt="2021-10-25T15:02:35.233" v="685" actId="20577"/>
        <pc:sldMkLst>
          <pc:docMk/>
          <pc:sldMk cId="2700514735" sldId="260"/>
        </pc:sldMkLst>
        <pc:spChg chg="mod">
          <ac:chgData name="Lisa Bock" userId="1f2a7945151d6011" providerId="LiveId" clId="{76C9737C-B059-48B6-BEFE-C93AB912966E}" dt="2021-10-23T14:34:20.918" v="1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15:02:35.233" v="685" actId="20577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76C9737C-B059-48B6-BEFE-C93AB912966E}" dt="2021-10-25T15:12:02.486" v="944" actId="20577"/>
        <pc:sldMkLst>
          <pc:docMk/>
          <pc:sldMk cId="1379302974" sldId="261"/>
        </pc:sldMkLst>
        <pc:spChg chg="mod">
          <ac:chgData name="Lisa Bock" userId="1f2a7945151d6011" providerId="LiveId" clId="{76C9737C-B059-48B6-BEFE-C93AB912966E}" dt="2021-10-25T15:12:02.486" v="944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76C9737C-B059-48B6-BEFE-C93AB912966E}" dt="2021-10-25T14:21:17.298" v="468"/>
          <ac:spMkLst>
            <pc:docMk/>
            <pc:sldMk cId="1379302974" sldId="261"/>
            <ac:spMk id="3" creationId="{741BF6B6-2A64-4049-9A00-5F58CF8B2C57}"/>
          </ac:spMkLst>
        </pc:spChg>
      </pc:sldChg>
      <pc:sldChg chg="modSp del mod">
        <pc:chgData name="Lisa Bock" userId="1f2a7945151d6011" providerId="LiveId" clId="{76C9737C-B059-48B6-BEFE-C93AB912966E}" dt="2021-10-25T14:57:15.992" v="626" actId="2696"/>
        <pc:sldMkLst>
          <pc:docMk/>
          <pc:sldMk cId="1766491834" sldId="264"/>
        </pc:sldMkLst>
        <pc:spChg chg="mod">
          <ac:chgData name="Lisa Bock" userId="1f2a7945151d6011" providerId="LiveId" clId="{76C9737C-B059-48B6-BEFE-C93AB912966E}" dt="2021-10-25T14:55:36.522" v="617"/>
          <ac:spMkLst>
            <pc:docMk/>
            <pc:sldMk cId="1766491834" sldId="264"/>
            <ac:spMk id="3" creationId="{D265882B-10E2-446D-A76D-9CAE7BFA8BE6}"/>
          </ac:spMkLst>
        </pc:spChg>
      </pc:sldChg>
      <pc:sldChg chg="modSp del mod">
        <pc:chgData name="Lisa Bock" userId="1f2a7945151d6011" providerId="LiveId" clId="{76C9737C-B059-48B6-BEFE-C93AB912966E}" dt="2021-10-25T14:41:16.526" v="507" actId="47"/>
        <pc:sldMkLst>
          <pc:docMk/>
          <pc:sldMk cId="2528030650" sldId="265"/>
        </pc:sldMkLst>
        <pc:spChg chg="mod">
          <ac:chgData name="Lisa Bock" userId="1f2a7945151d6011" providerId="LiveId" clId="{76C9737C-B059-48B6-BEFE-C93AB912966E}" dt="2021-10-25T14:41:07.358" v="504" actId="21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">
        <pc:chgData name="Lisa Bock" userId="1f2a7945151d6011" providerId="LiveId" clId="{76C9737C-B059-48B6-BEFE-C93AB912966E}" dt="2021-10-25T20:44:06.424" v="968" actId="27636"/>
        <pc:sldMkLst>
          <pc:docMk/>
          <pc:sldMk cId="2996616140" sldId="267"/>
        </pc:sldMkLst>
        <pc:spChg chg="mod">
          <ac:chgData name="Lisa Bock" userId="1f2a7945151d6011" providerId="LiveId" clId="{76C9737C-B059-48B6-BEFE-C93AB912966E}" dt="2021-10-23T16:46:21.562" v="82" actId="20577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20:44:06.424" v="968" actId="27636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">
        <pc:chgData name="Lisa Bock" userId="1f2a7945151d6011" providerId="LiveId" clId="{76C9737C-B059-48B6-BEFE-C93AB912966E}" dt="2021-10-25T20:48:04.011" v="1018" actId="15"/>
        <pc:sldMkLst>
          <pc:docMk/>
          <pc:sldMk cId="443996997" sldId="268"/>
        </pc:sldMkLst>
        <pc:spChg chg="mod">
          <ac:chgData name="Lisa Bock" userId="1f2a7945151d6011" providerId="LiveId" clId="{76C9737C-B059-48B6-BEFE-C93AB912966E}" dt="2021-10-23T16:46:53.833" v="116" actId="20577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20:48:04.011" v="1018" actId="15"/>
          <ac:spMkLst>
            <pc:docMk/>
            <pc:sldMk cId="443996997" sldId="268"/>
            <ac:spMk id="3" creationId="{D265882B-10E2-446D-A76D-9CAE7BFA8BE6}"/>
          </ac:spMkLst>
        </pc:spChg>
      </pc:sldChg>
      <pc:sldChg chg="modSp mod">
        <pc:chgData name="Lisa Bock" userId="1f2a7945151d6011" providerId="LiveId" clId="{76C9737C-B059-48B6-BEFE-C93AB912966E}" dt="2021-10-26T01:54:15.591" v="1653" actId="6549"/>
        <pc:sldMkLst>
          <pc:docMk/>
          <pc:sldMk cId="1387039101" sldId="269"/>
        </pc:sldMkLst>
        <pc:spChg chg="mod">
          <ac:chgData name="Lisa Bock" userId="1f2a7945151d6011" providerId="LiveId" clId="{76C9737C-B059-48B6-BEFE-C93AB912966E}" dt="2021-10-25T14:43:56.523" v="514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1:54:15.591" v="1653" actId="6549"/>
          <ac:spMkLst>
            <pc:docMk/>
            <pc:sldMk cId="1387039101" sldId="269"/>
            <ac:spMk id="3" creationId="{D265882B-10E2-446D-A76D-9CAE7BFA8BE6}"/>
          </ac:spMkLst>
        </pc:spChg>
      </pc:sldChg>
      <pc:sldChg chg="modSp del mod">
        <pc:chgData name="Lisa Bock" userId="1f2a7945151d6011" providerId="LiveId" clId="{76C9737C-B059-48B6-BEFE-C93AB912966E}" dt="2021-10-26T02:25:02.803" v="1762" actId="47"/>
        <pc:sldMkLst>
          <pc:docMk/>
          <pc:sldMk cId="1555248704" sldId="270"/>
        </pc:sldMkLst>
        <pc:spChg chg="mod">
          <ac:chgData name="Lisa Bock" userId="1f2a7945151d6011" providerId="LiveId" clId="{76C9737C-B059-48B6-BEFE-C93AB912966E}" dt="2021-10-25T14:21:49.359" v="469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 modNotesTx">
        <pc:chgData name="Lisa Bock" userId="1f2a7945151d6011" providerId="LiveId" clId="{76C9737C-B059-48B6-BEFE-C93AB912966E}" dt="2021-10-26T02:27:55.708" v="1781" actId="20577"/>
        <pc:sldMkLst>
          <pc:docMk/>
          <pc:sldMk cId="685463285" sldId="286"/>
        </pc:sldMkLst>
        <pc:spChg chg="mod">
          <ac:chgData name="Lisa Bock" userId="1f2a7945151d6011" providerId="LiveId" clId="{76C9737C-B059-48B6-BEFE-C93AB912966E}" dt="2021-10-23T17:51:00.740" v="321" actId="20577"/>
          <ac:spMkLst>
            <pc:docMk/>
            <pc:sldMk cId="685463285" sldId="286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2:27:55.708" v="1781" actId="20577"/>
          <ac:spMkLst>
            <pc:docMk/>
            <pc:sldMk cId="685463285" sldId="286"/>
            <ac:spMk id="3" creationId="{D265882B-10E2-446D-A76D-9CAE7BFA8BE6}"/>
          </ac:spMkLst>
        </pc:spChg>
      </pc:sldChg>
      <pc:sldChg chg="modSp mod">
        <pc:chgData name="Lisa Bock" userId="1f2a7945151d6011" providerId="LiveId" clId="{76C9737C-B059-48B6-BEFE-C93AB912966E}" dt="2021-10-26T02:40:35.538" v="1852" actId="33524"/>
        <pc:sldMkLst>
          <pc:docMk/>
          <pc:sldMk cId="2554177378" sldId="287"/>
        </pc:sldMkLst>
        <pc:spChg chg="mod">
          <ac:chgData name="Lisa Bock" userId="1f2a7945151d6011" providerId="LiveId" clId="{76C9737C-B059-48B6-BEFE-C93AB912966E}" dt="2021-10-25T14:46:51.459" v="521"/>
          <ac:spMkLst>
            <pc:docMk/>
            <pc:sldMk cId="2554177378" sldId="287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2:40:35.538" v="1852" actId="33524"/>
          <ac:spMkLst>
            <pc:docMk/>
            <pc:sldMk cId="2554177378" sldId="287"/>
            <ac:spMk id="3" creationId="{D265882B-10E2-446D-A76D-9CAE7BFA8BE6}"/>
          </ac:spMkLst>
        </pc:spChg>
      </pc:sldChg>
      <pc:sldChg chg="modSp mod">
        <pc:chgData name="Lisa Bock" userId="1f2a7945151d6011" providerId="LiveId" clId="{76C9737C-B059-48B6-BEFE-C93AB912966E}" dt="2021-10-25T21:19:54.051" v="1321" actId="6549"/>
        <pc:sldMkLst>
          <pc:docMk/>
          <pc:sldMk cId="1567903217" sldId="288"/>
        </pc:sldMkLst>
        <pc:spChg chg="mod">
          <ac:chgData name="Lisa Bock" userId="1f2a7945151d6011" providerId="LiveId" clId="{76C9737C-B059-48B6-BEFE-C93AB912966E}" dt="2021-10-25T21:15:43.457" v="1253" actId="20577"/>
          <ac:spMkLst>
            <pc:docMk/>
            <pc:sldMk cId="1567903217" sldId="288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21:19:54.051" v="1321" actId="6549"/>
          <ac:spMkLst>
            <pc:docMk/>
            <pc:sldMk cId="1567903217" sldId="288"/>
            <ac:spMk id="3" creationId="{D265882B-10E2-446D-A76D-9CAE7BFA8BE6}"/>
          </ac:spMkLst>
        </pc:spChg>
      </pc:sldChg>
      <pc:sldChg chg="modSp del mod">
        <pc:chgData name="Lisa Bock" userId="1f2a7945151d6011" providerId="LiveId" clId="{76C9737C-B059-48B6-BEFE-C93AB912966E}" dt="2021-10-26T02:58:50.508" v="2148" actId="47"/>
        <pc:sldMkLst>
          <pc:docMk/>
          <pc:sldMk cId="3965838131" sldId="289"/>
        </pc:sldMkLst>
        <pc:spChg chg="mod">
          <ac:chgData name="Lisa Bock" userId="1f2a7945151d6011" providerId="LiveId" clId="{76C9737C-B059-48B6-BEFE-C93AB912966E}" dt="2021-10-26T02:45:32.555" v="2068" actId="20577"/>
          <ac:spMkLst>
            <pc:docMk/>
            <pc:sldMk cId="3965838131" sldId="289"/>
            <ac:spMk id="2" creationId="{00910985-B36C-4A8C-8F00-496036FF49CE}"/>
          </ac:spMkLst>
        </pc:spChg>
        <pc:spChg chg="mod">
          <ac:chgData name="Lisa Bock" userId="1f2a7945151d6011" providerId="LiveId" clId="{76C9737C-B059-48B6-BEFE-C93AB912966E}" dt="2021-10-25T14:34:40.870" v="470"/>
          <ac:spMkLst>
            <pc:docMk/>
            <pc:sldMk cId="3965838131" sldId="289"/>
            <ac:spMk id="3" creationId="{741BF6B6-2A64-4049-9A00-5F58CF8B2C57}"/>
          </ac:spMkLst>
        </pc:spChg>
      </pc:sldChg>
      <pc:sldChg chg="modSp add del mod ord">
        <pc:chgData name="Lisa Bock" userId="1f2a7945151d6011" providerId="LiveId" clId="{76C9737C-B059-48B6-BEFE-C93AB912966E}" dt="2021-10-25T15:01:07.351" v="674" actId="47"/>
        <pc:sldMkLst>
          <pc:docMk/>
          <pc:sldMk cId="2740646865" sldId="290"/>
        </pc:sldMkLst>
        <pc:spChg chg="mod">
          <ac:chgData name="Lisa Bock" userId="1f2a7945151d6011" providerId="LiveId" clId="{76C9737C-B059-48B6-BEFE-C93AB912966E}" dt="2021-10-25T15:00:29.645" v="660" actId="21"/>
          <ac:spMkLst>
            <pc:docMk/>
            <pc:sldMk cId="2740646865" sldId="290"/>
            <ac:spMk id="3" creationId="{D265882B-10E2-446D-A76D-9CAE7BFA8BE6}"/>
          </ac:spMkLst>
        </pc:spChg>
      </pc:sldChg>
      <pc:sldChg chg="add del">
        <pc:chgData name="Lisa Bock" userId="1f2a7945151d6011" providerId="LiveId" clId="{76C9737C-B059-48B6-BEFE-C93AB912966E}" dt="2021-10-25T14:38:46.023" v="499" actId="47"/>
        <pc:sldMkLst>
          <pc:docMk/>
          <pc:sldMk cId="1362941373" sldId="291"/>
        </pc:sldMkLst>
      </pc:sldChg>
      <pc:sldChg chg="add del">
        <pc:chgData name="Lisa Bock" userId="1f2a7945151d6011" providerId="LiveId" clId="{76C9737C-B059-48B6-BEFE-C93AB912966E}" dt="2021-10-25T14:40:17.224" v="501" actId="2696"/>
        <pc:sldMkLst>
          <pc:docMk/>
          <pc:sldMk cId="1806332248" sldId="292"/>
        </pc:sldMkLst>
      </pc:sldChg>
      <pc:sldChg chg="modSp add mod ord">
        <pc:chgData name="Lisa Bock" userId="1f2a7945151d6011" providerId="LiveId" clId="{76C9737C-B059-48B6-BEFE-C93AB912966E}" dt="2021-10-25T21:06:36.890" v="1142" actId="6549"/>
        <pc:sldMkLst>
          <pc:docMk/>
          <pc:sldMk cId="1180820870" sldId="293"/>
        </pc:sldMkLst>
        <pc:spChg chg="mod">
          <ac:chgData name="Lisa Bock" userId="1f2a7945151d6011" providerId="LiveId" clId="{76C9737C-B059-48B6-BEFE-C93AB912966E}" dt="2021-10-23T16:59:32.192" v="254"/>
          <ac:spMkLst>
            <pc:docMk/>
            <pc:sldMk cId="1180820870" sldId="293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21:06:36.890" v="1142" actId="6549"/>
          <ac:spMkLst>
            <pc:docMk/>
            <pc:sldMk cId="1180820870" sldId="293"/>
            <ac:spMk id="3" creationId="{D265882B-10E2-446D-A76D-9CAE7BFA8BE6}"/>
          </ac:spMkLst>
        </pc:spChg>
      </pc:sldChg>
      <pc:sldChg chg="modSp add mod">
        <pc:chgData name="Lisa Bock" userId="1f2a7945151d6011" providerId="LiveId" clId="{76C9737C-B059-48B6-BEFE-C93AB912966E}" dt="2021-10-26T01:54:35.360" v="1661" actId="27636"/>
        <pc:sldMkLst>
          <pc:docMk/>
          <pc:sldMk cId="387263556" sldId="294"/>
        </pc:sldMkLst>
        <pc:spChg chg="mod">
          <ac:chgData name="Lisa Bock" userId="1f2a7945151d6011" providerId="LiveId" clId="{76C9737C-B059-48B6-BEFE-C93AB912966E}" dt="2021-10-25T14:44:57.081" v="517"/>
          <ac:spMkLst>
            <pc:docMk/>
            <pc:sldMk cId="387263556" sldId="294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1:54:35.360" v="1661" actId="27636"/>
          <ac:spMkLst>
            <pc:docMk/>
            <pc:sldMk cId="387263556" sldId="294"/>
            <ac:spMk id="3" creationId="{D265882B-10E2-446D-A76D-9CAE7BFA8BE6}"/>
          </ac:spMkLst>
        </pc:spChg>
      </pc:sldChg>
      <pc:sldChg chg="add del">
        <pc:chgData name="Lisa Bock" userId="1f2a7945151d6011" providerId="LiveId" clId="{76C9737C-B059-48B6-BEFE-C93AB912966E}" dt="2021-10-23T14:31:56.999" v="5"/>
        <pc:sldMkLst>
          <pc:docMk/>
          <pc:sldMk cId="809530210" sldId="294"/>
        </pc:sldMkLst>
      </pc:sldChg>
      <pc:sldChg chg="add del">
        <pc:chgData name="Lisa Bock" userId="1f2a7945151d6011" providerId="LiveId" clId="{76C9737C-B059-48B6-BEFE-C93AB912966E}" dt="2021-10-23T14:31:56.999" v="5"/>
        <pc:sldMkLst>
          <pc:docMk/>
          <pc:sldMk cId="3170773623" sldId="295"/>
        </pc:sldMkLst>
      </pc:sldChg>
      <pc:sldChg chg="modSp add mod">
        <pc:chgData name="Lisa Bock" userId="1f2a7945151d6011" providerId="LiveId" clId="{76C9737C-B059-48B6-BEFE-C93AB912966E}" dt="2021-10-26T01:56:08.688" v="1669" actId="20577"/>
        <pc:sldMkLst>
          <pc:docMk/>
          <pc:sldMk cId="4136065256" sldId="295"/>
        </pc:sldMkLst>
        <pc:spChg chg="mod">
          <ac:chgData name="Lisa Bock" userId="1f2a7945151d6011" providerId="LiveId" clId="{76C9737C-B059-48B6-BEFE-C93AB912966E}" dt="2021-10-25T14:45:47.622" v="518"/>
          <ac:spMkLst>
            <pc:docMk/>
            <pc:sldMk cId="4136065256" sldId="295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1:56:08.688" v="1669" actId="20577"/>
          <ac:spMkLst>
            <pc:docMk/>
            <pc:sldMk cId="4136065256" sldId="295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76C9737C-B059-48B6-BEFE-C93AB912966E}" dt="2021-10-26T02:16:47.789" v="1760" actId="20577"/>
        <pc:sldMkLst>
          <pc:docMk/>
          <pc:sldMk cId="930264603" sldId="296"/>
        </pc:sldMkLst>
        <pc:spChg chg="mod">
          <ac:chgData name="Lisa Bock" userId="1f2a7945151d6011" providerId="LiveId" clId="{76C9737C-B059-48B6-BEFE-C93AB912966E}" dt="2021-10-23T16:49:56.753" v="171" actId="20577"/>
          <ac:spMkLst>
            <pc:docMk/>
            <pc:sldMk cId="930264603" sldId="296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2:16:47.789" v="1760" actId="20577"/>
          <ac:spMkLst>
            <pc:docMk/>
            <pc:sldMk cId="930264603" sldId="296"/>
            <ac:spMk id="3" creationId="{D265882B-10E2-446D-A76D-9CAE7BFA8BE6}"/>
          </ac:spMkLst>
        </pc:spChg>
      </pc:sldChg>
      <pc:sldChg chg="modSp add mod">
        <pc:chgData name="Lisa Bock" userId="1f2a7945151d6011" providerId="LiveId" clId="{76C9737C-B059-48B6-BEFE-C93AB912966E}" dt="2021-10-26T01:58:49.002" v="1698" actId="6549"/>
        <pc:sldMkLst>
          <pc:docMk/>
          <pc:sldMk cId="2637333182" sldId="297"/>
        </pc:sldMkLst>
        <pc:spChg chg="mod">
          <ac:chgData name="Lisa Bock" userId="1f2a7945151d6011" providerId="LiveId" clId="{76C9737C-B059-48B6-BEFE-C93AB912966E}" dt="2021-10-23T16:53:55.152" v="199"/>
          <ac:spMkLst>
            <pc:docMk/>
            <pc:sldMk cId="2637333182" sldId="297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1:58:49.002" v="1698" actId="6549"/>
          <ac:spMkLst>
            <pc:docMk/>
            <pc:sldMk cId="2637333182" sldId="297"/>
            <ac:spMk id="3" creationId="{D265882B-10E2-446D-A76D-9CAE7BFA8BE6}"/>
          </ac:spMkLst>
        </pc:spChg>
      </pc:sldChg>
      <pc:sldChg chg="modSp add mod">
        <pc:chgData name="Lisa Bock" userId="1f2a7945151d6011" providerId="LiveId" clId="{76C9737C-B059-48B6-BEFE-C93AB912966E}" dt="2021-10-26T01:59:24.797" v="1713" actId="20577"/>
        <pc:sldMkLst>
          <pc:docMk/>
          <pc:sldMk cId="3565363641" sldId="298"/>
        </pc:sldMkLst>
        <pc:spChg chg="mod">
          <ac:chgData name="Lisa Bock" userId="1f2a7945151d6011" providerId="LiveId" clId="{76C9737C-B059-48B6-BEFE-C93AB912966E}" dt="2021-10-23T16:54:38.597" v="202"/>
          <ac:spMkLst>
            <pc:docMk/>
            <pc:sldMk cId="3565363641" sldId="298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1:59:24.797" v="1713" actId="20577"/>
          <ac:spMkLst>
            <pc:docMk/>
            <pc:sldMk cId="3565363641" sldId="298"/>
            <ac:spMk id="3" creationId="{D265882B-10E2-446D-A76D-9CAE7BFA8BE6}"/>
          </ac:spMkLst>
        </pc:spChg>
      </pc:sldChg>
      <pc:sldChg chg="modSp add mod">
        <pc:chgData name="Lisa Bock" userId="1f2a7945151d6011" providerId="LiveId" clId="{76C9737C-B059-48B6-BEFE-C93AB912966E}" dt="2021-10-25T23:18:09.663" v="1525" actId="27636"/>
        <pc:sldMkLst>
          <pc:docMk/>
          <pc:sldMk cId="2473009659" sldId="299"/>
        </pc:sldMkLst>
        <pc:spChg chg="mod">
          <ac:chgData name="Lisa Bock" userId="1f2a7945151d6011" providerId="LiveId" clId="{76C9737C-B059-48B6-BEFE-C93AB912966E}" dt="2021-10-23T17:54:49.147" v="377" actId="20577"/>
          <ac:spMkLst>
            <pc:docMk/>
            <pc:sldMk cId="2473009659" sldId="299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23:18:09.663" v="1525" actId="27636"/>
          <ac:spMkLst>
            <pc:docMk/>
            <pc:sldMk cId="2473009659" sldId="299"/>
            <ac:spMk id="3" creationId="{D265882B-10E2-446D-A76D-9CAE7BFA8BE6}"/>
          </ac:spMkLst>
        </pc:spChg>
      </pc:sldChg>
      <pc:sldChg chg="modSp add mod">
        <pc:chgData name="Lisa Bock" userId="1f2a7945151d6011" providerId="LiveId" clId="{76C9737C-B059-48B6-BEFE-C93AB912966E}" dt="2021-10-26T02:54:11.466" v="2146" actId="20577"/>
        <pc:sldMkLst>
          <pc:docMk/>
          <pc:sldMk cId="2314125683" sldId="300"/>
        </pc:sldMkLst>
        <pc:spChg chg="mod">
          <ac:chgData name="Lisa Bock" userId="1f2a7945151d6011" providerId="LiveId" clId="{76C9737C-B059-48B6-BEFE-C93AB912966E}" dt="2021-10-25T14:47:35.405" v="522"/>
          <ac:spMkLst>
            <pc:docMk/>
            <pc:sldMk cId="2314125683" sldId="300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2:54:11.466" v="2146" actId="20577"/>
          <ac:spMkLst>
            <pc:docMk/>
            <pc:sldMk cId="2314125683" sldId="300"/>
            <ac:spMk id="3" creationId="{D265882B-10E2-446D-A76D-9CAE7BFA8BE6}"/>
          </ac:spMkLst>
        </pc:spChg>
      </pc:sldChg>
      <pc:sldChg chg="modSp add mod">
        <pc:chgData name="Lisa Bock" userId="1f2a7945151d6011" providerId="LiveId" clId="{76C9737C-B059-48B6-BEFE-C93AB912966E}" dt="2021-10-26T02:47:29.221" v="2098" actId="6549"/>
        <pc:sldMkLst>
          <pc:docMk/>
          <pc:sldMk cId="1363262616" sldId="301"/>
        </pc:sldMkLst>
        <pc:spChg chg="mod">
          <ac:chgData name="Lisa Bock" userId="1f2a7945151d6011" providerId="LiveId" clId="{76C9737C-B059-48B6-BEFE-C93AB912966E}" dt="2021-10-25T14:48:26.739" v="525"/>
          <ac:spMkLst>
            <pc:docMk/>
            <pc:sldMk cId="1363262616" sldId="301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2:47:29.221" v="2098" actId="6549"/>
          <ac:spMkLst>
            <pc:docMk/>
            <pc:sldMk cId="1363262616" sldId="301"/>
            <ac:spMk id="3" creationId="{D265882B-10E2-446D-A76D-9CAE7BFA8BE6}"/>
          </ac:spMkLst>
        </pc:spChg>
      </pc:sldChg>
      <pc:sldChg chg="modSp add mod">
        <pc:chgData name="Lisa Bock" userId="1f2a7945151d6011" providerId="LiveId" clId="{76C9737C-B059-48B6-BEFE-C93AB912966E}" dt="2021-10-25T21:33:16.826" v="1433" actId="20577"/>
        <pc:sldMkLst>
          <pc:docMk/>
          <pc:sldMk cId="1713720382" sldId="302"/>
        </pc:sldMkLst>
        <pc:spChg chg="mod">
          <ac:chgData name="Lisa Bock" userId="1f2a7945151d6011" providerId="LiveId" clId="{76C9737C-B059-48B6-BEFE-C93AB912966E}" dt="2021-10-25T14:48:41.300" v="528"/>
          <ac:spMkLst>
            <pc:docMk/>
            <pc:sldMk cId="1713720382" sldId="302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21:33:16.826" v="1433" actId="20577"/>
          <ac:spMkLst>
            <pc:docMk/>
            <pc:sldMk cId="1713720382" sldId="302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76C9737C-B059-48B6-BEFE-C93AB912966E}" dt="2021-10-25T23:24:48.184" v="1634" actId="6549"/>
        <pc:sldMkLst>
          <pc:docMk/>
          <pc:sldMk cId="3449699501" sldId="303"/>
        </pc:sldMkLst>
        <pc:spChg chg="mod">
          <ac:chgData name="Lisa Bock" userId="1f2a7945151d6011" providerId="LiveId" clId="{76C9737C-B059-48B6-BEFE-C93AB912966E}" dt="2021-10-25T14:49:23.140" v="537"/>
          <ac:spMkLst>
            <pc:docMk/>
            <pc:sldMk cId="3449699501" sldId="303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23:24:48.184" v="1634" actId="6549"/>
          <ac:spMkLst>
            <pc:docMk/>
            <pc:sldMk cId="3449699501" sldId="303"/>
            <ac:spMk id="3" creationId="{D265882B-10E2-446D-A76D-9CAE7BFA8BE6}"/>
          </ac:spMkLst>
        </pc:spChg>
      </pc:sldChg>
      <pc:sldChg chg="addSp delSp modSp new mod">
        <pc:chgData name="Lisa Bock" userId="1f2a7945151d6011" providerId="LiveId" clId="{76C9737C-B059-48B6-BEFE-C93AB912966E}" dt="2021-10-26T02:01:46.936" v="1726" actId="6549"/>
        <pc:sldMkLst>
          <pc:docMk/>
          <pc:sldMk cId="1324831493" sldId="304"/>
        </pc:sldMkLst>
        <pc:spChg chg="mod">
          <ac:chgData name="Lisa Bock" userId="1f2a7945151d6011" providerId="LiveId" clId="{76C9737C-B059-48B6-BEFE-C93AB912966E}" dt="2021-10-23T16:56:47.417" v="222"/>
          <ac:spMkLst>
            <pc:docMk/>
            <pc:sldMk cId="1324831493" sldId="304"/>
            <ac:spMk id="2" creationId="{811B632E-0B35-4C08-B5AC-CDA19D37DF4E}"/>
          </ac:spMkLst>
        </pc:spChg>
        <pc:spChg chg="mod">
          <ac:chgData name="Lisa Bock" userId="1f2a7945151d6011" providerId="LiveId" clId="{76C9737C-B059-48B6-BEFE-C93AB912966E}" dt="2021-10-26T02:01:46.936" v="1726" actId="6549"/>
          <ac:spMkLst>
            <pc:docMk/>
            <pc:sldMk cId="1324831493" sldId="304"/>
            <ac:spMk id="3" creationId="{A4C7D1C6-BD4B-4DF3-9B0E-313B36B9D925}"/>
          </ac:spMkLst>
        </pc:spChg>
        <pc:picChg chg="add del">
          <ac:chgData name="Lisa Bock" userId="1f2a7945151d6011" providerId="LiveId" clId="{76C9737C-B059-48B6-BEFE-C93AB912966E}" dt="2021-10-23T16:56:40.452" v="219" actId="22"/>
          <ac:picMkLst>
            <pc:docMk/>
            <pc:sldMk cId="1324831493" sldId="304"/>
            <ac:picMk id="6" creationId="{243472DB-0BFC-4614-8FF9-9453BDA1B481}"/>
          </ac:picMkLst>
        </pc:picChg>
      </pc:sldChg>
      <pc:sldChg chg="modSp new mod">
        <pc:chgData name="Lisa Bock" userId="1f2a7945151d6011" providerId="LiveId" clId="{76C9737C-B059-48B6-BEFE-C93AB912966E}" dt="2021-10-26T02:04:59.607" v="1741"/>
        <pc:sldMkLst>
          <pc:docMk/>
          <pc:sldMk cId="4017510247" sldId="305"/>
        </pc:sldMkLst>
        <pc:spChg chg="mod">
          <ac:chgData name="Lisa Bock" userId="1f2a7945151d6011" providerId="LiveId" clId="{76C9737C-B059-48B6-BEFE-C93AB912966E}" dt="2021-10-23T16:58:31.303" v="237"/>
          <ac:spMkLst>
            <pc:docMk/>
            <pc:sldMk cId="4017510247" sldId="305"/>
            <ac:spMk id="2" creationId="{08C80581-6F43-425B-BE14-AD3AFD6D0B74}"/>
          </ac:spMkLst>
        </pc:spChg>
        <pc:spChg chg="mod">
          <ac:chgData name="Lisa Bock" userId="1f2a7945151d6011" providerId="LiveId" clId="{76C9737C-B059-48B6-BEFE-C93AB912966E}" dt="2021-10-26T02:04:59.607" v="1741"/>
          <ac:spMkLst>
            <pc:docMk/>
            <pc:sldMk cId="4017510247" sldId="305"/>
            <ac:spMk id="3" creationId="{73D6A55E-5AE7-49C7-A6F1-E815B8DAC459}"/>
          </ac:spMkLst>
        </pc:spChg>
      </pc:sldChg>
      <pc:sldChg chg="modSp new mod">
        <pc:chgData name="Lisa Bock" userId="1f2a7945151d6011" providerId="LiveId" clId="{76C9737C-B059-48B6-BEFE-C93AB912966E}" dt="2021-10-25T21:12:31.509" v="1217" actId="27636"/>
        <pc:sldMkLst>
          <pc:docMk/>
          <pc:sldMk cId="2603025602" sldId="306"/>
        </pc:sldMkLst>
        <pc:spChg chg="mod">
          <ac:chgData name="Lisa Bock" userId="1f2a7945151d6011" providerId="LiveId" clId="{76C9737C-B059-48B6-BEFE-C93AB912966E}" dt="2021-10-23T17:03:19.683" v="288"/>
          <ac:spMkLst>
            <pc:docMk/>
            <pc:sldMk cId="2603025602" sldId="306"/>
            <ac:spMk id="2" creationId="{624FB1CF-0143-4FDF-A726-FCBFA698CDDE}"/>
          </ac:spMkLst>
        </pc:spChg>
        <pc:spChg chg="mod">
          <ac:chgData name="Lisa Bock" userId="1f2a7945151d6011" providerId="LiveId" clId="{76C9737C-B059-48B6-BEFE-C93AB912966E}" dt="2021-10-25T21:12:31.509" v="1217" actId="27636"/>
          <ac:spMkLst>
            <pc:docMk/>
            <pc:sldMk cId="2603025602" sldId="306"/>
            <ac:spMk id="3" creationId="{F160CBB5-6E87-42A2-9639-C801E56BBA36}"/>
          </ac:spMkLst>
        </pc:spChg>
      </pc:sldChg>
      <pc:sldChg chg="modSp add mod">
        <pc:chgData name="Lisa Bock" userId="1f2a7945151d6011" providerId="LiveId" clId="{76C9737C-B059-48B6-BEFE-C93AB912966E}" dt="2021-10-26T02:50:50.123" v="2144" actId="6549"/>
        <pc:sldMkLst>
          <pc:docMk/>
          <pc:sldMk cId="3872077112" sldId="307"/>
        </pc:sldMkLst>
        <pc:spChg chg="mod">
          <ac:chgData name="Lisa Bock" userId="1f2a7945151d6011" providerId="LiveId" clId="{76C9737C-B059-48B6-BEFE-C93AB912966E}" dt="2021-10-25T14:49:11.658" v="534"/>
          <ac:spMkLst>
            <pc:docMk/>
            <pc:sldMk cId="3872077112" sldId="307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2:50:50.123" v="2144" actId="6549"/>
          <ac:spMkLst>
            <pc:docMk/>
            <pc:sldMk cId="3872077112" sldId="307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76C9737C-B059-48B6-BEFE-C93AB912966E}" dt="2021-10-26T02:48:35.002" v="2121" actId="20577"/>
        <pc:sldMkLst>
          <pc:docMk/>
          <pc:sldMk cId="4151064921" sldId="308"/>
        </pc:sldMkLst>
        <pc:spChg chg="mod">
          <ac:chgData name="Lisa Bock" userId="1f2a7945151d6011" providerId="LiveId" clId="{76C9737C-B059-48B6-BEFE-C93AB912966E}" dt="2021-10-25T14:48:56.553" v="531"/>
          <ac:spMkLst>
            <pc:docMk/>
            <pc:sldMk cId="4151064921" sldId="308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6T02:48:35.002" v="2121" actId="20577"/>
          <ac:spMkLst>
            <pc:docMk/>
            <pc:sldMk cId="4151064921" sldId="308"/>
            <ac:spMk id="3" creationId="{D265882B-10E2-446D-A76D-9CAE7BFA8BE6}"/>
          </ac:spMkLst>
        </pc:spChg>
      </pc:sldChg>
      <pc:sldChg chg="modSp add mod">
        <pc:chgData name="Lisa Bock" userId="1f2a7945151d6011" providerId="LiveId" clId="{76C9737C-B059-48B6-BEFE-C93AB912966E}" dt="2021-10-25T15:10:46.655" v="810" actId="6549"/>
        <pc:sldMkLst>
          <pc:docMk/>
          <pc:sldMk cId="3341163220" sldId="309"/>
        </pc:sldMkLst>
        <pc:spChg chg="mod">
          <ac:chgData name="Lisa Bock" userId="1f2a7945151d6011" providerId="LiveId" clId="{76C9737C-B059-48B6-BEFE-C93AB912966E}" dt="2021-10-25T15:10:46.655" v="810" actId="6549"/>
          <ac:spMkLst>
            <pc:docMk/>
            <pc:sldMk cId="3341163220" sldId="309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15:08:56.682" v="787" actId="20577"/>
          <ac:spMkLst>
            <pc:docMk/>
            <pc:sldMk cId="3341163220" sldId="309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76C9737C-B059-48B6-BEFE-C93AB912966E}" dt="2021-10-25T15:05:02.263" v="727" actId="2696"/>
        <pc:sldMkLst>
          <pc:docMk/>
          <pc:sldMk cId="1281678901" sldId="310"/>
        </pc:sldMkLst>
        <pc:spChg chg="mod">
          <ac:chgData name="Lisa Bock" userId="1f2a7945151d6011" providerId="LiveId" clId="{76C9737C-B059-48B6-BEFE-C93AB912966E}" dt="2021-10-25T15:00:24.914" v="659" actId="20577"/>
          <ac:spMkLst>
            <pc:docMk/>
            <pc:sldMk cId="1281678901" sldId="310"/>
            <ac:spMk id="2" creationId="{A92B708E-4083-4962-9240-C5792BEC3394}"/>
          </ac:spMkLst>
        </pc:spChg>
        <pc:spChg chg="mod">
          <ac:chgData name="Lisa Bock" userId="1f2a7945151d6011" providerId="LiveId" clId="{76C9737C-B059-48B6-BEFE-C93AB912966E}" dt="2021-10-25T15:02:39.947" v="686" actId="21"/>
          <ac:spMkLst>
            <pc:docMk/>
            <pc:sldMk cId="1281678901" sldId="310"/>
            <ac:spMk id="3" creationId="{D265882B-10E2-446D-A76D-9CAE7BFA8BE6}"/>
          </ac:spMkLst>
        </pc:spChg>
      </pc:sldChg>
      <pc:sldChg chg="add">
        <pc:chgData name="Lisa Bock" userId="1f2a7945151d6011" providerId="LiveId" clId="{76C9737C-B059-48B6-BEFE-C93AB912966E}" dt="2021-10-26T02:25:00.495" v="1761"/>
        <pc:sldMkLst>
          <pc:docMk/>
          <pc:sldMk cId="3038963035" sldId="310"/>
        </pc:sldMkLst>
      </pc:sldChg>
      <pc:sldChg chg="add">
        <pc:chgData name="Lisa Bock" userId="1f2a7945151d6011" providerId="LiveId" clId="{76C9737C-B059-48B6-BEFE-C93AB912966E}" dt="2021-10-26T02:25:00.495" v="1761"/>
        <pc:sldMkLst>
          <pc:docMk/>
          <pc:sldMk cId="3323517724" sldId="311"/>
        </pc:sldMkLst>
      </pc:sldChg>
      <pc:sldChg chg="add">
        <pc:chgData name="Lisa Bock" userId="1f2a7945151d6011" providerId="LiveId" clId="{76C9737C-B059-48B6-BEFE-C93AB912966E}" dt="2021-10-26T02:58:46.934" v="2147"/>
        <pc:sldMkLst>
          <pc:docMk/>
          <pc:sldMk cId="2973636008" sldId="312"/>
        </pc:sldMkLst>
      </pc:sldChg>
    </pc:docChg>
  </pc:docChgLst>
  <pc:docChgLst>
    <pc:chgData name="Danielle Andries" userId="93d179e4-3c18-40f7-920e-ae80b202540d" providerId="ADAL" clId="{D85BAAAA-3D3B-4BDB-9633-FEF56FC0C62D}"/>
    <pc:docChg chg="delSld modSld sldOrd">
      <pc:chgData name="Danielle Andries" userId="93d179e4-3c18-40f7-920e-ae80b202540d" providerId="ADAL" clId="{D85BAAAA-3D3B-4BDB-9633-FEF56FC0C62D}" dt="2021-10-13T14:31:19.707" v="129" actId="20577"/>
      <pc:docMkLst>
        <pc:docMk/>
      </pc:docMkLst>
      <pc:sldChg chg="modSp mod">
        <pc:chgData name="Danielle Andries" userId="93d179e4-3c18-40f7-920e-ae80b202540d" providerId="ADAL" clId="{D85BAAAA-3D3B-4BDB-9633-FEF56FC0C62D}" dt="2021-10-13T14:29:16.116" v="31"/>
        <pc:sldMkLst>
          <pc:docMk/>
          <pc:sldMk cId="3676537154" sldId="256"/>
        </pc:sldMkLst>
        <pc:spChg chg="mod">
          <ac:chgData name="Danielle Andries" userId="93d179e4-3c18-40f7-920e-ae80b202540d" providerId="ADAL" clId="{D85BAAAA-3D3B-4BDB-9633-FEF56FC0C62D}" dt="2021-10-13T14:29:16.116" v="31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D85BAAAA-3D3B-4BDB-9633-FEF56FC0C62D}" dt="2021-10-13T14:29:04.273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D85BAAAA-3D3B-4BDB-9633-FEF56FC0C62D}" dt="2021-10-13T14:29:04.273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D85BAAAA-3D3B-4BDB-9633-FEF56FC0C62D}" dt="2021-10-13T14:27:37.372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D85BAAAA-3D3B-4BDB-9633-FEF56FC0C62D}" dt="2021-10-13T14:29:51.579" v="62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D85BAAAA-3D3B-4BDB-9633-FEF56FC0C62D}" dt="2021-10-13T14:29:32.453" v="59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D85BAAAA-3D3B-4BDB-9633-FEF56FC0C62D}" dt="2021-10-13T14:29:51.579" v="62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D85BAAAA-3D3B-4BDB-9633-FEF56FC0C62D}" dt="2021-10-13T14:29:49.609" v="61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D85BAAAA-3D3B-4BDB-9633-FEF56FC0C62D}" dt="2021-10-13T14:30:18.488" v="87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D85BAAAA-3D3B-4BDB-9633-FEF56FC0C62D}" dt="2021-10-13T14:30:18.488" v="87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D85BAAAA-3D3B-4BDB-9633-FEF56FC0C62D}" dt="2021-10-13T14:30:06.679" v="67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D85BAAAA-3D3B-4BDB-9633-FEF56FC0C62D}" dt="2021-10-13T14:30:04.845" v="65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D85BAAAA-3D3B-4BDB-9633-FEF56FC0C62D}" dt="2021-10-13T14:31:19.707" v="12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D85BAAAA-3D3B-4BDB-9633-FEF56FC0C62D}" dt="2021-10-13T14:31:19.707" v="12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">
        <pc:chgData name="Danielle Andries" userId="93d179e4-3c18-40f7-920e-ae80b202540d" providerId="ADAL" clId="{D85BAAAA-3D3B-4BDB-9633-FEF56FC0C62D}" dt="2021-10-13T14:31:15.928" v="127"/>
        <pc:sldMkLst>
          <pc:docMk/>
          <pc:sldMk cId="3073644457" sldId="284"/>
        </pc:sldMkLst>
        <pc:spChg chg="mod">
          <ac:chgData name="Danielle Andries" userId="93d179e4-3c18-40f7-920e-ae80b202540d" providerId="ADAL" clId="{D85BAAAA-3D3B-4BDB-9633-FEF56FC0C62D}" dt="2021-10-13T14:31:15.928" v="127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D85BAAAA-3D3B-4BDB-9633-FEF56FC0C62D}" dt="2021-10-13T14:30:52.656" v="126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D85BAAAA-3D3B-4BDB-9633-FEF56FC0C62D}" dt="2021-10-13T14:30:52.656" v="126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D85BAAAA-3D3B-4BDB-9633-FEF56FC0C62D}" dt="2021-10-13T14:30:37.933" v="93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D85BAAAA-3D3B-4BDB-9633-FEF56FC0C62D}" dt="2021-10-13T14:30:36.328" v="91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del">
        <pc:chgData name="Danielle Andries" userId="93d179e4-3c18-40f7-920e-ae80b202540d" providerId="ADAL" clId="{D85BAAAA-3D3B-4BDB-9633-FEF56FC0C62D}" dt="2021-10-13T14:30:02.514" v="63" actId="47"/>
        <pc:sldMkLst>
          <pc:docMk/>
          <pc:sldMk cId="374999572" sldId="290"/>
        </pc:sldMkLst>
      </pc:sldChg>
    </pc:docChg>
  </pc:docChgLst>
  <pc:docChgLst>
    <pc:chgData name="Danielle Andries" userId="93d179e4-3c18-40f7-920e-ae80b202540d" providerId="ADAL" clId="{5B7BBA0C-FA7B-45F9-9661-F907925E5DF7}"/>
    <pc:docChg chg="undo custSel addSld delSld modSld">
      <pc:chgData name="Danielle Andries" userId="93d179e4-3c18-40f7-920e-ae80b202540d" providerId="ADAL" clId="{5B7BBA0C-FA7B-45F9-9661-F907925E5DF7}" dt="2021-10-13T14:00:56.913" v="151"/>
      <pc:docMkLst>
        <pc:docMk/>
      </pc:docMkLst>
      <pc:sldChg chg="modSp mod">
        <pc:chgData name="Danielle Andries" userId="93d179e4-3c18-40f7-920e-ae80b202540d" providerId="ADAL" clId="{5B7BBA0C-FA7B-45F9-9661-F907925E5DF7}" dt="2021-10-13T13:57:50.436" v="62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5B7BBA0C-FA7B-45F9-9661-F907925E5DF7}" dt="2021-10-13T13:57:50.436" v="62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5B7BBA0C-FA7B-45F9-9661-F907925E5DF7}" dt="2021-10-13T13:56:13.375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5B7BBA0C-FA7B-45F9-9661-F907925E5DF7}" dt="2021-10-13T13:56:13.375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5B7BBA0C-FA7B-45F9-9661-F907925E5DF7}" dt="2021-10-13T13:56:02.604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5B7BBA0C-FA7B-45F9-9661-F907925E5DF7}" dt="2021-10-13T13:57:30.425" v="61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5B7BBA0C-FA7B-45F9-9661-F907925E5DF7}" dt="2021-10-13T13:57:30.425" v="61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5B7BBA0C-FA7B-45F9-9661-F907925E5DF7}" dt="2021-10-13T13:57:18.999" v="32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5B7BBA0C-FA7B-45F9-9661-F907925E5DF7}" dt="2021-10-13T13:57:20.978" v="34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5B7BBA0C-FA7B-45F9-9661-F907925E5DF7}" dt="2021-10-13T13:58:17.166" v="102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5B7BBA0C-FA7B-45F9-9661-F907925E5DF7}" dt="2021-10-13T13:58:17.166" v="102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5B7BBA0C-FA7B-45F9-9661-F907925E5DF7}" dt="2021-10-13T13:58:06.700" v="6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5B7BBA0C-FA7B-45F9-9661-F907925E5DF7}" dt="2021-10-13T13:58:05.099" v="6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5B7BBA0C-FA7B-45F9-9661-F907925E5DF7}" dt="2021-10-13T13:59:19.397" v="147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5B7BBA0C-FA7B-45F9-9661-F907925E5DF7}" dt="2021-10-13T13:59:19.397" v="147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add mod">
        <pc:chgData name="Danielle Andries" userId="93d179e4-3c18-40f7-920e-ae80b202540d" providerId="ADAL" clId="{5B7BBA0C-FA7B-45F9-9661-F907925E5DF7}" dt="2021-10-13T14:00:56.913" v="151"/>
        <pc:sldMkLst>
          <pc:docMk/>
          <pc:sldMk cId="3073644457" sldId="284"/>
        </pc:sldMkLst>
        <pc:spChg chg="mod">
          <ac:chgData name="Danielle Andries" userId="93d179e4-3c18-40f7-920e-ae80b202540d" providerId="ADAL" clId="{5B7BBA0C-FA7B-45F9-9661-F907925E5DF7}" dt="2021-10-13T14:00:56.913" v="151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5B7BBA0C-FA7B-45F9-9661-F907925E5DF7}" dt="2021-10-13T13:58:42.026" v="145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5B7BBA0C-FA7B-45F9-9661-F907925E5DF7}" dt="2021-10-13T13:58:42.026" v="145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5B7BBA0C-FA7B-45F9-9661-F907925E5DF7}" dt="2021-10-13T13:58:29.309" v="10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5B7BBA0C-FA7B-45F9-9661-F907925E5DF7}" dt="2021-10-13T13:58:26.068" v="10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new del">
        <pc:chgData name="Danielle Andries" userId="93d179e4-3c18-40f7-920e-ae80b202540d" providerId="ADAL" clId="{5B7BBA0C-FA7B-45F9-9661-F907925E5DF7}" dt="2021-10-13T14:00:05.871" v="149" actId="680"/>
        <pc:sldMkLst>
          <pc:docMk/>
          <pc:sldMk cId="3803415604" sldId="290"/>
        </pc:sldMkLst>
      </pc:sldChg>
    </pc:docChg>
  </pc:docChgLst>
  <pc:docChgLst>
    <pc:chgData name="Danielle Andries" userId="93d179e4-3c18-40f7-920e-ae80b202540d" providerId="ADAL" clId="{B46025A7-E589-4F58-9204-C95A9366FAF8}"/>
    <pc:docChg chg="undo custSel addSld modSld sldOrd">
      <pc:chgData name="Danielle Andries" userId="93d179e4-3c18-40f7-920e-ae80b202540d" providerId="ADAL" clId="{B46025A7-E589-4F58-9204-C95A9366FAF8}" dt="2021-10-13T14:10:00.625" v="169" actId="20577"/>
      <pc:docMkLst>
        <pc:docMk/>
      </pc:docMkLst>
      <pc:sldChg chg="modSp mod">
        <pc:chgData name="Danielle Andries" userId="93d179e4-3c18-40f7-920e-ae80b202540d" providerId="ADAL" clId="{B46025A7-E589-4F58-9204-C95A9366FAF8}" dt="2021-10-13T14:09:14.124" v="164" actId="27636"/>
        <pc:sldMkLst>
          <pc:docMk/>
          <pc:sldMk cId="3676537154" sldId="256"/>
        </pc:sldMkLst>
        <pc:spChg chg="mod">
          <ac:chgData name="Danielle Andries" userId="93d179e4-3c18-40f7-920e-ae80b202540d" providerId="ADAL" clId="{B46025A7-E589-4F58-9204-C95A9366FAF8}" dt="2021-10-13T14:09:14.124" v="164" actId="27636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B46025A7-E589-4F58-9204-C95A9366FAF8}" dt="2021-10-13T14:05:32.559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B46025A7-E589-4F58-9204-C95A9366FAF8}" dt="2021-10-13T14:05:32.559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B46025A7-E589-4F58-9204-C95A9366FAF8}" dt="2021-10-13T14:05:20.78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B46025A7-E589-4F58-9204-C95A9366FAF8}" dt="2021-10-13T14:06:36.244" v="70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B46025A7-E589-4F58-9204-C95A9366FAF8}" dt="2021-10-13T14:06:36.244" v="70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B46025A7-E589-4F58-9204-C95A9366FAF8}" dt="2021-10-13T14:05:57.012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B46025A7-E589-4F58-9204-C95A9366FAF8}" dt="2021-10-13T14:05:55.472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B46025A7-E589-4F58-9204-C95A9366FAF8}" dt="2021-10-13T14:07:23.644" v="9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B46025A7-E589-4F58-9204-C95A9366FAF8}" dt="2021-10-13T14:07:23.644" v="9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B46025A7-E589-4F58-9204-C95A9366FAF8}" dt="2021-10-13T14:07:14.749" v="7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B46025A7-E589-4F58-9204-C95A9366FAF8}" dt="2021-10-13T14:07:13.157" v="7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B46025A7-E589-4F58-9204-C95A9366FAF8}" dt="2021-10-13T14:10:00.625" v="16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B46025A7-E589-4F58-9204-C95A9366FAF8}" dt="2021-10-13T14:10:00.625" v="16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 modNotes">
        <pc:chgData name="Danielle Andries" userId="93d179e4-3c18-40f7-920e-ae80b202540d" providerId="ADAL" clId="{B46025A7-E589-4F58-9204-C95A9366FAF8}" dt="2021-10-13T14:09:45.599" v="167"/>
        <pc:sldMkLst>
          <pc:docMk/>
          <pc:sldMk cId="3073644457" sldId="284"/>
        </pc:sldMkLst>
        <pc:spChg chg="mod">
          <ac:chgData name="Danielle Andries" userId="93d179e4-3c18-40f7-920e-ae80b202540d" providerId="ADAL" clId="{B46025A7-E589-4F58-9204-C95A9366FAF8}" dt="2021-10-13T14:09:45.599" v="167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B46025A7-E589-4F58-9204-C95A9366FAF8}" dt="2021-10-13T14:07:44.196" v="134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B46025A7-E589-4F58-9204-C95A9366FAF8}" dt="2021-10-13T14:07:44.196" v="134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7:36.699" v="102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B46025A7-E589-4F58-9204-C95A9366FAF8}" dt="2021-10-13T14:07:34.722" v="10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B46025A7-E589-4F58-9204-C95A9366FAF8}" dt="2021-10-13T14:08:36.841" v="157" actId="20577"/>
        <pc:sldMkLst>
          <pc:docMk/>
          <pc:sldMk cId="3790744140" sldId="290"/>
        </pc:sldMkLst>
        <pc:spChg chg="mod">
          <ac:chgData name="Danielle Andries" userId="93d179e4-3c18-40f7-920e-ae80b202540d" providerId="ADAL" clId="{B46025A7-E589-4F58-9204-C95A9366FAF8}" dt="2021-10-13T14:08:36.841" v="157" actId="20577"/>
          <ac:spMkLst>
            <pc:docMk/>
            <pc:sldMk cId="3790744140" sldId="290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8:29.446" v="141" actId="20577"/>
          <ac:spMkLst>
            <pc:docMk/>
            <pc:sldMk cId="3790744140" sldId="290"/>
            <ac:spMk id="3" creationId="{1F39D58A-425E-4AFF-8B6F-6914EE1DDCD9}"/>
          </ac:spMkLst>
        </pc:spChg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4261538642" sldId="291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554463169" sldId="292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750369082" sldId="293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745962525" sldId="294"/>
        </pc:sldMkLst>
      </pc:sldChg>
    </pc:docChg>
  </pc:docChgLst>
  <pc:docChgLst>
    <pc:chgData name="Danielle Andries" userId="93d179e4-3c18-40f7-920e-ae80b202540d" providerId="ADAL" clId="{7B049343-B7AB-4F32-BDAE-F822FBED966C}"/>
    <pc:docChg chg="custSel addSld delSld modSld">
      <pc:chgData name="Danielle Andries" userId="93d179e4-3c18-40f7-920e-ae80b202540d" providerId="ADAL" clId="{7B049343-B7AB-4F32-BDAE-F822FBED966C}" dt="2021-10-13T13:54:53.477" v="182" actId="2696"/>
      <pc:docMkLst>
        <pc:docMk/>
      </pc:docMkLst>
      <pc:sldChg chg="modSp mod">
        <pc:chgData name="Danielle Andries" userId="93d179e4-3c18-40f7-920e-ae80b202540d" providerId="ADAL" clId="{7B049343-B7AB-4F32-BDAE-F822FBED966C}" dt="2021-10-13T13:53:48.124" v="110"/>
        <pc:sldMkLst>
          <pc:docMk/>
          <pc:sldMk cId="3676537154" sldId="256"/>
        </pc:sldMkLst>
        <pc:spChg chg="mod">
          <ac:chgData name="Danielle Andries" userId="93d179e4-3c18-40f7-920e-ae80b202540d" providerId="ADAL" clId="{7B049343-B7AB-4F32-BDAE-F822FBED966C}" dt="2021-10-13T13:53:48.124" v="110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7B049343-B7AB-4F32-BDAE-F822FBED966C}" dt="2021-10-13T13:51:36.230" v="2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7B049343-B7AB-4F32-BDAE-F822FBED966C}" dt="2021-10-13T13:51:36.230" v="2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7B049343-B7AB-4F32-BDAE-F822FBED966C}" dt="2021-10-13T13:51:20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7B049343-B7AB-4F32-BDAE-F822FBED966C}" dt="2021-10-13T13:51:54.383" v="68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7B049343-B7AB-4F32-BDAE-F822FBED966C}" dt="2021-10-13T13:51:54.383" v="68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7B049343-B7AB-4F32-BDAE-F822FBED966C}" dt="2021-10-13T13:51:43.268" v="27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7B049343-B7AB-4F32-BDAE-F822FBED966C}" dt="2021-10-13T13:51:45.838" v="2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7B049343-B7AB-4F32-BDAE-F822FBED966C}" dt="2021-10-13T13:52:25.678" v="10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7B049343-B7AB-4F32-BDAE-F822FBED966C}" dt="2021-10-13T13:52:25.678" v="10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7B049343-B7AB-4F32-BDAE-F822FBED966C}" dt="2021-10-13T13:52:18.157" v="74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7B049343-B7AB-4F32-BDAE-F822FBED966C}" dt="2021-10-13T13:52:16.540" v="72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del">
        <pc:chgData name="Danielle Andries" userId="93d179e4-3c18-40f7-920e-ae80b202540d" providerId="ADAL" clId="{7B049343-B7AB-4F32-BDAE-F822FBED966C}" dt="2021-10-13T13:54:53.477" v="182" actId="2696"/>
        <pc:sldMkLst>
          <pc:docMk/>
          <pc:sldMk cId="3073644457" sldId="284"/>
        </pc:sldMkLst>
      </pc:sldChg>
      <pc:sldChg chg="modSp new mod">
        <pc:chgData name="Danielle Andries" userId="93d179e4-3c18-40f7-920e-ae80b202540d" providerId="ADAL" clId="{7B049343-B7AB-4F32-BDAE-F822FBED966C}" dt="2021-10-13T13:54:31.558" v="179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7B049343-B7AB-4F32-BDAE-F822FBED966C}" dt="2021-10-13T13:54:31.558" v="179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7B049343-B7AB-4F32-BDAE-F822FBED966C}" dt="2021-10-13T13:54:22.668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7B049343-B7AB-4F32-BDAE-F822FBED966C}" dt="2021-10-13T13:54:16.828" v="12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685463285" sldId="286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2554177378" sldId="287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1567903217" sldId="288"/>
        </pc:sldMkLst>
      </pc:sldChg>
      <pc:sldChg chg="add">
        <pc:chgData name="Danielle Andries" userId="93d179e4-3c18-40f7-920e-ae80b202540d" providerId="ADAL" clId="{7B049343-B7AB-4F32-BDAE-F822FBED966C}" dt="2021-10-13T13:54:40.371" v="181"/>
        <pc:sldMkLst>
          <pc:docMk/>
          <pc:sldMk cId="3965838131" sldId="289"/>
        </pc:sldMkLst>
      </pc:sldChg>
    </pc:docChg>
  </pc:docChgLst>
  <pc:docChgLst>
    <pc:chgData name="Danielle Andries" userId="93d179e4-3c18-40f7-920e-ae80b202540d" providerId="ADAL" clId="{0AE0570B-3A0F-4679-85D7-9CCA50ACDD19}"/>
    <pc:docChg chg="delSld">
      <pc:chgData name="Danielle Andries" userId="93d179e4-3c18-40f7-920e-ae80b202540d" providerId="ADAL" clId="{0AE0570B-3A0F-4679-85D7-9CCA50ACDD19}" dt="2022-10-19T21:47:42.640" v="0" actId="47"/>
      <pc:docMkLst>
        <pc:docMk/>
      </pc:docMkLst>
      <pc:sldChg chg="del">
        <pc:chgData name="Danielle Andries" userId="93d179e4-3c18-40f7-920e-ae80b202540d" providerId="ADAL" clId="{0AE0570B-3A0F-4679-85D7-9CCA50ACDD19}" dt="2022-10-19T21:47:42.640" v="0" actId="47"/>
        <pc:sldMkLst>
          <pc:docMk/>
          <pc:sldMk cId="3073644457" sldId="28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ntest-hub.com/PDF/EXAMPLE-Penetration_Testing_Report_v.1.0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offensive-security.com/reports/sample-penetration-testing-report.pdf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src.nist.gov/publications/detail/sp/800-30/rev-1/final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nvlpubs.nist.gov/nistpubs/Legacy/SP/nistspecialpublication800-30r1.pdf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cisecuritystandards.org/documents/Penetration_Testing_Guidance_March_2015.pdf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As appropriate throughout this lesson, discuss the following: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Show the NIST document: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Technical Guide to Information Security Testing and Assessment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Section 8.2 Reporting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Show sample reports:</a:t>
            </a:r>
          </a:p>
          <a:p>
            <a:pPr algn="l"/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https://www.pentest-hub.com/PDF/EXAMPLE-Penetration_Testing_Report_v.1.0.pdf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4"/>
              </a:rPr>
              <a:t>https://www.offensive-security.com/reports/sample-penetration-testing-report.pdf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923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Ask students who are experienced if they have any stories they can share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If no one comes forward, be prepared with your own stories and sample reports or dummy reports.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32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Ask students who are experienced if they have any stories they can share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If no one comes forward, be prepared with your own stories and sample reports or dummy reports.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431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with students how to quantify a client’s risk appetite.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Also visit: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https://csrc.nist.gov/publications/detail/sp/800-30/rev-1/final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(PDF for download:)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4"/>
              </a:rPr>
              <a:t>https://nvlpubs.nist.gov/nistpubs/Legacy/SP/nistspecialpublication800-30r1.pdf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70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Recommend to visit: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https://www.pcisecuritystandards.org/documents/Penetration_Testing_Guidance_March_2015.pdf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Recommend students review Chapter 5.3.2 which discusses Evidence Retention and Security.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287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52816" y="131860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97095" y="131521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PenTest+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Summarizing Report 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23" y="1066518"/>
            <a:ext cx="7981244" cy="1080000"/>
          </a:xfrm>
        </p:spPr>
        <p:txBody>
          <a:bodyPr/>
          <a:lstStyle/>
          <a:p>
            <a:r>
              <a:rPr lang="en-US" dirty="0"/>
              <a:t>Lesson 18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PenTest+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59"/>
            <a:ext cx="8870950" cy="4337605"/>
          </a:xfrm>
        </p:spPr>
        <p:txBody>
          <a:bodyPr>
            <a:normAutofit/>
          </a:bodyPr>
          <a:lstStyle/>
          <a:p>
            <a:r>
              <a:rPr lang="en-US" dirty="0"/>
              <a:t>Compare and contrast the important components of written reports.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Identify Report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18A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Report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the important considerations when you are creating a PenTest report is to determine the target audience. </a:t>
            </a:r>
          </a:p>
          <a:p>
            <a:r>
              <a:rPr lang="en-US" dirty="0"/>
              <a:t>Different engagements will have different sets of stakeholders from the organization whose information systems are being tested.</a:t>
            </a:r>
          </a:p>
          <a:p>
            <a:r>
              <a:rPr lang="en-US" dirty="0"/>
              <a:t>The stakeholders can include:</a:t>
            </a:r>
          </a:p>
          <a:p>
            <a:pPr lvl="1"/>
            <a:r>
              <a:rPr lang="en-US" dirty="0"/>
              <a:t>Upper-level managers, IT management and personnel</a:t>
            </a:r>
          </a:p>
          <a:p>
            <a:pPr lvl="1"/>
            <a:r>
              <a:rPr lang="en-US" dirty="0"/>
              <a:t>The client's security or IT team along with consultants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Providing Details to the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C-Suite</a:t>
            </a:r>
            <a:r>
              <a:rPr lang="en-US" dirty="0"/>
              <a:t> - top-level management personnel, i.e., CEO and CTO who are responsible for making decisions based on the results.</a:t>
            </a:r>
          </a:p>
          <a:p>
            <a:r>
              <a:rPr lang="en-US" b="1" dirty="0"/>
              <a:t>Third-Party Stakeholders </a:t>
            </a:r>
            <a:r>
              <a:rPr lang="en-US" dirty="0"/>
              <a:t>- not directly involved with the PenTest </a:t>
            </a:r>
          </a:p>
          <a:p>
            <a:pPr lvl="1"/>
            <a:r>
              <a:rPr lang="en-US" dirty="0"/>
              <a:t>May still be involved in a process related to the PenTest report. </a:t>
            </a:r>
          </a:p>
          <a:p>
            <a:pPr lvl="1"/>
            <a:r>
              <a:rPr lang="en-US" dirty="0"/>
              <a:t>Providers, investors, regulators, and similar entities.</a:t>
            </a:r>
          </a:p>
          <a:p>
            <a:r>
              <a:rPr lang="en-US" b="1" dirty="0"/>
              <a:t>Technical Staff </a:t>
            </a:r>
            <a:r>
              <a:rPr lang="en-US" dirty="0"/>
              <a:t>- personnel that maintains the systems</a:t>
            </a:r>
          </a:p>
          <a:p>
            <a:r>
              <a:rPr lang="en-US" b="1" dirty="0"/>
              <a:t>Developers</a:t>
            </a:r>
            <a:r>
              <a:rPr lang="en-US" dirty="0"/>
              <a:t> - personnel responsible for creating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163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Explain the importance of identifying the report audience when preparing the PenTest report</a:t>
            </a:r>
          </a:p>
          <a:p>
            <a:r>
              <a:rPr lang="en-US" dirty="0"/>
              <a:t>List some of the stakeholders involved in a PenTest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Report Audience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List Report 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18B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executive summary is a high-level and concise overview of the penetration test, its findings, and their impact. </a:t>
            </a:r>
          </a:p>
          <a:p>
            <a:pPr lvl="1"/>
            <a:r>
              <a:rPr lang="en-US" dirty="0"/>
              <a:t>It can range from two paragraph to two pages, depending on the client’s objective, the industry, the size of the organization, and other factors.</a:t>
            </a:r>
          </a:p>
          <a:p>
            <a:r>
              <a:rPr lang="en-US" dirty="0"/>
              <a:t>Provides a summary of the process and results: </a:t>
            </a:r>
          </a:p>
          <a:p>
            <a:pPr lvl="1"/>
            <a:r>
              <a:rPr lang="en-US" dirty="0"/>
              <a:t>Brief and simple explanation of the procedure, notable findings expressed in a non-technical manner, and some of their implications.</a:t>
            </a:r>
          </a:p>
          <a:p>
            <a:r>
              <a:rPr lang="en-US" dirty="0"/>
              <a:t>It is recommended to end with a conclusion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Outlining the Scope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Details the scope that was defined for the activity during the pre-engagement phase. </a:t>
            </a:r>
          </a:p>
          <a:p>
            <a:pPr lvl="1"/>
            <a:r>
              <a:rPr lang="en-US" dirty="0"/>
              <a:t>Includes any deviation from the original scope that were requested by the client, or unexpected events that changed the course of action.</a:t>
            </a:r>
          </a:p>
          <a:p>
            <a:r>
              <a:rPr lang="en-US" dirty="0"/>
              <a:t>This section is a formality, as the client should already be fully aware of the original scope and any deviations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Stepping through the 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Methodology is a high-level description of the standards or framework that were followed to conduct the penetration test.</a:t>
            </a:r>
          </a:p>
          <a:p>
            <a:r>
              <a:rPr lang="en-US" dirty="0"/>
              <a:t>Outlines the activities performed, usually in a generic manner</a:t>
            </a:r>
          </a:p>
          <a:p>
            <a:r>
              <a:rPr lang="en-US" dirty="0"/>
              <a:t>The team might mention some additional details:</a:t>
            </a:r>
          </a:p>
          <a:p>
            <a:pPr lvl="1"/>
            <a:r>
              <a:rPr lang="en-US" dirty="0"/>
              <a:t>What is being targeted on each portion of the testing, and what tools, techniques, and procedures were used for each.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Detailing the Attack Narrative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attack narrative is a detailed explanation of the steps taken while performing the activities.</a:t>
            </a:r>
          </a:p>
          <a:p>
            <a:r>
              <a:rPr lang="en-US" dirty="0"/>
              <a:t>Guides the reader through the process performed by the team</a:t>
            </a:r>
          </a:p>
          <a:p>
            <a:pPr lvl="1"/>
            <a:r>
              <a:rPr lang="en-US" dirty="0"/>
              <a:t>It should show correlation between the methodology that was mentioned, and the activities performed.</a:t>
            </a:r>
          </a:p>
          <a:p>
            <a:r>
              <a:rPr lang="en-US" dirty="0"/>
              <a:t>In cases where an event occurred that modified the scope, the attack narrative would mention this and show what followed. </a:t>
            </a:r>
          </a:p>
          <a:p>
            <a:pPr lvl="1"/>
            <a:r>
              <a:rPr lang="en-US" dirty="0"/>
              <a:t>It will commonly express, in detail, about paths and whether exploits were successful, while only briefly talking about the rest.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63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Listing the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section shows the issues that were identified during the activity. Often presented with a table that identifies:</a:t>
            </a:r>
          </a:p>
          <a:p>
            <a:pPr lvl="1"/>
            <a:r>
              <a:rPr lang="en-US" dirty="0"/>
              <a:t>The vulnerability, the threat level, the risk rating</a:t>
            </a:r>
          </a:p>
          <a:p>
            <a:pPr lvl="1"/>
            <a:r>
              <a:rPr lang="en-US" dirty="0"/>
              <a:t>Whether the vulnerability was able to be exploited.</a:t>
            </a:r>
          </a:p>
          <a:p>
            <a:r>
              <a:rPr lang="en-US" dirty="0"/>
              <a:t>When tailoring the report to the client’s objective and risk appetite: </a:t>
            </a:r>
          </a:p>
          <a:p>
            <a:pPr lvl="1"/>
            <a:r>
              <a:rPr lang="en-US" dirty="0"/>
              <a:t>Consider elements such as critical vulnerabilities, attack vectors successfully exploited, and other results.</a:t>
            </a:r>
          </a:p>
          <a:p>
            <a:r>
              <a:rPr lang="en-US" dirty="0"/>
              <a:t>This section should include steps that can be independently repeated so the findings can be validated.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065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Risk Appetite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appetite refers to the amount and type of potential threats and  vulnerabilities the organization is willing to tolerate and endure. </a:t>
            </a:r>
          </a:p>
          <a:p>
            <a:r>
              <a:rPr lang="en-US" dirty="0"/>
              <a:t>The key stakeholders need to determine their risk appetite by answering questions such as:</a:t>
            </a:r>
          </a:p>
          <a:p>
            <a:pPr lvl="1"/>
            <a:r>
              <a:rPr lang="en-US" dirty="0"/>
              <a:t>What losses would be catastrophic to the organization?</a:t>
            </a:r>
          </a:p>
          <a:p>
            <a:pPr lvl="1"/>
            <a:r>
              <a:rPr lang="en-US" dirty="0"/>
              <a:t>What processes, technology, or other assets can be unavailable and still enable the organization to function and for how long?</a:t>
            </a:r>
          </a:p>
          <a:p>
            <a:r>
              <a:rPr lang="en-US" dirty="0"/>
              <a:t>Your PenTest report should account for the client's risk appetite.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264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Rating (Reference Framework)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rating is the process of assigning quantitative values to the identified risks. </a:t>
            </a:r>
          </a:p>
          <a:p>
            <a:pPr lvl="1"/>
            <a:r>
              <a:rPr lang="en-US" dirty="0"/>
              <a:t>Usually done by following a </a:t>
            </a:r>
            <a:r>
              <a:rPr lang="en-US" i="1" dirty="0"/>
              <a:t>reference framework</a:t>
            </a:r>
            <a:r>
              <a:rPr lang="en-US" dirty="0"/>
              <a:t>, which is a method to consistently rate findings.</a:t>
            </a:r>
          </a:p>
          <a:p>
            <a:r>
              <a:rPr lang="en-US" dirty="0"/>
              <a:t>To achieve consistency, relevant elements need to be considered, </a:t>
            </a:r>
          </a:p>
          <a:p>
            <a:pPr lvl="1"/>
            <a:r>
              <a:rPr lang="en-US" dirty="0"/>
              <a:t>Exploit ability and the location where the vulnerability is located. </a:t>
            </a:r>
          </a:p>
          <a:p>
            <a:r>
              <a:rPr lang="en-US" dirty="0"/>
              <a:t>There are established systems that can further enhance risk ratings, </a:t>
            </a:r>
          </a:p>
          <a:p>
            <a:pPr lvl="1"/>
            <a:r>
              <a:rPr lang="en-US" dirty="0"/>
              <a:t>CVSS, as well as cybersecurity frameworks such as NIST CSF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333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Prioritizing Risk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prioritization is the process of adjusting the final rating of vulnerabilities to the client needs.</a:t>
            </a:r>
          </a:p>
          <a:p>
            <a:r>
              <a:rPr lang="en-US" dirty="0"/>
              <a:t>Depending on their industry and other factors, you and the client need to work together to prioritize the results of your testing. </a:t>
            </a:r>
          </a:p>
          <a:p>
            <a:r>
              <a:rPr lang="en-US" dirty="0"/>
              <a:t>You may need to consider items that include:</a:t>
            </a:r>
          </a:p>
          <a:p>
            <a:pPr lvl="1"/>
            <a:r>
              <a:rPr lang="en-US" dirty="0"/>
              <a:t>PII and PHI in addition to other factors such as network accessibility, building accessibility, and the like.</a:t>
            </a:r>
          </a:p>
          <a:p>
            <a:r>
              <a:rPr lang="en-US" dirty="0"/>
              <a:t>These can all influence how you prioritize the results of the PenTest.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63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632E-0B35-4C08-B5AC-CDA19D37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Possible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7D1C6-BD4B-4DF3-9B0E-313B36B9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business impact analysis (BIA) involves estimating the possible effects to the client </a:t>
            </a:r>
          </a:p>
          <a:p>
            <a:pPr lvl="1"/>
            <a:r>
              <a:rPr lang="en-US" dirty="0"/>
              <a:t>If issues identified were to be targeted by a malicious actor.</a:t>
            </a:r>
          </a:p>
          <a:p>
            <a:r>
              <a:rPr lang="en-US" dirty="0"/>
              <a:t>This section of the report will provide a better understanding of the relationship between the findings and their implications </a:t>
            </a:r>
          </a:p>
          <a:p>
            <a:r>
              <a:rPr lang="en-US" dirty="0"/>
              <a:t>Will allow the client to better determine the priority given to allocating resources to implement resolutions to the findings.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7CDAB-C902-41AE-85BC-20D558CF5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831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0581-6F43-425B-BE14-AD3AFD6D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Metrics and Measures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6A55E-5AE7-49C7-A6F1-E815B8DAC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Metrics are </a:t>
            </a:r>
            <a:r>
              <a:rPr lang="en-US" i="1" dirty="0"/>
              <a:t>quantifiable</a:t>
            </a:r>
            <a:r>
              <a:rPr lang="en-US" dirty="0"/>
              <a:t> measurements of the status of results or processes. </a:t>
            </a:r>
          </a:p>
          <a:p>
            <a:pPr lvl="1"/>
            <a:r>
              <a:rPr lang="en-US" dirty="0"/>
              <a:t>An example of a metric related to PenTesting is the criticality of vulnerability findings. This metric can be expressed on a scale, for example, from 1 to 10. </a:t>
            </a:r>
          </a:p>
          <a:p>
            <a:r>
              <a:rPr lang="en-US" dirty="0"/>
              <a:t>Metrics and measures can be shown as tables or graphs to better display the results and allow for easy analysis</a:t>
            </a:r>
          </a:p>
          <a:p>
            <a:pPr lvl="1"/>
            <a:r>
              <a:rPr lang="en-US" dirty="0"/>
              <a:t>Such as year-to-year changes in the number of successfully exploited attack vectors.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C3A55-3532-4362-B97F-964727E15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510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Suggesting Remediation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Remediation defines possible solutions to issues identified during the PenTest.</a:t>
            </a:r>
          </a:p>
          <a:p>
            <a:r>
              <a:rPr lang="en-US" dirty="0"/>
              <a:t>Present as many options as you can when listing recommendations. </a:t>
            </a:r>
          </a:p>
          <a:p>
            <a:r>
              <a:rPr lang="en-US" dirty="0"/>
              <a:t>Giving the client options enables them to choose the solution that is right for them and their organization. For example:</a:t>
            </a:r>
          </a:p>
          <a:p>
            <a:pPr lvl="1"/>
            <a:r>
              <a:rPr lang="en-US" dirty="0"/>
              <a:t>Weak password complexity - Configure minimum password requirements.</a:t>
            </a:r>
          </a:p>
          <a:p>
            <a:pPr lvl="1"/>
            <a:r>
              <a:rPr lang="en-US" dirty="0"/>
              <a:t>No multi-factor authentication Implement MFA in applicable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820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FB1CF-0143-4FDF-A726-FCBFA698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Outlining the Final Report Sections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0CBB5-6E87-42A2-9639-C801E56BB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 - wraps up the report. Key elements include:</a:t>
            </a:r>
          </a:p>
          <a:p>
            <a:pPr lvl="1"/>
            <a:r>
              <a:rPr lang="en-US" dirty="0"/>
              <a:t>A general summary statement about failures and successes, with supporting evidence that can be written in a sentence or two.</a:t>
            </a:r>
          </a:p>
          <a:p>
            <a:pPr lvl="1"/>
            <a:r>
              <a:rPr lang="en-US" dirty="0"/>
              <a:t>A statement of the PenTest goals and whether those goals were met. </a:t>
            </a:r>
          </a:p>
          <a:p>
            <a:r>
              <a:rPr lang="en-US" dirty="0"/>
              <a:t>Appendix - any supporting evidence, or attestation of findings. </a:t>
            </a:r>
          </a:p>
          <a:p>
            <a:pPr lvl="1"/>
            <a:r>
              <a:rPr lang="en-US" dirty="0"/>
              <a:t>Can include printouts of test results, screenshots of network activity, and other evidence you obtained during testing.</a:t>
            </a:r>
          </a:p>
          <a:p>
            <a:pPr lvl="1"/>
            <a:r>
              <a:rPr lang="en-US" dirty="0"/>
              <a:t>Can include full versions of some of the highlights done in the report or a reference to a file if provided as attachment.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E2A56-6BFB-4C5D-A704-EF946565F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025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what’s included in the Executive Summary</a:t>
            </a:r>
          </a:p>
          <a:p>
            <a:r>
              <a:rPr lang="en-US" dirty="0"/>
              <a:t>Explain how to present the Scope Details</a:t>
            </a:r>
          </a:p>
          <a:p>
            <a:r>
              <a:rPr lang="en-US" dirty="0"/>
              <a:t>Review what’s included in the methodology section</a:t>
            </a:r>
          </a:p>
          <a:p>
            <a:r>
              <a:rPr lang="en-US" dirty="0"/>
              <a:t>Discuss the significance of the attack narrative</a:t>
            </a:r>
          </a:p>
          <a:p>
            <a:r>
              <a:rPr lang="en-US" dirty="0"/>
              <a:t>Describe how best to present the findings </a:t>
            </a:r>
          </a:p>
          <a:p>
            <a:r>
              <a:rPr lang="en-US" dirty="0"/>
              <a:t>List ways the team can determine the client’s risk appetite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Report 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963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247E45-05D8-4A39-93B3-C861F62BF0D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Explain the concept of rating and prioritizing risks</a:t>
            </a:r>
          </a:p>
          <a:p>
            <a:r>
              <a:rPr lang="en-US" dirty="0"/>
              <a:t>Outline how a business impact analysis (BIA) factors into the PenTest</a:t>
            </a:r>
          </a:p>
          <a:p>
            <a:r>
              <a:rPr lang="en-US" dirty="0"/>
              <a:t>Compare how Metrics and Measures are used during the PenTest</a:t>
            </a:r>
          </a:p>
          <a:p>
            <a:r>
              <a:rPr lang="en-US" dirty="0"/>
              <a:t>Describe how the team can present remediation recommendations</a:t>
            </a:r>
          </a:p>
          <a:p>
            <a:r>
              <a:rPr lang="en-US" dirty="0"/>
              <a:t>List components in the final report sections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26C05A-DB94-4EDB-A2EA-BBC5F0D78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Report 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83A5C-C8CC-42C3-A536-98D82070B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17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334A-0A8F-4570-A91D-468192F8CD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Define Best Practices for Reports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9D58A-425E-4AFF-8B6F-6914EE1DD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18C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20C06-F6E3-4367-9B8F-1CC0589E3B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1ABB1-56A0-4E2B-B620-F831A79C7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289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Depending on different factors, you will need to define storage time for reports and supporting documentation. </a:t>
            </a:r>
          </a:p>
          <a:p>
            <a:pPr lvl="1"/>
            <a:r>
              <a:rPr lang="en-US" dirty="0"/>
              <a:t>Best practice is to maintain document control of stored reports, as well as other relevant information. </a:t>
            </a:r>
          </a:p>
          <a:p>
            <a:r>
              <a:rPr lang="en-US" dirty="0"/>
              <a:t>In general, you should consider implementing the following components into the reports:</a:t>
            </a:r>
          </a:p>
          <a:p>
            <a:pPr lvl="1"/>
            <a:r>
              <a:rPr lang="en-US" dirty="0"/>
              <a:t>Cover page, Document properties, and Version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63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Report Distribution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PenTest reports contain highly detailed information about the areas that are vulnerable to attack</a:t>
            </a:r>
          </a:p>
          <a:p>
            <a:pPr lvl="1"/>
            <a:r>
              <a:rPr lang="en-US" dirty="0"/>
              <a:t>Take precautions to prevent the reports from falling into the wrong hands. </a:t>
            </a:r>
          </a:p>
          <a:p>
            <a:pPr lvl="1"/>
            <a:r>
              <a:rPr lang="en-US" dirty="0"/>
              <a:t>If possible, store the reports on a secure server so that only the appropriate personnel can view the details of the full report.</a:t>
            </a:r>
          </a:p>
          <a:p>
            <a:r>
              <a:rPr lang="en-US" dirty="0"/>
              <a:t>There are likely some parts of the report that need to be made available to additional personnel. </a:t>
            </a:r>
          </a:p>
          <a:p>
            <a:pPr lvl="1"/>
            <a:r>
              <a:rPr lang="en-US" dirty="0"/>
              <a:t>For this reason, consider storing reports in repositories where parts of the report can be secured with varying levels of access.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177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Handling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Maintain the confidentiality and integrity of reports</a:t>
            </a:r>
          </a:p>
          <a:p>
            <a:r>
              <a:rPr lang="en-US" dirty="0"/>
              <a:t>Ensure reports are available to the relevant audience</a:t>
            </a:r>
          </a:p>
          <a:p>
            <a:r>
              <a:rPr lang="en-US" dirty="0"/>
              <a:t>Minimize the transmission of reports across a public network</a:t>
            </a:r>
          </a:p>
          <a:p>
            <a:r>
              <a:rPr lang="en-US" dirty="0"/>
              <a:t>Maintain audit logs for users accessing reports.</a:t>
            </a:r>
          </a:p>
          <a:p>
            <a:r>
              <a:rPr lang="en-US" dirty="0"/>
              <a:t>Maintain a chain of custody when transferring ownership of reports.</a:t>
            </a:r>
          </a:p>
          <a:p>
            <a:r>
              <a:rPr lang="en-US" dirty="0"/>
              <a:t>Maintain version control for changes to reports.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03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taking helps keep track of details that occurred during the activities that you do not want to miss mentioning in the report. </a:t>
            </a:r>
          </a:p>
          <a:p>
            <a:r>
              <a:rPr lang="en-US" dirty="0"/>
              <a:t>Notes are generally for internal use it tends to be more flexible regarding the needs of each penetration testing team</a:t>
            </a:r>
          </a:p>
          <a:p>
            <a:pPr lvl="1"/>
            <a:r>
              <a:rPr lang="en-US" dirty="0"/>
              <a:t>If asked about the engagement, you can refer to your notes for any additional information that you may need.</a:t>
            </a:r>
          </a:p>
          <a:p>
            <a:r>
              <a:rPr lang="en-US" dirty="0"/>
              <a:t>It will be important to tailor your note taking depending on your needs and the client’s.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009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 Documentation During Tests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Documenting during the tests will help you greatly when writing your penetration testing report</a:t>
            </a:r>
          </a:p>
          <a:p>
            <a:pPr lvl="1"/>
            <a:r>
              <a:rPr lang="en-US" dirty="0"/>
              <a:t>Due to its importance, it is commonly regarded as a mandatory process. </a:t>
            </a:r>
          </a:p>
          <a:p>
            <a:r>
              <a:rPr lang="en-US" dirty="0"/>
              <a:t>Documenting your findings can be invaluable as proof to show the client and to prove your findings. </a:t>
            </a:r>
          </a:p>
          <a:p>
            <a:r>
              <a:rPr lang="en-US" dirty="0"/>
              <a:t>Alternately, and notably, not being able to provide evidence for the claims in the report will greatly reduce its credibility. </a:t>
            </a:r>
          </a:p>
          <a:p>
            <a:pPr lvl="1"/>
            <a:r>
              <a:rPr lang="en-US" dirty="0"/>
              <a:t>This could translate, in worst cases, to your client failing a cybersecurity recertification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125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Grabbing Screenshots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Screenshots are a key component of ongoing documentation. </a:t>
            </a:r>
          </a:p>
          <a:p>
            <a:pPr lvl="1"/>
            <a:r>
              <a:rPr lang="en-US" dirty="0"/>
              <a:t>From these you can provide both evidence that an attack path was successful as well as provide a different insight on the attack rather than just text.</a:t>
            </a:r>
          </a:p>
          <a:p>
            <a:r>
              <a:rPr lang="en-US" dirty="0"/>
              <a:t>Grab only the relevant sections to minimize capturing information that is not needed for the report. </a:t>
            </a:r>
          </a:p>
          <a:p>
            <a:pPr lvl="1"/>
            <a:r>
              <a:rPr lang="en-US" dirty="0"/>
              <a:t>Work with the client to determine how to properly handle those events.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262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Common Themes/Root Causes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you analyze vulnerability scan results, you can encounter recurring conditions and/or common themes. These can include:</a:t>
            </a:r>
          </a:p>
          <a:p>
            <a:pPr lvl="1"/>
            <a:r>
              <a:rPr lang="en-US" dirty="0"/>
              <a:t>Lax physical security or use of obsolete cryptographic protocols</a:t>
            </a:r>
          </a:p>
          <a:p>
            <a:pPr lvl="1"/>
            <a:r>
              <a:rPr lang="en-US" dirty="0"/>
              <a:t>Employees not following corporate policy or best practices, or lack of adequate cybersecurity training</a:t>
            </a:r>
          </a:p>
          <a:p>
            <a:r>
              <a:rPr lang="en-US" dirty="0"/>
              <a:t>Identifying common themes provides you with a more complete picture of your target environment and its weaknesses.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720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Vulnerabilities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full list of vulnerabilities that were identified can be useful not only to the client but also to the team itself.</a:t>
            </a:r>
          </a:p>
          <a:p>
            <a:pPr lvl="1"/>
            <a:r>
              <a:rPr lang="en-US" dirty="0"/>
              <a:t>The information can provide insight on which high-rated vulnerabilities were not successfully exploited by the team and do further research on those. </a:t>
            </a:r>
          </a:p>
          <a:p>
            <a:pPr lvl="1"/>
            <a:r>
              <a:rPr lang="en-US" dirty="0"/>
              <a:t>It can also provide useful information to the team regarding which are the most exploited vulnerabilities as discussed in Common Themes/Root Causes.</a:t>
            </a:r>
          </a:p>
          <a:p>
            <a:r>
              <a:rPr lang="en-US" dirty="0"/>
              <a:t>You can always provide the full vulnerability details in the appendix of the report or as a separate file to keep the report concise.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64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Outlining Best Practices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Vulnerabilities and Common Themes/Root Causes:</a:t>
            </a:r>
          </a:p>
          <a:p>
            <a:pPr lvl="1"/>
            <a:r>
              <a:rPr lang="en-US" dirty="0"/>
              <a:t>The team can derive a consistent list of best practices and show where clients usually lack these controls.</a:t>
            </a:r>
          </a:p>
          <a:p>
            <a:pPr lvl="1"/>
            <a:r>
              <a:rPr lang="en-US" dirty="0"/>
              <a:t>It is also common to find industry-related best practices for the client and keep track of these during the activities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077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Providing Observations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Observations include general details about the PenTest:</a:t>
            </a:r>
          </a:p>
          <a:p>
            <a:pPr lvl="1"/>
            <a:r>
              <a:rPr lang="en-US" dirty="0"/>
              <a:t>Conclusions made from information we gathered</a:t>
            </a:r>
          </a:p>
          <a:p>
            <a:pPr lvl="1"/>
            <a:r>
              <a:rPr lang="en-US" dirty="0"/>
              <a:t>Important highlights of issues found</a:t>
            </a:r>
          </a:p>
          <a:p>
            <a:pPr lvl="1"/>
            <a:r>
              <a:rPr lang="en-US" dirty="0"/>
              <a:t>Actions taken to resolve them</a:t>
            </a:r>
          </a:p>
          <a:p>
            <a:pPr lvl="1"/>
            <a:r>
              <a:rPr lang="en-US" dirty="0"/>
              <a:t>Notes to keep in mind for the next retest.</a:t>
            </a:r>
          </a:p>
          <a:p>
            <a:pPr lvl="1"/>
            <a:r>
              <a:rPr lang="en-US" dirty="0"/>
              <a:t>Statements such as deviations from scope, changes in priority</a:t>
            </a:r>
          </a:p>
          <a:p>
            <a:pPr lvl="1"/>
            <a:r>
              <a:rPr lang="en-US" dirty="0"/>
              <a:t>Other elements that should be considered for the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699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Discuss different factors to consider when storing and distributing the PenTest reports</a:t>
            </a:r>
          </a:p>
          <a:p>
            <a:r>
              <a:rPr lang="en-US" dirty="0"/>
              <a:t>List some best practices for handling reports</a:t>
            </a:r>
          </a:p>
          <a:p>
            <a:r>
              <a:rPr lang="en-US" dirty="0"/>
              <a:t>Review reasons the team might take notes and grab screenshots</a:t>
            </a:r>
          </a:p>
          <a:p>
            <a:r>
              <a:rPr lang="en-US" dirty="0"/>
              <a:t>Describe the importance of providing ongoing documentation</a:t>
            </a:r>
          </a:p>
          <a:p>
            <a:r>
              <a:rPr lang="en-US" dirty="0"/>
              <a:t>Explain how the team can identify common themes/root causes</a:t>
            </a:r>
          </a:p>
          <a:p>
            <a:r>
              <a:rPr lang="en-US" dirty="0"/>
              <a:t>Outline how best to present the vulnerabilities identified </a:t>
            </a:r>
          </a:p>
          <a:p>
            <a:r>
              <a:rPr lang="en-US" dirty="0"/>
              <a:t>List examples of observations on details about the PenTest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Best Practices for Reports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636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2845F8-90B6-4B12-819E-034ECC1573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a46270-66ec-4bdf-aabc-d78887d51418"/>
    <ds:schemaRef ds:uri="315eb565-7267-4a95-9087-2f433ded3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2471</TotalTime>
  <Words>2341</Words>
  <Application>Microsoft Office PowerPoint</Application>
  <PresentationFormat>On-screen Show (16:9)</PresentationFormat>
  <Paragraphs>236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Calibri</vt:lpstr>
      <vt:lpstr>Open Sans</vt:lpstr>
      <vt:lpstr>Arial</vt:lpstr>
      <vt:lpstr>comptia_ov</vt:lpstr>
      <vt:lpstr>Exam PT0-002</vt:lpstr>
      <vt:lpstr>Summarizing Report Components</vt:lpstr>
      <vt:lpstr>Objectives</vt:lpstr>
      <vt:lpstr>Identify Report Audience</vt:lpstr>
      <vt:lpstr>Identify Report Audience</vt:lpstr>
      <vt:lpstr>Providing Details to the Stakeholders</vt:lpstr>
      <vt:lpstr>Identify Report Audience</vt:lpstr>
      <vt:lpstr>List Report Contents</vt:lpstr>
      <vt:lpstr>Defining the Executive Summary</vt:lpstr>
      <vt:lpstr>Outlining the Scope Details</vt:lpstr>
      <vt:lpstr>Stepping through the Methodology </vt:lpstr>
      <vt:lpstr>Detailing the Attack Narrative </vt:lpstr>
      <vt:lpstr>Listing the Findings </vt:lpstr>
      <vt:lpstr>Determining Risk Appetite</vt:lpstr>
      <vt:lpstr>Risk Rating (Reference Framework) </vt:lpstr>
      <vt:lpstr>Prioritizing Risk </vt:lpstr>
      <vt:lpstr>Analyzing Possible Business Impact</vt:lpstr>
      <vt:lpstr>Defining Metrics and Measures </vt:lpstr>
      <vt:lpstr>Suggesting Remediation </vt:lpstr>
      <vt:lpstr>Outlining the Final Report Sections </vt:lpstr>
      <vt:lpstr>List Report Contents</vt:lpstr>
      <vt:lpstr>List Report Contents</vt:lpstr>
      <vt:lpstr>Define Best Practices for Reports</vt:lpstr>
      <vt:lpstr>Storing Reports</vt:lpstr>
      <vt:lpstr>Securing Report Distribution </vt:lpstr>
      <vt:lpstr>Best Practices for Handling Reports</vt:lpstr>
      <vt:lpstr>Taking Notes</vt:lpstr>
      <vt:lpstr>Ongoing Documentation During Tests </vt:lpstr>
      <vt:lpstr>Grabbing Screenshots </vt:lpstr>
      <vt:lpstr>Recognizing Common Themes/Root Causes </vt:lpstr>
      <vt:lpstr>Identifying Vulnerabilities </vt:lpstr>
      <vt:lpstr>Outlining Best Practices </vt:lpstr>
      <vt:lpstr>Providing Observations </vt:lpstr>
      <vt:lpstr>Define Best Practices for Reports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13</cp:revision>
  <dcterms:created xsi:type="dcterms:W3CDTF">2021-09-23T15:15:08Z</dcterms:created>
  <dcterms:modified xsi:type="dcterms:W3CDTF">2022-10-19T21:47:45Z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  <property fmtid="{D5CDD505-2E9C-101B-9397-08002B2CF9AE}" pid="3" name="MediaServiceImageTags">
    <vt:lpwstr/>
  </property>
</Properties>
</file>