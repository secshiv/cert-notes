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10" r:id="rId4"/>
  </p:sldMasterIdLst>
  <p:notesMasterIdLst>
    <p:notesMasterId r:id="rId38"/>
  </p:notesMasterIdLst>
  <p:handoutMasterIdLst>
    <p:handoutMasterId r:id="rId39"/>
  </p:handoutMasterIdLst>
  <p:sldIdLst>
    <p:sldId id="257" r:id="rId5"/>
    <p:sldId id="258" r:id="rId6"/>
    <p:sldId id="256" r:id="rId7"/>
    <p:sldId id="259" r:id="rId8"/>
    <p:sldId id="260" r:id="rId9"/>
    <p:sldId id="265" r:id="rId10"/>
    <p:sldId id="308" r:id="rId11"/>
    <p:sldId id="309" r:id="rId12"/>
    <p:sldId id="332" r:id="rId13"/>
    <p:sldId id="333" r:id="rId14"/>
    <p:sldId id="310" r:id="rId15"/>
    <p:sldId id="321" r:id="rId16"/>
    <p:sldId id="322" r:id="rId17"/>
    <p:sldId id="261" r:id="rId18"/>
    <p:sldId id="266" r:id="rId19"/>
    <p:sldId id="267" r:id="rId20"/>
    <p:sldId id="268" r:id="rId21"/>
    <p:sldId id="269" r:id="rId22"/>
    <p:sldId id="320" r:id="rId23"/>
    <p:sldId id="316" r:id="rId24"/>
    <p:sldId id="324" r:id="rId25"/>
    <p:sldId id="270" r:id="rId26"/>
    <p:sldId id="271" r:id="rId27"/>
    <p:sldId id="272" r:id="rId28"/>
    <p:sldId id="273" r:id="rId29"/>
    <p:sldId id="274" r:id="rId30"/>
    <p:sldId id="327" r:id="rId31"/>
    <p:sldId id="328" r:id="rId32"/>
    <p:sldId id="329" r:id="rId33"/>
    <p:sldId id="330" r:id="rId34"/>
    <p:sldId id="331" r:id="rId35"/>
    <p:sldId id="275" r:id="rId36"/>
    <p:sldId id="281" r:id="rId3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0"/>
      <p:bold r:id="rId41"/>
      <p:italic r:id="rId42"/>
      <p:boldItalic r:id="rId43"/>
    </p:embeddedFont>
    <p:embeddedFont>
      <p:font typeface="Open Sans" panose="020B0606030504020204" pitchFamily="34" charset="0"/>
      <p:regular r:id="rId44"/>
      <p:bold r:id="rId45"/>
      <p:italic r:id="rId46"/>
      <p:boldItalic r:id="rId4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 Taylor" initials="PT" lastIdx="1" clrIdx="0">
    <p:extLst>
      <p:ext uri="{19B8F6BF-5375-455C-9EA6-DF929625EA0E}">
        <p15:presenceInfo xmlns:p15="http://schemas.microsoft.com/office/powerpoint/2012/main" userId="Pam Taylor" providerId="None"/>
      </p:ext>
    </p:extLst>
  </p:cmAuthor>
  <p:cmAuthor id="2" name="Gail Sandler" initials="GS" lastIdx="4" clrIdx="1">
    <p:extLst>
      <p:ext uri="{19B8F6BF-5375-455C-9EA6-DF929625EA0E}">
        <p15:presenceInfo xmlns:p15="http://schemas.microsoft.com/office/powerpoint/2012/main" userId="2b7e9c3f3530ff22" providerId="Windows Live"/>
      </p:ext>
    </p:extLst>
  </p:cmAuthor>
  <p:cmAuthor id="3" name="James Pengelly" initials="JP" lastIdx="1" clrIdx="2">
    <p:extLst>
      <p:ext uri="{19B8F6BF-5375-455C-9EA6-DF929625EA0E}">
        <p15:presenceInfo xmlns:p15="http://schemas.microsoft.com/office/powerpoint/2012/main" userId="S::jpengelly@comptia.org::d269fecd-a8a2-4e5a-93ae-88bdaab21f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7DA0"/>
    <a:srgbClr val="CF9FDE"/>
    <a:srgbClr val="FEAE62"/>
    <a:srgbClr val="7FC8DD"/>
    <a:srgbClr val="ED6D00"/>
    <a:srgbClr val="44545F"/>
    <a:srgbClr val="B1B7BC"/>
    <a:srgbClr val="007C9E"/>
    <a:srgbClr val="004D72"/>
    <a:srgbClr val="004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019B15-653F-4A36-AF1A-B461D7EA34D3}" v="6" dt="2022-10-19T21:28:37.6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82918" autoAdjust="0"/>
  </p:normalViewPr>
  <p:slideViewPr>
    <p:cSldViewPr snapToGrid="0">
      <p:cViewPr varScale="1">
        <p:scale>
          <a:sx n="70" d="100"/>
          <a:sy n="70" d="100"/>
        </p:scale>
        <p:origin x="1204" y="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5.fntdata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4.fntdata"/><Relationship Id="rId48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7.fntdata"/><Relationship Id="rId20" Type="http://schemas.openxmlformats.org/officeDocument/2006/relationships/slide" Target="slides/slide16.xml"/><Relationship Id="rId41" Type="http://schemas.openxmlformats.org/officeDocument/2006/relationships/font" Target="fonts/font2.fntdata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le Andries" userId="93d179e4-3c18-40f7-920e-ae80b202540d" providerId="ADAL" clId="{31019B15-653F-4A36-AF1A-B461D7EA34D3}"/>
    <pc:docChg chg="delSld modSld">
      <pc:chgData name="Danielle Andries" userId="93d179e4-3c18-40f7-920e-ae80b202540d" providerId="ADAL" clId="{31019B15-653F-4A36-AF1A-B461D7EA34D3}" dt="2022-10-19T21:30:39.200" v="47" actId="47"/>
      <pc:docMkLst>
        <pc:docMk/>
      </pc:docMkLst>
      <pc:sldChg chg="modNotesTx">
        <pc:chgData name="Danielle Andries" userId="93d179e4-3c18-40f7-920e-ae80b202540d" providerId="ADAL" clId="{31019B15-653F-4A36-AF1A-B461D7EA34D3}" dt="2021-10-14T13:49:13.800" v="45" actId="20577"/>
        <pc:sldMkLst>
          <pc:docMk/>
          <pc:sldMk cId="443996997" sldId="268"/>
        </pc:sldMkLst>
      </pc:sldChg>
      <pc:sldChg chg="del">
        <pc:chgData name="Danielle Andries" userId="93d179e4-3c18-40f7-920e-ae80b202540d" providerId="ADAL" clId="{31019B15-653F-4A36-AF1A-B461D7EA34D3}" dt="2022-10-19T21:30:39.200" v="47" actId="47"/>
        <pc:sldMkLst>
          <pc:docMk/>
          <pc:sldMk cId="265432538" sldId="282"/>
        </pc:sldMkLst>
      </pc:sldChg>
      <pc:sldChg chg="del">
        <pc:chgData name="Danielle Andries" userId="93d179e4-3c18-40f7-920e-ae80b202540d" providerId="ADAL" clId="{31019B15-653F-4A36-AF1A-B461D7EA34D3}" dt="2022-10-19T21:30:34.547" v="46" actId="47"/>
        <pc:sldMkLst>
          <pc:docMk/>
          <pc:sldMk cId="2458990325" sldId="283"/>
        </pc:sldMkLst>
      </pc:sldChg>
      <pc:sldChg chg="modNotesTx">
        <pc:chgData name="Danielle Andries" userId="93d179e4-3c18-40f7-920e-ae80b202540d" providerId="ADAL" clId="{31019B15-653F-4A36-AF1A-B461D7EA34D3}" dt="2021-10-14T13:49:00.230" v="38" actId="20577"/>
        <pc:sldMkLst>
          <pc:docMk/>
          <pc:sldMk cId="3823605793" sldId="308"/>
        </pc:sldMkLst>
      </pc:sldChg>
    </pc:docChg>
  </pc:docChgLst>
  <pc:docChgLst>
    <pc:chgData name="Lisa Bock" userId="1f2a7945151d6011" providerId="LiveId" clId="{C25289B4-649D-43E5-869B-D81A31A662C0}"/>
    <pc:docChg chg="undo redo custSel addSld delSld modSld sldOrd">
      <pc:chgData name="Lisa Bock" userId="1f2a7945151d6011" providerId="LiveId" clId="{C25289B4-649D-43E5-869B-D81A31A662C0}" dt="2021-10-13T22:04:21.861" v="2927" actId="6549"/>
      <pc:docMkLst>
        <pc:docMk/>
      </pc:docMkLst>
      <pc:sldChg chg="addSp modSp mod">
        <pc:chgData name="Lisa Bock" userId="1f2a7945151d6011" providerId="LiveId" clId="{C25289B4-649D-43E5-869B-D81A31A662C0}" dt="2021-10-11T17:23:37.496" v="1098" actId="20577"/>
        <pc:sldMkLst>
          <pc:docMk/>
          <pc:sldMk cId="2700514735" sldId="260"/>
        </pc:sldMkLst>
        <pc:spChg chg="mod">
          <ac:chgData name="Lisa Bock" userId="1f2a7945151d6011" providerId="LiveId" clId="{C25289B4-649D-43E5-869B-D81A31A662C0}" dt="2021-10-11T14:06:29.568" v="30" actId="20577"/>
          <ac:spMkLst>
            <pc:docMk/>
            <pc:sldMk cId="2700514735" sldId="260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1T17:23:37.496" v="1098" actId="20577"/>
          <ac:spMkLst>
            <pc:docMk/>
            <pc:sldMk cId="2700514735" sldId="260"/>
            <ac:spMk id="3" creationId="{D265882B-10E2-446D-A76D-9CAE7BFA8BE6}"/>
          </ac:spMkLst>
        </pc:spChg>
        <pc:spChg chg="add mod">
          <ac:chgData name="Lisa Bock" userId="1f2a7945151d6011" providerId="LiveId" clId="{C25289B4-649D-43E5-869B-D81A31A662C0}" dt="2021-10-11T15:35:26.307" v="781" actId="1076"/>
          <ac:spMkLst>
            <pc:docMk/>
            <pc:sldMk cId="2700514735" sldId="260"/>
            <ac:spMk id="6" creationId="{A03E32BD-0383-41FA-964D-0DEA4CD6F3A6}"/>
          </ac:spMkLst>
        </pc:spChg>
        <pc:picChg chg="add mod">
          <ac:chgData name="Lisa Bock" userId="1f2a7945151d6011" providerId="LiveId" clId="{C25289B4-649D-43E5-869B-D81A31A662C0}" dt="2021-10-11T15:35:12.563" v="776" actId="1076"/>
          <ac:picMkLst>
            <pc:docMk/>
            <pc:sldMk cId="2700514735" sldId="260"/>
            <ac:picMk id="5" creationId="{DBE2DFC0-A5F6-4B0C-8D4A-D6BF44C802EB}"/>
          </ac:picMkLst>
        </pc:picChg>
      </pc:sldChg>
      <pc:sldChg chg="modSp mod">
        <pc:chgData name="Lisa Bock" userId="1f2a7945151d6011" providerId="LiveId" clId="{C25289B4-649D-43E5-869B-D81A31A662C0}" dt="2021-10-11T19:10:36.664" v="1506" actId="20577"/>
        <pc:sldMkLst>
          <pc:docMk/>
          <pc:sldMk cId="1379302974" sldId="261"/>
        </pc:sldMkLst>
        <pc:spChg chg="mod">
          <ac:chgData name="Lisa Bock" userId="1f2a7945151d6011" providerId="LiveId" clId="{C25289B4-649D-43E5-869B-D81A31A662C0}" dt="2021-10-11T19:10:36.664" v="1506" actId="20577"/>
          <ac:spMkLst>
            <pc:docMk/>
            <pc:sldMk cId="1379302974" sldId="261"/>
            <ac:spMk id="2" creationId="{00910985-B36C-4A8C-8F00-496036FF49CE}"/>
          </ac:spMkLst>
        </pc:spChg>
        <pc:spChg chg="mod">
          <ac:chgData name="Lisa Bock" userId="1f2a7945151d6011" providerId="LiveId" clId="{C25289B4-649D-43E5-869B-D81A31A662C0}" dt="2021-10-11T16:38:32.256" v="786"/>
          <ac:spMkLst>
            <pc:docMk/>
            <pc:sldMk cId="1379302974" sldId="261"/>
            <ac:spMk id="3" creationId="{741BF6B6-2A64-4049-9A00-5F58CF8B2C57}"/>
          </ac:spMkLst>
        </pc:spChg>
      </pc:sldChg>
      <pc:sldChg chg="addSp delSp modSp del mod modNotesTx">
        <pc:chgData name="Lisa Bock" userId="1f2a7945151d6011" providerId="LiveId" clId="{C25289B4-649D-43E5-869B-D81A31A662C0}" dt="2021-10-11T15:35:53.917" v="782" actId="2696"/>
        <pc:sldMkLst>
          <pc:docMk/>
          <pc:sldMk cId="1766491834" sldId="264"/>
        </pc:sldMkLst>
        <pc:spChg chg="mod">
          <ac:chgData name="Lisa Bock" userId="1f2a7945151d6011" providerId="LiveId" clId="{C25289B4-649D-43E5-869B-D81A31A662C0}" dt="2021-10-11T15:06:07.651" v="417" actId="20577"/>
          <ac:spMkLst>
            <pc:docMk/>
            <pc:sldMk cId="1766491834" sldId="264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1T15:10:54.349" v="466"/>
          <ac:spMkLst>
            <pc:docMk/>
            <pc:sldMk cId="1766491834" sldId="264"/>
            <ac:spMk id="3" creationId="{D265882B-10E2-446D-A76D-9CAE7BFA8BE6}"/>
          </ac:spMkLst>
        </pc:spChg>
        <pc:spChg chg="add del mod">
          <ac:chgData name="Lisa Bock" userId="1f2a7945151d6011" providerId="LiveId" clId="{C25289B4-649D-43E5-869B-D81A31A662C0}" dt="2021-10-11T15:09:21.051" v="443" actId="478"/>
          <ac:spMkLst>
            <pc:docMk/>
            <pc:sldMk cId="1766491834" sldId="264"/>
            <ac:spMk id="7" creationId="{E56A11FF-BCF7-4108-9526-5FE002C88160}"/>
          </ac:spMkLst>
        </pc:spChg>
        <pc:spChg chg="add mod">
          <ac:chgData name="Lisa Bock" userId="1f2a7945151d6011" providerId="LiveId" clId="{C25289B4-649D-43E5-869B-D81A31A662C0}" dt="2021-10-11T15:10:01.786" v="448" actId="1076"/>
          <ac:spMkLst>
            <pc:docMk/>
            <pc:sldMk cId="1766491834" sldId="264"/>
            <ac:spMk id="8" creationId="{1C902BB1-5FD2-4748-A0B4-91DC634C66AD}"/>
          </ac:spMkLst>
        </pc:spChg>
        <pc:picChg chg="add mod">
          <ac:chgData name="Lisa Bock" userId="1f2a7945151d6011" providerId="LiveId" clId="{C25289B4-649D-43E5-869B-D81A31A662C0}" dt="2021-10-11T15:11:08.140" v="473" actId="1076"/>
          <ac:picMkLst>
            <pc:docMk/>
            <pc:sldMk cId="1766491834" sldId="264"/>
            <ac:picMk id="5" creationId="{F9C565F3-812C-4BB7-B813-BE27F7DA770D}"/>
          </ac:picMkLst>
        </pc:picChg>
      </pc:sldChg>
      <pc:sldChg chg="modSp mod modNotesTx">
        <pc:chgData name="Lisa Bock" userId="1f2a7945151d6011" providerId="LiveId" clId="{C25289B4-649D-43E5-869B-D81A31A662C0}" dt="2021-10-11T15:16:46.894" v="583" actId="20577"/>
        <pc:sldMkLst>
          <pc:docMk/>
          <pc:sldMk cId="2528030650" sldId="265"/>
        </pc:sldMkLst>
        <pc:spChg chg="mod">
          <ac:chgData name="Lisa Bock" userId="1f2a7945151d6011" providerId="LiveId" clId="{C25289B4-649D-43E5-869B-D81A31A662C0}" dt="2021-10-11T15:13:37.426" v="505" actId="20577"/>
          <ac:spMkLst>
            <pc:docMk/>
            <pc:sldMk cId="2528030650" sldId="265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1T15:16:46.894" v="583" actId="20577"/>
          <ac:spMkLst>
            <pc:docMk/>
            <pc:sldMk cId="2528030650" sldId="265"/>
            <ac:spMk id="3" creationId="{D265882B-10E2-446D-A76D-9CAE7BFA8BE6}"/>
          </ac:spMkLst>
        </pc:spChg>
      </pc:sldChg>
      <pc:sldChg chg="modSp mod">
        <pc:chgData name="Lisa Bock" userId="1f2a7945151d6011" providerId="LiveId" clId="{C25289B4-649D-43E5-869B-D81A31A662C0}" dt="2021-10-11T19:12:53.919" v="1518" actId="27636"/>
        <pc:sldMkLst>
          <pc:docMk/>
          <pc:sldMk cId="2996616140" sldId="267"/>
        </pc:sldMkLst>
        <pc:spChg chg="mod">
          <ac:chgData name="Lisa Bock" userId="1f2a7945151d6011" providerId="LiveId" clId="{C25289B4-649D-43E5-869B-D81A31A662C0}" dt="2021-10-11T17:38:02.112" v="1290" actId="20577"/>
          <ac:spMkLst>
            <pc:docMk/>
            <pc:sldMk cId="2996616140" sldId="267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1T19:12:53.919" v="1518" actId="27636"/>
          <ac:spMkLst>
            <pc:docMk/>
            <pc:sldMk cId="2996616140" sldId="267"/>
            <ac:spMk id="3" creationId="{D265882B-10E2-446D-A76D-9CAE7BFA8BE6}"/>
          </ac:spMkLst>
        </pc:spChg>
      </pc:sldChg>
      <pc:sldChg chg="modSp mod modNotesTx">
        <pc:chgData name="Lisa Bock" userId="1f2a7945151d6011" providerId="LiveId" clId="{C25289B4-649D-43E5-869B-D81A31A662C0}" dt="2021-10-13T22:04:21.861" v="2927" actId="6549"/>
        <pc:sldMkLst>
          <pc:docMk/>
          <pc:sldMk cId="443996997" sldId="268"/>
        </pc:sldMkLst>
        <pc:spChg chg="mod">
          <ac:chgData name="Lisa Bock" userId="1f2a7945151d6011" providerId="LiveId" clId="{C25289B4-649D-43E5-869B-D81A31A662C0}" dt="2021-10-11T17:50:36.288" v="1340" actId="20577"/>
          <ac:spMkLst>
            <pc:docMk/>
            <pc:sldMk cId="443996997" sldId="268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3T22:04:21.861" v="2927" actId="6549"/>
          <ac:spMkLst>
            <pc:docMk/>
            <pc:sldMk cId="443996997" sldId="268"/>
            <ac:spMk id="3" creationId="{D265882B-10E2-446D-A76D-9CAE7BFA8BE6}"/>
          </ac:spMkLst>
        </pc:spChg>
      </pc:sldChg>
      <pc:sldChg chg="modSp mod">
        <pc:chgData name="Lisa Bock" userId="1f2a7945151d6011" providerId="LiveId" clId="{C25289B4-649D-43E5-869B-D81A31A662C0}" dt="2021-10-12T23:37:29.175" v="1697" actId="6549"/>
        <pc:sldMkLst>
          <pc:docMk/>
          <pc:sldMk cId="1387039101" sldId="269"/>
        </pc:sldMkLst>
        <pc:spChg chg="mod">
          <ac:chgData name="Lisa Bock" userId="1f2a7945151d6011" providerId="LiveId" clId="{C25289B4-649D-43E5-869B-D81A31A662C0}" dt="2021-10-11T19:27:13.419" v="1603" actId="20577"/>
          <ac:spMkLst>
            <pc:docMk/>
            <pc:sldMk cId="1387039101" sldId="269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2T23:37:29.175" v="1697" actId="6549"/>
          <ac:spMkLst>
            <pc:docMk/>
            <pc:sldMk cId="1387039101" sldId="269"/>
            <ac:spMk id="3" creationId="{D265882B-10E2-446D-A76D-9CAE7BFA8BE6}"/>
          </ac:spMkLst>
        </pc:spChg>
      </pc:sldChg>
      <pc:sldChg chg="modSp mod">
        <pc:chgData name="Lisa Bock" userId="1f2a7945151d6011" providerId="LiveId" clId="{C25289B4-649D-43E5-869B-D81A31A662C0}" dt="2021-10-13T00:11:03.346" v="2093" actId="20577"/>
        <pc:sldMkLst>
          <pc:docMk/>
          <pc:sldMk cId="1555248704" sldId="270"/>
        </pc:sldMkLst>
        <pc:spChg chg="mod">
          <ac:chgData name="Lisa Bock" userId="1f2a7945151d6011" providerId="LiveId" clId="{C25289B4-649D-43E5-869B-D81A31A662C0}" dt="2021-10-13T00:11:03.346" v="2093" actId="20577"/>
          <ac:spMkLst>
            <pc:docMk/>
            <pc:sldMk cId="1555248704" sldId="270"/>
            <ac:spMk id="2" creationId="{00910985-B36C-4A8C-8F00-496036FF49CE}"/>
          </ac:spMkLst>
        </pc:spChg>
        <pc:spChg chg="mod">
          <ac:chgData name="Lisa Bock" userId="1f2a7945151d6011" providerId="LiveId" clId="{C25289B4-649D-43E5-869B-D81A31A662C0}" dt="2021-10-11T16:38:42.596" v="787"/>
          <ac:spMkLst>
            <pc:docMk/>
            <pc:sldMk cId="1555248704" sldId="270"/>
            <ac:spMk id="3" creationId="{741BF6B6-2A64-4049-9A00-5F58CF8B2C57}"/>
          </ac:spMkLst>
        </pc:spChg>
      </pc:sldChg>
      <pc:sldChg chg="modSp mod">
        <pc:chgData name="Lisa Bock" userId="1f2a7945151d6011" providerId="LiveId" clId="{C25289B4-649D-43E5-869B-D81A31A662C0}" dt="2021-10-13T13:41:27.533" v="2213" actId="20577"/>
        <pc:sldMkLst>
          <pc:docMk/>
          <pc:sldMk cId="344198462" sldId="272"/>
        </pc:sldMkLst>
        <pc:spChg chg="mod">
          <ac:chgData name="Lisa Bock" userId="1f2a7945151d6011" providerId="LiveId" clId="{C25289B4-649D-43E5-869B-D81A31A662C0}" dt="2021-10-13T00:13:43.012" v="2124" actId="313"/>
          <ac:spMkLst>
            <pc:docMk/>
            <pc:sldMk cId="344198462" sldId="272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3T13:41:27.533" v="2213" actId="20577"/>
          <ac:spMkLst>
            <pc:docMk/>
            <pc:sldMk cId="344198462" sldId="272"/>
            <ac:spMk id="3" creationId="{D265882B-10E2-446D-A76D-9CAE7BFA8BE6}"/>
          </ac:spMkLst>
        </pc:spChg>
      </pc:sldChg>
      <pc:sldChg chg="modSp mod">
        <pc:chgData name="Lisa Bock" userId="1f2a7945151d6011" providerId="LiveId" clId="{C25289B4-649D-43E5-869B-D81A31A662C0}" dt="2021-10-13T14:50:22.447" v="2709"/>
        <pc:sldMkLst>
          <pc:docMk/>
          <pc:sldMk cId="2731222769" sldId="273"/>
        </pc:sldMkLst>
        <pc:spChg chg="mod">
          <ac:chgData name="Lisa Bock" userId="1f2a7945151d6011" providerId="LiveId" clId="{C25289B4-649D-43E5-869B-D81A31A662C0}" dt="2021-10-13T14:46:58.116" v="2671" actId="20577"/>
          <ac:spMkLst>
            <pc:docMk/>
            <pc:sldMk cId="2731222769" sldId="273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3T14:50:22.447" v="2709"/>
          <ac:spMkLst>
            <pc:docMk/>
            <pc:sldMk cId="2731222769" sldId="273"/>
            <ac:spMk id="3" creationId="{D265882B-10E2-446D-A76D-9CAE7BFA8BE6}"/>
          </ac:spMkLst>
        </pc:spChg>
      </pc:sldChg>
      <pc:sldChg chg="modSp mod">
        <pc:chgData name="Lisa Bock" userId="1f2a7945151d6011" providerId="LiveId" clId="{C25289B4-649D-43E5-869B-D81A31A662C0}" dt="2021-10-13T19:18:42.841" v="2781" actId="20577"/>
        <pc:sldMkLst>
          <pc:docMk/>
          <pc:sldMk cId="2707367036" sldId="274"/>
        </pc:sldMkLst>
        <pc:spChg chg="mod">
          <ac:chgData name="Lisa Bock" userId="1f2a7945151d6011" providerId="LiveId" clId="{C25289B4-649D-43E5-869B-D81A31A662C0}" dt="2021-10-13T00:17:37.770" v="2142" actId="20577"/>
          <ac:spMkLst>
            <pc:docMk/>
            <pc:sldMk cId="2707367036" sldId="274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3T19:18:42.841" v="2781" actId="20577"/>
          <ac:spMkLst>
            <pc:docMk/>
            <pc:sldMk cId="2707367036" sldId="274"/>
            <ac:spMk id="3" creationId="{D265882B-10E2-446D-A76D-9CAE7BFA8BE6}"/>
          </ac:spMkLst>
        </pc:spChg>
      </pc:sldChg>
      <pc:sldChg chg="modSp mod">
        <pc:chgData name="Lisa Bock" userId="1f2a7945151d6011" providerId="LiveId" clId="{C25289B4-649D-43E5-869B-D81A31A662C0}" dt="2021-10-13T19:43:41.610" v="2881"/>
        <pc:sldMkLst>
          <pc:docMk/>
          <pc:sldMk cId="3677739018" sldId="275"/>
        </pc:sldMkLst>
        <pc:spChg chg="mod">
          <ac:chgData name="Lisa Bock" userId="1f2a7945151d6011" providerId="LiveId" clId="{C25289B4-649D-43E5-869B-D81A31A662C0}" dt="2021-10-13T19:43:41.610" v="2881"/>
          <ac:spMkLst>
            <pc:docMk/>
            <pc:sldMk cId="3677739018" sldId="275"/>
            <ac:spMk id="2" creationId="{00910985-B36C-4A8C-8F00-496036FF49CE}"/>
          </ac:spMkLst>
        </pc:spChg>
        <pc:spChg chg="mod">
          <ac:chgData name="Lisa Bock" userId="1f2a7945151d6011" providerId="LiveId" clId="{C25289B4-649D-43E5-869B-D81A31A662C0}" dt="2021-10-11T16:38:57.195" v="788"/>
          <ac:spMkLst>
            <pc:docMk/>
            <pc:sldMk cId="3677739018" sldId="275"/>
            <ac:spMk id="3" creationId="{741BF6B6-2A64-4049-9A00-5F58CF8B2C57}"/>
          </ac:spMkLst>
        </pc:spChg>
      </pc:sldChg>
      <pc:sldChg chg="addSp delSp modSp add mod modNotesTx">
        <pc:chgData name="Lisa Bock" userId="1f2a7945151d6011" providerId="LiveId" clId="{C25289B4-649D-43E5-869B-D81A31A662C0}" dt="2021-10-11T18:47:14.787" v="1369"/>
        <pc:sldMkLst>
          <pc:docMk/>
          <pc:sldMk cId="3823605793" sldId="308"/>
        </pc:sldMkLst>
        <pc:spChg chg="mod">
          <ac:chgData name="Lisa Bock" userId="1f2a7945151d6011" providerId="LiveId" clId="{C25289B4-649D-43E5-869B-D81A31A662C0}" dt="2021-10-11T15:17:19.770" v="584"/>
          <ac:spMkLst>
            <pc:docMk/>
            <pc:sldMk cId="3823605793" sldId="308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1T16:37:47.185" v="784" actId="12"/>
          <ac:spMkLst>
            <pc:docMk/>
            <pc:sldMk cId="3823605793" sldId="308"/>
            <ac:spMk id="3" creationId="{D265882B-10E2-446D-A76D-9CAE7BFA8BE6}"/>
          </ac:spMkLst>
        </pc:spChg>
        <pc:picChg chg="add del mod">
          <ac:chgData name="Lisa Bock" userId="1f2a7945151d6011" providerId="LiveId" clId="{C25289B4-649D-43E5-869B-D81A31A662C0}" dt="2021-10-11T15:18:46.106" v="593" actId="478"/>
          <ac:picMkLst>
            <pc:docMk/>
            <pc:sldMk cId="3823605793" sldId="308"/>
            <ac:picMk id="1026" creationId="{67646CFD-BDFD-4935-8A16-B1FB24E4D6EA}"/>
          </ac:picMkLst>
        </pc:picChg>
      </pc:sldChg>
      <pc:sldChg chg="modSp add mod modNotesTx">
        <pc:chgData name="Lisa Bock" userId="1f2a7945151d6011" providerId="LiveId" clId="{C25289B4-649D-43E5-869B-D81A31A662C0}" dt="2021-10-13T18:49:51.323" v="2726" actId="114"/>
        <pc:sldMkLst>
          <pc:docMk/>
          <pc:sldMk cId="777483345" sldId="309"/>
        </pc:sldMkLst>
        <pc:spChg chg="mod">
          <ac:chgData name="Lisa Bock" userId="1f2a7945151d6011" providerId="LiveId" clId="{C25289B4-649D-43E5-869B-D81A31A662C0}" dt="2021-10-11T16:37:58.701" v="785" actId="108"/>
          <ac:spMkLst>
            <pc:docMk/>
            <pc:sldMk cId="777483345" sldId="309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3T18:49:45.680" v="2724" actId="21"/>
          <ac:spMkLst>
            <pc:docMk/>
            <pc:sldMk cId="777483345" sldId="309"/>
            <ac:spMk id="3" creationId="{D265882B-10E2-446D-A76D-9CAE7BFA8BE6}"/>
          </ac:spMkLst>
        </pc:spChg>
      </pc:sldChg>
      <pc:sldChg chg="modSp add mod">
        <pc:chgData name="Lisa Bock" userId="1f2a7945151d6011" providerId="LiveId" clId="{C25289B4-649D-43E5-869B-D81A31A662C0}" dt="2021-10-11T16:45:58.330" v="868" actId="20577"/>
        <pc:sldMkLst>
          <pc:docMk/>
          <pc:sldMk cId="3225700186" sldId="310"/>
        </pc:sldMkLst>
        <pc:spChg chg="mod">
          <ac:chgData name="Lisa Bock" userId="1f2a7945151d6011" providerId="LiveId" clId="{C25289B4-649D-43E5-869B-D81A31A662C0}" dt="2021-10-11T16:45:58.330" v="868" actId="20577"/>
          <ac:spMkLst>
            <pc:docMk/>
            <pc:sldMk cId="3225700186" sldId="310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1T14:15:35.260" v="127" actId="27636"/>
          <ac:spMkLst>
            <pc:docMk/>
            <pc:sldMk cId="3225700186" sldId="310"/>
            <ac:spMk id="3" creationId="{D265882B-10E2-446D-A76D-9CAE7BFA8BE6}"/>
          </ac:spMkLst>
        </pc:spChg>
      </pc:sldChg>
      <pc:sldChg chg="addSp delSp modSp add del mod">
        <pc:chgData name="Lisa Bock" userId="1f2a7945151d6011" providerId="LiveId" clId="{C25289B4-649D-43E5-869B-D81A31A662C0}" dt="2021-10-12T23:45:00.569" v="1800" actId="2696"/>
        <pc:sldMkLst>
          <pc:docMk/>
          <pc:sldMk cId="3889499047" sldId="315"/>
        </pc:sldMkLst>
        <pc:spChg chg="mod">
          <ac:chgData name="Lisa Bock" userId="1f2a7945151d6011" providerId="LiveId" clId="{C25289B4-649D-43E5-869B-D81A31A662C0}" dt="2021-10-11T19:37:40.149" v="1665" actId="20577"/>
          <ac:spMkLst>
            <pc:docMk/>
            <pc:sldMk cId="3889499047" sldId="315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2T23:41:54.507" v="1735" actId="27636"/>
          <ac:spMkLst>
            <pc:docMk/>
            <pc:sldMk cId="3889499047" sldId="315"/>
            <ac:spMk id="3" creationId="{D265882B-10E2-446D-A76D-9CAE7BFA8BE6}"/>
          </ac:spMkLst>
        </pc:spChg>
        <pc:picChg chg="add del mod">
          <ac:chgData name="Lisa Bock" userId="1f2a7945151d6011" providerId="LiveId" clId="{C25289B4-649D-43E5-869B-D81A31A662C0}" dt="2021-10-12T23:42:09.470" v="1736" actId="478"/>
          <ac:picMkLst>
            <pc:docMk/>
            <pc:sldMk cId="3889499047" sldId="315"/>
            <ac:picMk id="2050" creationId="{5EAD31FB-EBDA-4128-9AD0-D4153DC7197E}"/>
          </ac:picMkLst>
        </pc:picChg>
      </pc:sldChg>
      <pc:sldChg chg="modSp add mod">
        <pc:chgData name="Lisa Bock" userId="1f2a7945151d6011" providerId="LiveId" clId="{C25289B4-649D-43E5-869B-D81A31A662C0}" dt="2021-10-12T23:46:34.199" v="1813" actId="6549"/>
        <pc:sldMkLst>
          <pc:docMk/>
          <pc:sldMk cId="1294276660" sldId="316"/>
        </pc:sldMkLst>
        <pc:spChg chg="mod">
          <ac:chgData name="Lisa Bock" userId="1f2a7945151d6011" providerId="LiveId" clId="{C25289B4-649D-43E5-869B-D81A31A662C0}" dt="2021-10-12T23:45:26.430" v="1805" actId="20577"/>
          <ac:spMkLst>
            <pc:docMk/>
            <pc:sldMk cId="1294276660" sldId="316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2T23:46:34.199" v="1813" actId="6549"/>
          <ac:spMkLst>
            <pc:docMk/>
            <pc:sldMk cId="1294276660" sldId="316"/>
            <ac:spMk id="3" creationId="{D265882B-10E2-446D-A76D-9CAE7BFA8BE6}"/>
          </ac:spMkLst>
        </pc:spChg>
      </pc:sldChg>
      <pc:sldChg chg="modSp add mod">
        <pc:chgData name="Lisa Bock" userId="1f2a7945151d6011" providerId="LiveId" clId="{C25289B4-649D-43E5-869B-D81A31A662C0}" dt="2021-10-13T19:14:52.786" v="2734" actId="20577"/>
        <pc:sldMkLst>
          <pc:docMk/>
          <pc:sldMk cId="122715935" sldId="320"/>
        </pc:sldMkLst>
        <pc:spChg chg="mod">
          <ac:chgData name="Lisa Bock" userId="1f2a7945151d6011" providerId="LiveId" clId="{C25289B4-649D-43E5-869B-D81A31A662C0}" dt="2021-10-12T23:39:20.950" v="1719" actId="20577"/>
          <ac:spMkLst>
            <pc:docMk/>
            <pc:sldMk cId="122715935" sldId="320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3T19:14:52.786" v="2734" actId="20577"/>
          <ac:spMkLst>
            <pc:docMk/>
            <pc:sldMk cId="122715935" sldId="320"/>
            <ac:spMk id="3" creationId="{D265882B-10E2-446D-A76D-9CAE7BFA8BE6}"/>
          </ac:spMkLst>
        </pc:spChg>
      </pc:sldChg>
      <pc:sldChg chg="modSp add mod">
        <pc:chgData name="Lisa Bock" userId="1f2a7945151d6011" providerId="LiveId" clId="{C25289B4-649D-43E5-869B-D81A31A662C0}" dt="2021-10-11T16:49:05.392" v="875" actId="114"/>
        <pc:sldMkLst>
          <pc:docMk/>
          <pc:sldMk cId="9496295" sldId="321"/>
        </pc:sldMkLst>
        <pc:spChg chg="mod">
          <ac:chgData name="Lisa Bock" userId="1f2a7945151d6011" providerId="LiveId" clId="{C25289B4-649D-43E5-869B-D81A31A662C0}" dt="2021-10-11T14:12:41.327" v="75" actId="20577"/>
          <ac:spMkLst>
            <pc:docMk/>
            <pc:sldMk cId="9496295" sldId="321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1T16:49:05.392" v="875" actId="114"/>
          <ac:spMkLst>
            <pc:docMk/>
            <pc:sldMk cId="9496295" sldId="321"/>
            <ac:spMk id="3" creationId="{D265882B-10E2-446D-A76D-9CAE7BFA8BE6}"/>
          </ac:spMkLst>
        </pc:spChg>
      </pc:sldChg>
      <pc:sldChg chg="modSp add mod">
        <pc:chgData name="Lisa Bock" userId="1f2a7945151d6011" providerId="LiveId" clId="{C25289B4-649D-43E5-869B-D81A31A662C0}" dt="2021-10-11T19:08:02.213" v="1495" actId="114"/>
        <pc:sldMkLst>
          <pc:docMk/>
          <pc:sldMk cId="1296558363" sldId="322"/>
        </pc:sldMkLst>
        <pc:spChg chg="mod">
          <ac:chgData name="Lisa Bock" userId="1f2a7945151d6011" providerId="LiveId" clId="{C25289B4-649D-43E5-869B-D81A31A662C0}" dt="2021-10-11T14:23:35.832" v="218" actId="20577"/>
          <ac:spMkLst>
            <pc:docMk/>
            <pc:sldMk cId="1296558363" sldId="322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1T19:08:02.213" v="1495" actId="114"/>
          <ac:spMkLst>
            <pc:docMk/>
            <pc:sldMk cId="1296558363" sldId="322"/>
            <ac:spMk id="3" creationId="{D265882B-10E2-446D-A76D-9CAE7BFA8BE6}"/>
          </ac:spMkLst>
        </pc:spChg>
      </pc:sldChg>
      <pc:sldChg chg="modSp add del mod ord">
        <pc:chgData name="Lisa Bock" userId="1f2a7945151d6011" providerId="LiveId" clId="{C25289B4-649D-43E5-869B-D81A31A662C0}" dt="2021-10-13T14:42:52.150" v="2640" actId="2696"/>
        <pc:sldMkLst>
          <pc:docMk/>
          <pc:sldMk cId="1842536478" sldId="323"/>
        </pc:sldMkLst>
        <pc:spChg chg="mod">
          <ac:chgData name="Lisa Bock" userId="1f2a7945151d6011" providerId="LiveId" clId="{C25289B4-649D-43E5-869B-D81A31A662C0}" dt="2021-10-11T17:55:36.857" v="1364" actId="20577"/>
          <ac:spMkLst>
            <pc:docMk/>
            <pc:sldMk cId="1842536478" sldId="323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3T00:07:06.507" v="2041" actId="6549"/>
          <ac:spMkLst>
            <pc:docMk/>
            <pc:sldMk cId="1842536478" sldId="323"/>
            <ac:spMk id="3" creationId="{D265882B-10E2-446D-A76D-9CAE7BFA8BE6}"/>
          </ac:spMkLst>
        </pc:spChg>
      </pc:sldChg>
      <pc:sldChg chg="modSp add mod">
        <pc:chgData name="Lisa Bock" userId="1f2a7945151d6011" providerId="LiveId" clId="{C25289B4-649D-43E5-869B-D81A31A662C0}" dt="2021-10-12T23:52:06.901" v="1828" actId="20577"/>
        <pc:sldMkLst>
          <pc:docMk/>
          <pc:sldMk cId="2064771237" sldId="324"/>
        </pc:sldMkLst>
        <pc:spChg chg="mod">
          <ac:chgData name="Lisa Bock" userId="1f2a7945151d6011" providerId="LiveId" clId="{C25289B4-649D-43E5-869B-D81A31A662C0}" dt="2021-10-12T23:47:55.469" v="1822" actId="20577"/>
          <ac:spMkLst>
            <pc:docMk/>
            <pc:sldMk cId="2064771237" sldId="324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2T23:52:06.901" v="1828" actId="20577"/>
          <ac:spMkLst>
            <pc:docMk/>
            <pc:sldMk cId="2064771237" sldId="324"/>
            <ac:spMk id="3" creationId="{D265882B-10E2-446D-A76D-9CAE7BFA8BE6}"/>
          </ac:spMkLst>
        </pc:spChg>
      </pc:sldChg>
      <pc:sldChg chg="add del ord">
        <pc:chgData name="Lisa Bock" userId="1f2a7945151d6011" providerId="LiveId" clId="{C25289B4-649D-43E5-869B-D81A31A662C0}" dt="2021-10-13T00:19:19.684" v="2165" actId="2696"/>
        <pc:sldMkLst>
          <pc:docMk/>
          <pc:sldMk cId="286330212" sldId="325"/>
        </pc:sldMkLst>
      </pc:sldChg>
      <pc:sldChg chg="modSp add del mod ord">
        <pc:chgData name="Lisa Bock" userId="1f2a7945151d6011" providerId="LiveId" clId="{C25289B4-649D-43E5-869B-D81A31A662C0}" dt="2021-10-13T14:47:48.199" v="2684" actId="2696"/>
        <pc:sldMkLst>
          <pc:docMk/>
          <pc:sldMk cId="2801388628" sldId="326"/>
        </pc:sldMkLst>
        <pc:spChg chg="mod">
          <ac:chgData name="Lisa Bock" userId="1f2a7945151d6011" providerId="LiveId" clId="{C25289B4-649D-43E5-869B-D81A31A662C0}" dt="2021-10-13T14:47:35.495" v="2678" actId="21"/>
          <ac:spMkLst>
            <pc:docMk/>
            <pc:sldMk cId="2801388628" sldId="326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C25289B4-649D-43E5-869B-D81A31A662C0}" dt="2021-10-13T19:35:26.754" v="2876" actId="20577"/>
        <pc:sldMkLst>
          <pc:docMk/>
          <pc:sldMk cId="1363023852" sldId="327"/>
        </pc:sldMkLst>
        <pc:spChg chg="mod">
          <ac:chgData name="Lisa Bock" userId="1f2a7945151d6011" providerId="LiveId" clId="{C25289B4-649D-43E5-869B-D81A31A662C0}" dt="2021-10-13T19:35:26.754" v="2876" actId="20577"/>
          <ac:spMkLst>
            <pc:docMk/>
            <pc:sldMk cId="1363023852" sldId="327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3T19:24:42.139" v="2864" actId="20577"/>
          <ac:spMkLst>
            <pc:docMk/>
            <pc:sldMk cId="1363023852" sldId="327"/>
            <ac:spMk id="3" creationId="{D265882B-10E2-446D-A76D-9CAE7BFA8BE6}"/>
          </ac:spMkLst>
        </pc:spChg>
      </pc:sldChg>
      <pc:sldChg chg="modSp add mod">
        <pc:chgData name="Lisa Bock" userId="1f2a7945151d6011" providerId="LiveId" clId="{C25289B4-649D-43E5-869B-D81A31A662C0}" dt="2021-10-13T14:09:21.084" v="2460" actId="20577"/>
        <pc:sldMkLst>
          <pc:docMk/>
          <pc:sldMk cId="3398644275" sldId="328"/>
        </pc:sldMkLst>
        <pc:spChg chg="mod">
          <ac:chgData name="Lisa Bock" userId="1f2a7945151d6011" providerId="LiveId" clId="{C25289B4-649D-43E5-869B-D81A31A662C0}" dt="2021-10-13T14:08:04.762" v="2429" actId="20577"/>
          <ac:spMkLst>
            <pc:docMk/>
            <pc:sldMk cId="3398644275" sldId="328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3T14:09:21.084" v="2460" actId="20577"/>
          <ac:spMkLst>
            <pc:docMk/>
            <pc:sldMk cId="3398644275" sldId="328"/>
            <ac:spMk id="3" creationId="{D265882B-10E2-446D-A76D-9CAE7BFA8BE6}"/>
          </ac:spMkLst>
        </pc:spChg>
      </pc:sldChg>
      <pc:sldChg chg="addSp modSp add mod">
        <pc:chgData name="Lisa Bock" userId="1f2a7945151d6011" providerId="LiveId" clId="{C25289B4-649D-43E5-869B-D81A31A662C0}" dt="2021-10-13T14:19:01.473" v="2546" actId="20577"/>
        <pc:sldMkLst>
          <pc:docMk/>
          <pc:sldMk cId="3075405410" sldId="329"/>
        </pc:sldMkLst>
        <pc:spChg chg="mod">
          <ac:chgData name="Lisa Bock" userId="1f2a7945151d6011" providerId="LiveId" clId="{C25289B4-649D-43E5-869B-D81A31A662C0}" dt="2021-10-13T14:19:01.473" v="2546" actId="20577"/>
          <ac:spMkLst>
            <pc:docMk/>
            <pc:sldMk cId="3075405410" sldId="329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3T14:17:25.888" v="2502" actId="1076"/>
          <ac:spMkLst>
            <pc:docMk/>
            <pc:sldMk cId="3075405410" sldId="329"/>
            <ac:spMk id="3" creationId="{D265882B-10E2-446D-A76D-9CAE7BFA8BE6}"/>
          </ac:spMkLst>
        </pc:spChg>
        <pc:picChg chg="add mod">
          <ac:chgData name="Lisa Bock" userId="1f2a7945151d6011" providerId="LiveId" clId="{C25289B4-649D-43E5-869B-D81A31A662C0}" dt="2021-10-13T14:10:03.193" v="2472" actId="1076"/>
          <ac:picMkLst>
            <pc:docMk/>
            <pc:sldMk cId="3075405410" sldId="329"/>
            <ac:picMk id="5" creationId="{3862AB73-00EB-4891-9823-8E5521AD5100}"/>
          </ac:picMkLst>
        </pc:picChg>
      </pc:sldChg>
      <pc:sldChg chg="modSp add mod ord">
        <pc:chgData name="Lisa Bock" userId="1f2a7945151d6011" providerId="LiveId" clId="{C25289B4-649D-43E5-869B-D81A31A662C0}" dt="2021-10-13T19:42:06.612" v="2880"/>
        <pc:sldMkLst>
          <pc:docMk/>
          <pc:sldMk cId="1605818183" sldId="330"/>
        </pc:sldMkLst>
        <pc:spChg chg="mod">
          <ac:chgData name="Lisa Bock" userId="1f2a7945151d6011" providerId="LiveId" clId="{C25289B4-649D-43E5-869B-D81A31A662C0}" dt="2021-10-13T14:18:16.883" v="2534" actId="20577"/>
          <ac:spMkLst>
            <pc:docMk/>
            <pc:sldMk cId="1605818183" sldId="330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3T14:45:51.732" v="2659" actId="20577"/>
          <ac:spMkLst>
            <pc:docMk/>
            <pc:sldMk cId="1605818183" sldId="330"/>
            <ac:spMk id="3" creationId="{D265882B-10E2-446D-A76D-9CAE7BFA8BE6}"/>
          </ac:spMkLst>
        </pc:spChg>
      </pc:sldChg>
      <pc:sldChg chg="addSp modSp add mod ord">
        <pc:chgData name="Lisa Bock" userId="1f2a7945151d6011" providerId="LiveId" clId="{C25289B4-649D-43E5-869B-D81A31A662C0}" dt="2021-10-13T19:40:34.580" v="2878"/>
        <pc:sldMkLst>
          <pc:docMk/>
          <pc:sldMk cId="869147948" sldId="331"/>
        </pc:sldMkLst>
        <pc:spChg chg="mod">
          <ac:chgData name="Lisa Bock" userId="1f2a7945151d6011" providerId="LiveId" clId="{C25289B4-649D-43E5-869B-D81A31A662C0}" dt="2021-10-13T14:19:31.438" v="2561" actId="20577"/>
          <ac:spMkLst>
            <pc:docMk/>
            <pc:sldMk cId="869147948" sldId="331"/>
            <ac:spMk id="2" creationId="{A92B708E-4083-4962-9240-C5792BEC3394}"/>
          </ac:spMkLst>
        </pc:spChg>
        <pc:spChg chg="mod">
          <ac:chgData name="Lisa Bock" userId="1f2a7945151d6011" providerId="LiveId" clId="{C25289B4-649D-43E5-869B-D81A31A662C0}" dt="2021-10-13T14:25:08.808" v="2639" actId="1076"/>
          <ac:spMkLst>
            <pc:docMk/>
            <pc:sldMk cId="869147948" sldId="331"/>
            <ac:spMk id="3" creationId="{D265882B-10E2-446D-A76D-9CAE7BFA8BE6}"/>
          </ac:spMkLst>
        </pc:spChg>
        <pc:picChg chg="add mod">
          <ac:chgData name="Lisa Bock" userId="1f2a7945151d6011" providerId="LiveId" clId="{C25289B4-649D-43E5-869B-D81A31A662C0}" dt="2021-10-13T14:23:43.361" v="2612" actId="1076"/>
          <ac:picMkLst>
            <pc:docMk/>
            <pc:sldMk cId="869147948" sldId="331"/>
            <ac:picMk id="2050" creationId="{4E2C00E9-D629-4D0B-8B31-D801102F1F35}"/>
          </ac:picMkLst>
        </pc:picChg>
      </pc:sldChg>
      <pc:sldChg chg="modSp new mod modNotesTx">
        <pc:chgData name="Lisa Bock" userId="1f2a7945151d6011" providerId="LiveId" clId="{C25289B4-649D-43E5-869B-D81A31A662C0}" dt="2021-10-13T22:02:59.135" v="2899" actId="20577"/>
        <pc:sldMkLst>
          <pc:docMk/>
          <pc:sldMk cId="706878244" sldId="332"/>
        </pc:sldMkLst>
        <pc:spChg chg="mod">
          <ac:chgData name="Lisa Bock" userId="1f2a7945151d6011" providerId="LiveId" clId="{C25289B4-649D-43E5-869B-D81A31A662C0}" dt="2021-10-11T15:28:19.139" v="685" actId="20577"/>
          <ac:spMkLst>
            <pc:docMk/>
            <pc:sldMk cId="706878244" sldId="332"/>
            <ac:spMk id="2" creationId="{D149AE4A-620B-4434-AACB-7CA0157C28BD}"/>
          </ac:spMkLst>
        </pc:spChg>
        <pc:spChg chg="mod">
          <ac:chgData name="Lisa Bock" userId="1f2a7945151d6011" providerId="LiveId" clId="{C25289B4-649D-43E5-869B-D81A31A662C0}" dt="2021-10-13T22:02:59.135" v="2899" actId="20577"/>
          <ac:spMkLst>
            <pc:docMk/>
            <pc:sldMk cId="706878244" sldId="332"/>
            <ac:spMk id="3" creationId="{686D3A3A-9676-429A-B708-BE4010E91FBC}"/>
          </ac:spMkLst>
        </pc:spChg>
      </pc:sldChg>
      <pc:sldChg chg="modSp add mod modNotesTx">
        <pc:chgData name="Lisa Bock" userId="1f2a7945151d6011" providerId="LiveId" clId="{C25289B4-649D-43E5-869B-D81A31A662C0}" dt="2021-10-11T19:00:46.387" v="1443" actId="27636"/>
        <pc:sldMkLst>
          <pc:docMk/>
          <pc:sldMk cId="314506554" sldId="333"/>
        </pc:sldMkLst>
        <pc:spChg chg="mod">
          <ac:chgData name="Lisa Bock" userId="1f2a7945151d6011" providerId="LiveId" clId="{C25289B4-649D-43E5-869B-D81A31A662C0}" dt="2021-10-11T15:29:01.943" v="690" actId="108"/>
          <ac:spMkLst>
            <pc:docMk/>
            <pc:sldMk cId="314506554" sldId="333"/>
            <ac:spMk id="2" creationId="{D149AE4A-620B-4434-AACB-7CA0157C28BD}"/>
          </ac:spMkLst>
        </pc:spChg>
        <pc:spChg chg="mod">
          <ac:chgData name="Lisa Bock" userId="1f2a7945151d6011" providerId="LiveId" clId="{C25289B4-649D-43E5-869B-D81A31A662C0}" dt="2021-10-11T19:00:46.387" v="1443" actId="27636"/>
          <ac:spMkLst>
            <pc:docMk/>
            <pc:sldMk cId="314506554" sldId="333"/>
            <ac:spMk id="3" creationId="{686D3A3A-9676-429A-B708-BE4010E91FBC}"/>
          </ac:spMkLst>
        </pc:spChg>
      </pc:sldChg>
      <pc:sldChg chg="addSp delSp modSp new del mod">
        <pc:chgData name="Lisa Bock" userId="1f2a7945151d6011" providerId="LiveId" clId="{C25289B4-649D-43E5-869B-D81A31A662C0}" dt="2021-10-13T14:21:54.174" v="2606" actId="47"/>
        <pc:sldMkLst>
          <pc:docMk/>
          <pc:sldMk cId="3672873980" sldId="334"/>
        </pc:sldMkLst>
        <pc:spChg chg="mod">
          <ac:chgData name="Lisa Bock" userId="1f2a7945151d6011" providerId="LiveId" clId="{C25289B4-649D-43E5-869B-D81A31A662C0}" dt="2021-10-13T14:21:20.953" v="2604" actId="20577"/>
          <ac:spMkLst>
            <pc:docMk/>
            <pc:sldMk cId="3672873980" sldId="334"/>
            <ac:spMk id="2" creationId="{04F5526F-96D1-49F0-904F-111E93BBC065}"/>
          </ac:spMkLst>
        </pc:spChg>
        <pc:spChg chg="mod">
          <ac:chgData name="Lisa Bock" userId="1f2a7945151d6011" providerId="LiveId" clId="{C25289B4-649D-43E5-869B-D81A31A662C0}" dt="2021-10-13T14:20:05.355" v="2582" actId="20577"/>
          <ac:spMkLst>
            <pc:docMk/>
            <pc:sldMk cId="3672873980" sldId="334"/>
            <ac:spMk id="3" creationId="{50C7E0C7-B738-4A25-8ECD-FFF51361BBE6}"/>
          </ac:spMkLst>
        </pc:spChg>
        <pc:spChg chg="del">
          <ac:chgData name="Lisa Bock" userId="1f2a7945151d6011" providerId="LiveId" clId="{C25289B4-649D-43E5-869B-D81A31A662C0}" dt="2021-10-13T14:20:12.236" v="2583"/>
          <ac:spMkLst>
            <pc:docMk/>
            <pc:sldMk cId="3672873980" sldId="334"/>
            <ac:spMk id="4" creationId="{671C0872-E7F5-4092-8B4C-0897F29BB099}"/>
          </ac:spMkLst>
        </pc:spChg>
        <pc:spChg chg="del">
          <ac:chgData name="Lisa Bock" userId="1f2a7945151d6011" providerId="LiveId" clId="{C25289B4-649D-43E5-869B-D81A31A662C0}" dt="2021-10-13T14:21:31.735" v="2605"/>
          <ac:spMkLst>
            <pc:docMk/>
            <pc:sldMk cId="3672873980" sldId="334"/>
            <ac:spMk id="5" creationId="{F2D21539-4F57-47CA-AA51-61BA246DA459}"/>
          </ac:spMkLst>
        </pc:spChg>
        <pc:picChg chg="add mod">
          <ac:chgData name="Lisa Bock" userId="1f2a7945151d6011" providerId="LiveId" clId="{C25289B4-649D-43E5-869B-D81A31A662C0}" dt="2021-10-13T14:20:39.768" v="2589" actId="1076"/>
          <ac:picMkLst>
            <pc:docMk/>
            <pc:sldMk cId="3672873980" sldId="334"/>
            <ac:picMk id="8" creationId="{E6D64FF4-7CE4-4028-B4D1-148A94DE704E}"/>
          </ac:picMkLst>
        </pc:picChg>
        <pc:picChg chg="add mod">
          <ac:chgData name="Lisa Bock" userId="1f2a7945151d6011" providerId="LiveId" clId="{C25289B4-649D-43E5-869B-D81A31A662C0}" dt="2021-10-13T14:21:31.735" v="2605"/>
          <ac:picMkLst>
            <pc:docMk/>
            <pc:sldMk cId="3672873980" sldId="334"/>
            <ac:picMk id="1026" creationId="{0D64D70A-23C6-4FBB-B4E1-9B70924EF3B9}"/>
          </ac:picMkLst>
        </pc:picChg>
      </pc:sldChg>
    </pc:docChg>
  </pc:docChgLst>
  <pc:docChgLst>
    <pc:chgData name="Danielle Andries" userId="93d179e4-3c18-40f7-920e-ae80b202540d" providerId="ADAL" clId="{768C602D-945B-4DAA-931F-B3E9B3341B36}"/>
    <pc:docChg chg="custSel modSld sldOrd">
      <pc:chgData name="Danielle Andries" userId="93d179e4-3c18-40f7-920e-ae80b202540d" providerId="ADAL" clId="{768C602D-945B-4DAA-931F-B3E9B3341B36}" dt="2021-09-23T20:46:47.142" v="46" actId="20577"/>
      <pc:docMkLst>
        <pc:docMk/>
      </pc:docMkLst>
      <pc:sldChg chg="modSp mod">
        <pc:chgData name="Danielle Andries" userId="93d179e4-3c18-40f7-920e-ae80b202540d" providerId="ADAL" clId="{768C602D-945B-4DAA-931F-B3E9B3341B36}" dt="2021-09-23T20:46:22.373" v="43"/>
        <pc:sldMkLst>
          <pc:docMk/>
          <pc:sldMk cId="3676537154" sldId="256"/>
        </pc:sldMkLst>
        <pc:spChg chg="mod">
          <ac:chgData name="Danielle Andries" userId="93d179e4-3c18-40f7-920e-ae80b202540d" providerId="ADAL" clId="{768C602D-945B-4DAA-931F-B3E9B3341B36}" dt="2021-09-23T20:46:22.373" v="43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768C602D-945B-4DAA-931F-B3E9B3341B36}" dt="2021-09-23T20:43:30.744" v="2"/>
        <pc:sldMkLst>
          <pc:docMk/>
          <pc:sldMk cId="3476460589" sldId="258"/>
        </pc:sldMkLst>
        <pc:spChg chg="mod">
          <ac:chgData name="Danielle Andries" userId="93d179e4-3c18-40f7-920e-ae80b202540d" providerId="ADAL" clId="{768C602D-945B-4DAA-931F-B3E9B3341B36}" dt="2021-09-23T20:43:30.744" v="2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768C602D-945B-4DAA-931F-B3E9B3341B36}" dt="2021-09-23T20:43:18.573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768C602D-945B-4DAA-931F-B3E9B3341B36}" dt="2021-09-23T20:44:06.406" v="28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768C602D-945B-4DAA-931F-B3E9B3341B36}" dt="2021-09-23T20:44:02.129" v="24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768C602D-945B-4DAA-931F-B3E9B3341B36}" dt="2021-09-23T20:44:04.182" v="26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768C602D-945B-4DAA-931F-B3E9B3341B36}" dt="2021-09-23T20:44:06.406" v="28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768C602D-945B-4DAA-931F-B3E9B3341B36}" dt="2021-09-23T20:44:54.801" v="35"/>
        <pc:sldMkLst>
          <pc:docMk/>
          <pc:sldMk cId="2476087910" sldId="266"/>
        </pc:sldMkLst>
        <pc:spChg chg="mod">
          <ac:chgData name="Danielle Andries" userId="93d179e4-3c18-40f7-920e-ae80b202540d" providerId="ADAL" clId="{768C602D-945B-4DAA-931F-B3E9B3341B36}" dt="2021-09-23T20:44:54.801" v="35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768C602D-945B-4DAA-931F-B3E9B3341B36}" dt="2021-09-23T20:44:34.338" v="34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768C602D-945B-4DAA-931F-B3E9B3341B36}" dt="2021-09-23T20:44:31.370" v="32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768C602D-945B-4DAA-931F-B3E9B3341B36}" dt="2021-09-23T20:46:05.170" v="41"/>
        <pc:sldMkLst>
          <pc:docMk/>
          <pc:sldMk cId="1865066414" sldId="271"/>
        </pc:sldMkLst>
        <pc:spChg chg="mod">
          <ac:chgData name="Danielle Andries" userId="93d179e4-3c18-40f7-920e-ae80b202540d" providerId="ADAL" clId="{768C602D-945B-4DAA-931F-B3E9B3341B36}" dt="2021-09-23T20:46:05.170" v="41"/>
          <ac:spMkLst>
            <pc:docMk/>
            <pc:sldMk cId="1865066414" sldId="271"/>
            <ac:spMk id="2" creationId="{897A5AF4-7AED-4A32-8826-AA455EAA7711}"/>
          </ac:spMkLst>
        </pc:spChg>
        <pc:spChg chg="mod">
          <ac:chgData name="Danielle Andries" userId="93d179e4-3c18-40f7-920e-ae80b202540d" providerId="ADAL" clId="{768C602D-945B-4DAA-931F-B3E9B3341B36}" dt="2021-09-23T20:45:52.226" v="40" actId="20577"/>
          <ac:spMkLst>
            <pc:docMk/>
            <pc:sldMk cId="1865066414" sldId="271"/>
            <ac:spMk id="3" creationId="{1C09A606-AC3C-4FE5-B558-E5DD82C0A761}"/>
          </ac:spMkLst>
        </pc:spChg>
        <pc:spChg chg="mod">
          <ac:chgData name="Danielle Andries" userId="93d179e4-3c18-40f7-920e-ae80b202540d" providerId="ADAL" clId="{768C602D-945B-4DAA-931F-B3E9B3341B36}" dt="2021-09-23T20:45:50.264" v="38" actId="20577"/>
          <ac:spMkLst>
            <pc:docMk/>
            <pc:sldMk cId="1865066414" sldId="271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768C602D-945B-4DAA-931F-B3E9B3341B36}" dt="2021-09-23T20:46:47.142" v="46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768C602D-945B-4DAA-931F-B3E9B3341B36}" dt="2021-09-23T20:46:47.142" v="46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mod">
        <pc:chgData name="Danielle Andries" userId="93d179e4-3c18-40f7-920e-ae80b202540d" providerId="ADAL" clId="{768C602D-945B-4DAA-931F-B3E9B3341B36}" dt="2021-09-23T20:46:43.187" v="44"/>
        <pc:sldMkLst>
          <pc:docMk/>
          <pc:sldMk cId="265432538" sldId="282"/>
        </pc:sldMkLst>
        <pc:spChg chg="mod">
          <ac:chgData name="Danielle Andries" userId="93d179e4-3c18-40f7-920e-ae80b202540d" providerId="ADAL" clId="{768C602D-945B-4DAA-931F-B3E9B3341B36}" dt="2021-09-23T20:46:43.187" v="44"/>
          <ac:spMkLst>
            <pc:docMk/>
            <pc:sldMk cId="265432538" sldId="282"/>
            <ac:spMk id="3" creationId="{568708AE-48ED-4852-AE39-86C44E3C3102}"/>
          </ac:spMkLst>
        </pc:spChg>
      </pc:sldChg>
      <pc:sldChg chg="modSp mod ord">
        <pc:chgData name="Danielle Andries" userId="93d179e4-3c18-40f7-920e-ae80b202540d" providerId="ADAL" clId="{768C602D-945B-4DAA-931F-B3E9B3341B36}" dt="2021-09-23T20:45:44.238" v="36"/>
        <pc:sldMkLst>
          <pc:docMk/>
          <pc:sldMk cId="2458990325" sldId="283"/>
        </pc:sldMkLst>
        <pc:spChg chg="mod">
          <ac:chgData name="Danielle Andries" userId="93d179e4-3c18-40f7-920e-ae80b202540d" providerId="ADAL" clId="{768C602D-945B-4DAA-931F-B3E9B3341B36}" dt="2021-09-23T20:45:44.238" v="36"/>
          <ac:spMkLst>
            <pc:docMk/>
            <pc:sldMk cId="2458990325" sldId="283"/>
            <ac:spMk id="3" creationId="{568708AE-48ED-4852-AE39-86C44E3C310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06D6A9A-E421-49E1-95E3-28D4C7B9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1017" y="8846898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59ABDE6-7738-416A-B4E7-0C3C017A51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391349" y="874756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CompTIA_logo.wmf">
            <a:extLst>
              <a:ext uri="{FF2B5EF4-FFF2-40B4-BE49-F238E27FC236}">
                <a16:creationId xmlns:a16="http://schemas.microsoft.com/office/drawing/2014/main" id="{C687E238-29FD-442E-B707-9D78F681F08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87" y="8742059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11223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845062"/>
            <a:ext cx="6096000" cy="46131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E08E5ED-27EB-4222-8673-ABB6E71767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77118" y="8868932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F69D4DB-2CA4-4812-B085-993471451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336264" y="8769594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CompTIA_logo.wmf">
            <a:extLst>
              <a:ext uri="{FF2B5EF4-FFF2-40B4-BE49-F238E27FC236}">
                <a16:creationId xmlns:a16="http://schemas.microsoft.com/office/drawing/2014/main" id="{94795792-6EB9-40B5-B9EB-C67D5E9BEC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688" y="8764093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url.se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Just because of vulnerability exists doesn't mean that a malicious actor will try to exploit the vulnerability. However, it’s important to be aware it exists, as someone can later use the vulnerability in an active attack.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52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Conduct a search on “using an old vulnerability in an attack” and share their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759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In order to decrease overall organizational risk, it’s essential to identify and reduce vulnerabilities in each attack surface.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688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When using nmap, you don't need to break out of the session, simply wait a few seconds for the scan to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87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Curl has many more capabilities and is worth exploring by going to: </a:t>
            </a:r>
            <a:r>
              <a:rPr lang="en-US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3"/>
              </a:rPr>
              <a:t>https://curl.se/</a:t>
            </a: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. Have students do a search on how curl is used in industry.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459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Search for an “icmp Loki attack” and share their thoughts.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3626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Keep in mind that in smaller applications the web server and database can be part of the same application, installed on the same computer.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117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7DB1-AF77-4C23-97D2-AB742035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133DACF-FEBA-45AC-9EB7-694DBCD1B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7C70C8-90CB-4519-B236-5C8D99A8D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333B3E-5BEA-4514-BC19-7601420A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22AB62-0F44-4520-87A4-B6F4E2993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49" y="746760"/>
            <a:ext cx="4353949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FCEDE76-6906-4DE3-843C-BBB6CA5A21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36383" y="746760"/>
            <a:ext cx="4380617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B2E2FA-09DF-4717-B99F-F1A240733D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96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50" y="745483"/>
            <a:ext cx="4353948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8AA6A-10F2-4CA6-8925-E15CCE24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EE39E2-5B69-4AB7-BDDE-B92E1D3BC1B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46050" y="1367538"/>
            <a:ext cx="4353948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648BDE9-7085-42C7-97A5-A2C2D27A09D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645493" y="1378716"/>
            <a:ext cx="4371507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E6423E8-A4C5-4145-A588-A28F9760C15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645493" y="745483"/>
            <a:ext cx="4371507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B9160-8550-49A0-BE34-C267E3A48D5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61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0B0FC9-797C-41B3-B100-1CC26F98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9425E2-0764-4FEE-ABEB-4675187E4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4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0DDD6C-AB38-440E-A2B7-E3AD1F167E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050" y="748623"/>
            <a:ext cx="8870950" cy="4044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5610DE-03A3-4171-87CD-CB837BA3D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2760" y="0"/>
            <a:ext cx="6111239" cy="603250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lIns="0"/>
          <a:lstStyle>
            <a:lvl1pPr marL="0">
              <a:defRPr/>
            </a:lvl1pPr>
          </a:lstStyle>
          <a:p>
            <a:r>
              <a:rPr lang="en-US" dirty="0" err="1"/>
              <a:t>ActivityTitle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A206A-2516-457B-9C8F-9BDD445DD373}"/>
              </a:ext>
            </a:extLst>
          </p:cNvPr>
          <p:cNvSpPr/>
          <p:nvPr userDrawn="1"/>
        </p:nvSpPr>
        <p:spPr>
          <a:xfrm>
            <a:off x="0" y="0"/>
            <a:ext cx="303276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36000" lvl="0" algn="r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Review Activity: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DA4BA0-CFFC-47F9-BAF1-81434EEDE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201" y="145375"/>
            <a:ext cx="347558" cy="31249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B5A26-D33C-4103-B845-8B79BE44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38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FD5A98-A124-4EB7-BACC-FCD20E2A7A9D}"/>
              </a:ext>
            </a:extLst>
          </p:cNvPr>
          <p:cNvSpPr/>
          <p:nvPr userDrawn="1"/>
        </p:nvSpPr>
        <p:spPr>
          <a:xfrm>
            <a:off x="0" y="0"/>
            <a:ext cx="914400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 algn="l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   Lab Activity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7A60DE0-FD9C-4F2F-8B9C-B132BBC175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816" y="125902"/>
            <a:ext cx="288567" cy="3246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AE4D56-1580-4D91-812A-FB8A378319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BCB8D-8BA4-4A40-81CF-DAD00077BF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049" y="748621"/>
            <a:ext cx="8870950" cy="4044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0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ver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Exam PT0-002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6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 descr="CompTIA Logo">
            <a:extLst>
              <a:ext uri="{FF2B5EF4-FFF2-40B4-BE49-F238E27FC236}">
                <a16:creationId xmlns:a16="http://schemas.microsoft.com/office/drawing/2014/main" id="{B1854F63-33E4-4083-8910-1D3D34F99D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366" y="683160"/>
            <a:ext cx="1428149" cy="3054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C7CFDF-8D56-4B0F-986D-0966674CE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7D84293D-9EA8-40F2-93FB-ED6D63C3A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2120" y="2131276"/>
            <a:ext cx="2657475" cy="7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6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sson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66824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Lesson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0B78B27-C21A-4DCF-B14E-69446ED67F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C64FEEA5-A281-4DED-AF15-42F817D19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DBC3B40-8D17-4058-A330-EB58C13D6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C10025E-BF6D-4382-802A-4903B8420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397774" y="1311388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2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opic">
    <p:bg>
      <p:bgPr>
        <a:solidFill>
          <a:srgbClr val="7FC8DD">
            <a:alpha val="2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0A8FE34-9096-4567-9789-B242DD11E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2FEEEDD-0751-854A-9852-93F3EA0229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</a:t>
            </a:r>
            <a:r>
              <a:rPr lang="en-US" dirty="0" err="1"/>
              <a:t>Title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58038CC-5DF0-1545-A424-EA63B177F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7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Topic #Y </a:t>
            </a:r>
          </a:p>
        </p:txBody>
      </p:sp>
      <p:pic>
        <p:nvPicPr>
          <p:cNvPr id="7" name="Picture 6" descr="CompTIA Logo">
            <a:extLst>
              <a:ext uri="{FF2B5EF4-FFF2-40B4-BE49-F238E27FC236}">
                <a16:creationId xmlns:a16="http://schemas.microsoft.com/office/drawing/2014/main" id="{3FA6866F-0447-494E-8F3B-C28CBFC125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85CB60B9-005C-47AF-9FB6-D41274CD49DC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711CB8-C942-4974-982E-45957883E0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54002"/>
            <a:ext cx="1813560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Lesson #</a:t>
            </a:r>
            <a:endParaRPr lang="en-GB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67AE811F-4593-4B5E-B7DC-3D290CB8E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DCE80E9-7F35-4B60-9186-5838CCF74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421816">
            <a:off x="343351" y="418781"/>
            <a:ext cx="2225591" cy="5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0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ummary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C72812BA-B9B1-46F2-B1D3-26CF558EC640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77B2DE0-D1DB-4EE0-B864-29DFD92934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8DB500E6-5CC4-4815-AEE8-41EB81EC7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81A1DFC-41A7-4E3E-A038-1E4DC1D675D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30AC5F2-88D3-4490-90BF-F34E01D17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A9EE0-9C3D-4C77-BB60-8191473E1FB2}"/>
              </a:ext>
            </a:extLst>
          </p:cNvPr>
          <p:cNvSpPr txBox="1"/>
          <p:nvPr userDrawn="1"/>
        </p:nvSpPr>
        <p:spPr>
          <a:xfrm>
            <a:off x="650366" y="2170237"/>
            <a:ext cx="2489784" cy="707886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noAutofit/>
          </a:bodyPr>
          <a:lstStyle>
            <a:lvl1pPr defTabSz="342900">
              <a:spcBef>
                <a:spcPts val="0"/>
              </a:spcBef>
              <a:buNone/>
              <a:defRPr lang="en-US" sz="4000" b="0" dirty="0">
                <a:ea typeface="+mj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71E092C-F879-4DF6-A68C-3E9B8C85A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F6561AF-3711-4D10-83B7-F654C4C4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C2DA8F62-B736-4E19-826C-4C8C382FE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397774" y="1311388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2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10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FFE8316-6276-444F-8C28-23F8C929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  <a:solidFill>
            <a:srgbClr val="7FC8DD">
              <a:alpha val="25000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ABFF679-40BB-4275-8271-2872CFC1B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7816" y="488569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2D1C9D9-BB2F-4CEE-AB77-E7FB81417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  <p:sldLayoutId id="2147483918" r:id="rId3"/>
    <p:sldLayoutId id="2147483919" r:id="rId4"/>
    <p:sldLayoutId id="2147483922" r:id="rId5"/>
    <p:sldLayoutId id="2147483924" r:id="rId6"/>
    <p:sldLayoutId id="2147483932" r:id="rId7"/>
    <p:sldLayoutId id="2147483912" r:id="rId8"/>
    <p:sldLayoutId id="2147483911" r:id="rId9"/>
    <p:sldLayoutId id="2147483926" r:id="rId10"/>
    <p:sldLayoutId id="2147483927" r:id="rId11"/>
  </p:sldLayoutIdLst>
  <p:hf hdr="0" ftr="0" dt="0"/>
  <p:txStyles>
    <p:titleStyle>
      <a:lvl1pPr marL="72000" algn="l" defTabSz="342900" rtl="0" eaLnBrk="1" latinLnBrk="0" hangingPunct="1">
        <a:spcBef>
          <a:spcPct val="0"/>
        </a:spcBef>
        <a:buNone/>
        <a:defRPr lang="en-US" sz="2800" b="1" kern="1200" dirty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57175" indent="-257175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34290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7250" indent="-171450" algn="l" defTabSz="342900" rtl="0" eaLnBrk="1" latinLnBrk="0" hangingPunct="1">
        <a:spcBef>
          <a:spcPts val="1000"/>
        </a:spcBef>
        <a:spcAft>
          <a:spcPts val="6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001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430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9FB4-7244-4484-B018-DD33DB9A52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 PT0-002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0E2C8-88F7-4382-A812-F719CC64D3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PenTest+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2A346-0A2D-4C5C-A981-A185650AD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5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087C-759A-4744-8CA2-B6FC76A04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Preparing the Vulnerability Scan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CCB41-16A4-4F8D-ABB5-5CE3E36951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A2055-7F4C-49B3-90A3-30BC6D8557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CompTIA PenTest+ Exam PT0-002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2E7BE-3CF5-43B5-A07D-D2F63BA0A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460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032A-10FC-4BB7-B136-BD4193536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73DC9-4D7D-4A76-A939-CFBD8317E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a scenario, perform active reconnaissance.</a:t>
            </a:r>
          </a:p>
          <a:p>
            <a:r>
              <a:rPr lang="en-US" dirty="0"/>
              <a:t>Given a scenario, perform vulnerability scanning.</a:t>
            </a:r>
          </a:p>
          <a:p>
            <a:r>
              <a:rPr lang="en-US" dirty="0"/>
              <a:t>Given a scenario, research attack vectors and perform wireless attacks.</a:t>
            </a:r>
          </a:p>
          <a:p>
            <a:r>
              <a:rPr lang="en-US" dirty="0"/>
              <a:t>Given a scenario, perform post-exploitation techniques.</a:t>
            </a:r>
          </a:p>
          <a:p>
            <a:r>
              <a:rPr lang="en-US" dirty="0"/>
              <a:t>Explain use cases of the following tools during the phases of a penetration test.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724FD-097F-41F1-84E9-7E3A49F25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53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EEB6-1AEE-41DF-9C4C-570C861014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Plan the Vulnerability Scan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7CBD2-FC2F-43E3-BBCF-3F07A0EC9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5A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58618-B692-44C1-92DC-F8A5F871B9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49E05-C74B-4ADD-92BD-BF8C8F918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186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Vulnerabilities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2175344"/>
          </a:xfrm>
        </p:spPr>
        <p:txBody>
          <a:bodyPr>
            <a:normAutofit/>
          </a:bodyPr>
          <a:lstStyle/>
          <a:p>
            <a:r>
              <a:rPr lang="en-US" dirty="0"/>
              <a:t>A key part of PenTesting is to identify vulnerabilities that can be exploited accidentally or intentionally and cause a security breach.</a:t>
            </a:r>
          </a:p>
          <a:p>
            <a:r>
              <a:rPr lang="en-US" dirty="0"/>
              <a:t>Vulnerabilities move through a lifecycle, discovery through awareness and documentation, as shown in the graphic: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E2DFC0-A5F6-4B0C-8D4A-D6BF44C80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3" y="2922104"/>
            <a:ext cx="7633251" cy="1311965"/>
          </a:xfrm>
          <a:prstGeom prst="rect">
            <a:avLst/>
          </a:prstGeom>
        </p:spPr>
      </p:pic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A03E32BD-0383-41FA-964D-0DEA4CD6F3A6}"/>
              </a:ext>
            </a:extLst>
          </p:cNvPr>
          <p:cNvSpPr txBox="1">
            <a:spLocks/>
          </p:cNvSpPr>
          <p:nvPr/>
        </p:nvSpPr>
        <p:spPr>
          <a:xfrm>
            <a:off x="3001804" y="4396740"/>
            <a:ext cx="3140392" cy="335413"/>
          </a:xfrm>
          <a:custGeom>
            <a:avLst/>
            <a:gdLst>
              <a:gd name="connsiteX0" fmla="*/ 0 w 3140392"/>
              <a:gd name="connsiteY0" fmla="*/ 0 h 335413"/>
              <a:gd name="connsiteX1" fmla="*/ 460591 w 3140392"/>
              <a:gd name="connsiteY1" fmla="*/ 0 h 335413"/>
              <a:gd name="connsiteX2" fmla="*/ 1046797 w 3140392"/>
              <a:gd name="connsiteY2" fmla="*/ 0 h 335413"/>
              <a:gd name="connsiteX3" fmla="*/ 1538792 w 3140392"/>
              <a:gd name="connsiteY3" fmla="*/ 0 h 335413"/>
              <a:gd name="connsiteX4" fmla="*/ 1999383 w 3140392"/>
              <a:gd name="connsiteY4" fmla="*/ 0 h 335413"/>
              <a:gd name="connsiteX5" fmla="*/ 2585589 w 3140392"/>
              <a:gd name="connsiteY5" fmla="*/ 0 h 335413"/>
              <a:gd name="connsiteX6" fmla="*/ 3140392 w 3140392"/>
              <a:gd name="connsiteY6" fmla="*/ 0 h 335413"/>
              <a:gd name="connsiteX7" fmla="*/ 3140392 w 3140392"/>
              <a:gd name="connsiteY7" fmla="*/ 335413 h 335413"/>
              <a:gd name="connsiteX8" fmla="*/ 2648397 w 3140392"/>
              <a:gd name="connsiteY8" fmla="*/ 335413 h 335413"/>
              <a:gd name="connsiteX9" fmla="*/ 2219210 w 3140392"/>
              <a:gd name="connsiteY9" fmla="*/ 335413 h 335413"/>
              <a:gd name="connsiteX10" fmla="*/ 1727216 w 3140392"/>
              <a:gd name="connsiteY10" fmla="*/ 335413 h 335413"/>
              <a:gd name="connsiteX11" fmla="*/ 1172413 w 3140392"/>
              <a:gd name="connsiteY11" fmla="*/ 335413 h 335413"/>
              <a:gd name="connsiteX12" fmla="*/ 680418 w 3140392"/>
              <a:gd name="connsiteY12" fmla="*/ 335413 h 335413"/>
              <a:gd name="connsiteX13" fmla="*/ 0 w 3140392"/>
              <a:gd name="connsiteY13" fmla="*/ 335413 h 335413"/>
              <a:gd name="connsiteX14" fmla="*/ 0 w 3140392"/>
              <a:gd name="connsiteY14" fmla="*/ 0 h 335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40392" h="335413" fill="none" extrusionOk="0">
                <a:moveTo>
                  <a:pt x="0" y="0"/>
                </a:moveTo>
                <a:cubicBezTo>
                  <a:pt x="139819" y="-47117"/>
                  <a:pt x="273165" y="42287"/>
                  <a:pt x="460591" y="0"/>
                </a:cubicBezTo>
                <a:cubicBezTo>
                  <a:pt x="648017" y="-42287"/>
                  <a:pt x="823897" y="50424"/>
                  <a:pt x="1046797" y="0"/>
                </a:cubicBezTo>
                <a:cubicBezTo>
                  <a:pt x="1269697" y="-50424"/>
                  <a:pt x="1395500" y="40275"/>
                  <a:pt x="1538792" y="0"/>
                </a:cubicBezTo>
                <a:cubicBezTo>
                  <a:pt x="1682085" y="-40275"/>
                  <a:pt x="1777431" y="12788"/>
                  <a:pt x="1999383" y="0"/>
                </a:cubicBezTo>
                <a:cubicBezTo>
                  <a:pt x="2221335" y="-12788"/>
                  <a:pt x="2425106" y="46970"/>
                  <a:pt x="2585589" y="0"/>
                </a:cubicBezTo>
                <a:cubicBezTo>
                  <a:pt x="2746072" y="-46970"/>
                  <a:pt x="2875889" y="4947"/>
                  <a:pt x="3140392" y="0"/>
                </a:cubicBezTo>
                <a:cubicBezTo>
                  <a:pt x="3179268" y="78530"/>
                  <a:pt x="3109032" y="217224"/>
                  <a:pt x="3140392" y="335413"/>
                </a:cubicBezTo>
                <a:cubicBezTo>
                  <a:pt x="2960420" y="384107"/>
                  <a:pt x="2851963" y="297341"/>
                  <a:pt x="2648397" y="335413"/>
                </a:cubicBezTo>
                <a:cubicBezTo>
                  <a:pt x="2444831" y="373485"/>
                  <a:pt x="2320813" y="314532"/>
                  <a:pt x="2219210" y="335413"/>
                </a:cubicBezTo>
                <a:cubicBezTo>
                  <a:pt x="2117607" y="356294"/>
                  <a:pt x="1925195" y="285136"/>
                  <a:pt x="1727216" y="335413"/>
                </a:cubicBezTo>
                <a:cubicBezTo>
                  <a:pt x="1529237" y="385690"/>
                  <a:pt x="1371551" y="328151"/>
                  <a:pt x="1172413" y="335413"/>
                </a:cubicBezTo>
                <a:cubicBezTo>
                  <a:pt x="973275" y="342675"/>
                  <a:pt x="832946" y="301483"/>
                  <a:pt x="680418" y="335413"/>
                </a:cubicBezTo>
                <a:cubicBezTo>
                  <a:pt x="527891" y="369343"/>
                  <a:pt x="227314" y="316491"/>
                  <a:pt x="0" y="335413"/>
                </a:cubicBezTo>
                <a:cubicBezTo>
                  <a:pt x="-28111" y="219077"/>
                  <a:pt x="125" y="97416"/>
                  <a:pt x="0" y="0"/>
                </a:cubicBezTo>
                <a:close/>
              </a:path>
              <a:path w="3140392" h="335413" stroke="0" extrusionOk="0">
                <a:moveTo>
                  <a:pt x="0" y="0"/>
                </a:moveTo>
                <a:cubicBezTo>
                  <a:pt x="91021" y="-36393"/>
                  <a:pt x="221554" y="42180"/>
                  <a:pt x="429187" y="0"/>
                </a:cubicBezTo>
                <a:cubicBezTo>
                  <a:pt x="636820" y="-42180"/>
                  <a:pt x="712807" y="19885"/>
                  <a:pt x="858374" y="0"/>
                </a:cubicBezTo>
                <a:cubicBezTo>
                  <a:pt x="1003941" y="-19885"/>
                  <a:pt x="1099653" y="2738"/>
                  <a:pt x="1318965" y="0"/>
                </a:cubicBezTo>
                <a:cubicBezTo>
                  <a:pt x="1538277" y="-2738"/>
                  <a:pt x="1603449" y="5215"/>
                  <a:pt x="1810959" y="0"/>
                </a:cubicBezTo>
                <a:cubicBezTo>
                  <a:pt x="2018469" y="-5215"/>
                  <a:pt x="2029299" y="49596"/>
                  <a:pt x="2240146" y="0"/>
                </a:cubicBezTo>
                <a:cubicBezTo>
                  <a:pt x="2450993" y="-49596"/>
                  <a:pt x="2485312" y="10183"/>
                  <a:pt x="2669333" y="0"/>
                </a:cubicBezTo>
                <a:cubicBezTo>
                  <a:pt x="2853354" y="-10183"/>
                  <a:pt x="2972207" y="34449"/>
                  <a:pt x="3140392" y="0"/>
                </a:cubicBezTo>
                <a:cubicBezTo>
                  <a:pt x="3178461" y="148132"/>
                  <a:pt x="3105370" y="185665"/>
                  <a:pt x="3140392" y="335413"/>
                </a:cubicBezTo>
                <a:cubicBezTo>
                  <a:pt x="2923730" y="351517"/>
                  <a:pt x="2764420" y="265892"/>
                  <a:pt x="2554185" y="335413"/>
                </a:cubicBezTo>
                <a:cubicBezTo>
                  <a:pt x="2343950" y="404934"/>
                  <a:pt x="2171840" y="315151"/>
                  <a:pt x="1967979" y="335413"/>
                </a:cubicBezTo>
                <a:cubicBezTo>
                  <a:pt x="1764118" y="355675"/>
                  <a:pt x="1628415" y="286657"/>
                  <a:pt x="1413176" y="335413"/>
                </a:cubicBezTo>
                <a:cubicBezTo>
                  <a:pt x="1197937" y="384169"/>
                  <a:pt x="1124823" y="316821"/>
                  <a:pt x="858374" y="335413"/>
                </a:cubicBezTo>
                <a:cubicBezTo>
                  <a:pt x="591925" y="354005"/>
                  <a:pt x="388252" y="321671"/>
                  <a:pt x="0" y="335413"/>
                </a:cubicBezTo>
                <a:cubicBezTo>
                  <a:pt x="-25392" y="218956"/>
                  <a:pt x="14879" y="155541"/>
                  <a:pt x="0" y="0"/>
                </a:cubicBezTo>
                <a:close/>
              </a:path>
            </a:pathLst>
          </a:custGeom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6171564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>
            <a:lvl1pPr marL="257175" indent="-257175" algn="l" defTabSz="3429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ea typeface="Roboto Mono" pitchFamily="2" charset="0"/>
                <a:cs typeface="Calibri" panose="020F0502020204030204" pitchFamily="34" charset="0"/>
              </a:rPr>
              <a:t>Lifecycle of a vulnerability</a:t>
            </a:r>
          </a:p>
        </p:txBody>
      </p:sp>
    </p:spTree>
    <p:extLst>
      <p:ext uri="{BB962C8B-B14F-4D97-AF65-F5344CB8AC3E}">
        <p14:creationId xmlns:p14="http://schemas.microsoft.com/office/powerpoint/2010/main" val="2700514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Stages of a Vulnerability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Discover</a:t>
            </a:r>
            <a:r>
              <a:rPr lang="en-US" dirty="0"/>
              <a:t> – Recognizing a potential vulnerability exists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Coordinate</a:t>
            </a:r>
            <a:r>
              <a:rPr lang="en-US" dirty="0"/>
              <a:t> - both the vulnerability and the potential to exploit the vulnerability are known.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Mitigate</a:t>
            </a:r>
            <a:r>
              <a:rPr lang="en-US" dirty="0"/>
              <a:t> is when vendors and software designers look at the vulnerability and devise a strategy to deal with the vulnerability.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Manage</a:t>
            </a:r>
            <a:r>
              <a:rPr lang="en-US" dirty="0"/>
              <a:t> is when the patch has been released.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Document</a:t>
            </a:r>
            <a:r>
              <a:rPr lang="en-US" dirty="0"/>
              <a:t> - the vulnerability has been tested, and everyone involved will take a moment to document what has been done.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030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Exploiting the Unknown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zero-day attack </a:t>
            </a:r>
            <a:r>
              <a:rPr lang="en-US" dirty="0"/>
              <a:t>takes advantage of a software vulnerability that is unknown or undisclosed by the software vendor.</a:t>
            </a:r>
          </a:p>
          <a:p>
            <a:r>
              <a:rPr lang="en-US" dirty="0"/>
              <a:t>The process is as follows: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The vulnerability is found in the wild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At some point, the vulnerability, are now known by the vendor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The vendor will mitigate or remediate the vulnerability by creating a patch.</a:t>
            </a:r>
          </a:p>
          <a:p>
            <a:r>
              <a:rPr lang="en-US" b="1" dirty="0"/>
              <a:t>Risk gap </a:t>
            </a:r>
            <a:r>
              <a:rPr lang="en-US" dirty="0"/>
              <a:t>is the time between when the vendor releases a patch, and the patch is applied.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605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Risks to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considerations in performing a PenTest is the goal of protecting an organizations’ data. </a:t>
            </a:r>
          </a:p>
          <a:p>
            <a:r>
              <a:rPr lang="en-US" dirty="0"/>
              <a:t>Unauthorized access to the data can result in the following:</a:t>
            </a:r>
          </a:p>
          <a:p>
            <a:pPr lvl="1"/>
            <a:r>
              <a:rPr lang="en-US" b="1" dirty="0"/>
              <a:t>Exposing sensitive data </a:t>
            </a:r>
            <a:r>
              <a:rPr lang="en-US" dirty="0"/>
              <a:t>occurs when someone or something exposes sensitive or personal data, which is a violation of confidentiality.</a:t>
            </a:r>
          </a:p>
          <a:p>
            <a:pPr lvl="1"/>
            <a:r>
              <a:rPr lang="en-US" b="1" dirty="0"/>
              <a:t>Data modification </a:t>
            </a:r>
            <a:r>
              <a:rPr lang="en-US" dirty="0"/>
              <a:t>or corruption is when data has been altered in some way, which is a violation of integrity.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483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9AE4A-620B-4434-AACB-7CA0157C2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Grabbing Banners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D3A3A-9676-429A-B708-BE4010E91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during reconnaissance to gather information about network hosts and the services running on open ports. </a:t>
            </a:r>
          </a:p>
          <a:p>
            <a:r>
              <a:rPr lang="en-US" dirty="0"/>
              <a:t>You can use Wget, Netcat, Nmap, Curl, and other tools to grab banners from services and protocols </a:t>
            </a:r>
          </a:p>
          <a:p>
            <a:pPr lvl="1"/>
            <a:r>
              <a:rPr lang="en-US" dirty="0"/>
              <a:t>The banners can help you focus your attacks on specific services.</a:t>
            </a:r>
          </a:p>
          <a:p>
            <a:r>
              <a:rPr lang="en-US" dirty="0"/>
              <a:t>For example, when using Nmap issue the following command to get some basic information about a target IP: </a:t>
            </a:r>
          </a:p>
          <a:p>
            <a:pPr lvl="1"/>
            <a:r>
              <a:rPr lang="en-US" dirty="0"/>
              <a:t>nmap -sV &lt;target IP&gt; -p &lt;port number&gt;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BDDC4-EB8A-4854-ACF1-94FB693DAB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878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9AE4A-620B-4434-AACB-7CA0157C2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the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D3A3A-9676-429A-B708-BE4010E91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Uses active probing to gather information related to the network: </a:t>
            </a:r>
          </a:p>
          <a:p>
            <a:pPr lvl="1"/>
            <a:r>
              <a:rPr lang="en-US" dirty="0"/>
              <a:t>MAC and IP addresses, ports, services, and operating systems</a:t>
            </a:r>
          </a:p>
          <a:p>
            <a:pPr lvl="1"/>
            <a:r>
              <a:rPr lang="en-US" dirty="0"/>
              <a:t>Device types, virtual machines, host names and protocols </a:t>
            </a:r>
          </a:p>
          <a:p>
            <a:pPr lvl="1"/>
            <a:r>
              <a:rPr lang="en-US" dirty="0"/>
              <a:t>Subnets and how the devices are interconnected. </a:t>
            </a:r>
          </a:p>
          <a:p>
            <a:r>
              <a:rPr lang="en-US" dirty="0"/>
              <a:t>Having a topology map of the network is valuable to the team</a:t>
            </a:r>
          </a:p>
          <a:p>
            <a:pPr lvl="1"/>
            <a:r>
              <a:rPr lang="en-US" dirty="0"/>
              <a:t>It defines the choice of tools and strategies when moving to the attack phase.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BDDC4-EB8A-4854-ACF1-94FB693DAB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06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Scans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Scanning probes targets on the network in order to identify issues:</a:t>
            </a:r>
          </a:p>
          <a:p>
            <a:pPr lvl="1"/>
            <a:r>
              <a:rPr lang="en-US" dirty="0"/>
              <a:t>Weak encryption and authentication protocols</a:t>
            </a:r>
          </a:p>
          <a:p>
            <a:pPr lvl="1"/>
            <a:r>
              <a:rPr lang="en-US" dirty="0"/>
              <a:t>System vulnerabilities and security flaws</a:t>
            </a:r>
          </a:p>
          <a:p>
            <a:pPr lvl="1"/>
            <a:r>
              <a:rPr lang="en-US" dirty="0"/>
              <a:t>Lack of compliance with data privacy regulations</a:t>
            </a:r>
          </a:p>
          <a:p>
            <a:r>
              <a:rPr lang="en-US" dirty="0"/>
              <a:t>The following are general purpose vulnerability scanners:</a:t>
            </a:r>
          </a:p>
          <a:p>
            <a:pPr lvl="1"/>
            <a:r>
              <a:rPr lang="en-US" dirty="0"/>
              <a:t>Open Vulnerability Assessment Scanner (OpenVAS)</a:t>
            </a:r>
          </a:p>
          <a:p>
            <a:pPr lvl="1"/>
            <a:r>
              <a:rPr lang="en-US" dirty="0"/>
              <a:t>Nexpose Community Edition and Retina Community</a:t>
            </a:r>
          </a:p>
          <a:p>
            <a:pPr lvl="1"/>
            <a:r>
              <a:rPr lang="en-US" dirty="0"/>
              <a:t>Nessus/Tenable and Nmap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700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Scanning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During the planning phase of the PenTest, the organization will define some of the parameters of the PenTest in the project scope</a:t>
            </a:r>
          </a:p>
          <a:p>
            <a:pPr lvl="1"/>
            <a:r>
              <a:rPr lang="en-US" dirty="0"/>
              <a:t>Time to run scans, bandwidth limitations and fragile systems</a:t>
            </a:r>
          </a:p>
          <a:p>
            <a:r>
              <a:rPr lang="en-US" dirty="0"/>
              <a:t>Scanning can be either intrusive or nonintrusive. 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nonintrusive</a:t>
            </a:r>
            <a:r>
              <a:rPr lang="en-US" dirty="0"/>
              <a:t> scan is passive and only reports identified vulnerabilities</a:t>
            </a:r>
          </a:p>
          <a:p>
            <a:pPr lvl="1"/>
            <a:r>
              <a:rPr lang="en-US" dirty="0"/>
              <a:t>An </a:t>
            </a:r>
            <a:r>
              <a:rPr lang="en-US" b="1" dirty="0"/>
              <a:t>intrusive scan </a:t>
            </a:r>
            <a:r>
              <a:rPr lang="en-US" dirty="0"/>
              <a:t>can identify and then </a:t>
            </a:r>
            <a:r>
              <a:rPr lang="en-US" i="1" dirty="0"/>
              <a:t>exploit</a:t>
            </a:r>
            <a:r>
              <a:rPr lang="en-US" dirty="0"/>
              <a:t> vulnerabilities. </a:t>
            </a:r>
          </a:p>
          <a:p>
            <a:r>
              <a:rPr lang="en-US" dirty="0"/>
              <a:t>When using an intrusive scan, the team should use caution, as this type of scanning can cause damage to the system.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6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the Different Types of Scans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Scanning can include the following :</a:t>
            </a:r>
          </a:p>
          <a:p>
            <a:pPr lvl="1"/>
            <a:r>
              <a:rPr lang="en-US" dirty="0"/>
              <a:t>Web applications, network, applications along with compliance scans</a:t>
            </a:r>
          </a:p>
          <a:p>
            <a:r>
              <a:rPr lang="en-US" dirty="0"/>
              <a:t>Once the scan is complete, validate any vulnerabilities </a:t>
            </a:r>
          </a:p>
          <a:p>
            <a:pPr lvl="1"/>
            <a:r>
              <a:rPr lang="en-US" dirty="0"/>
              <a:t>The most common way to validate is to attempt to exploit the vulnerabilities and produce evidence of success. </a:t>
            </a:r>
          </a:p>
          <a:p>
            <a:r>
              <a:rPr lang="en-US" dirty="0"/>
              <a:t>Keep in mind the limits of various scanning tools. </a:t>
            </a:r>
          </a:p>
          <a:p>
            <a:pPr lvl="1"/>
            <a:r>
              <a:rPr lang="en-US" dirty="0"/>
              <a:t>Use an actual scanning tool such as OpenVAS or Nexpose to </a:t>
            </a:r>
            <a:r>
              <a:rPr lang="en-US" i="1" dirty="0"/>
              <a:t>conduct </a:t>
            </a:r>
            <a:r>
              <a:rPr lang="en-US" dirty="0"/>
              <a:t>the scan</a:t>
            </a:r>
          </a:p>
          <a:p>
            <a:pPr lvl="1"/>
            <a:r>
              <a:rPr lang="en-US" dirty="0"/>
              <a:t>Follow with Metasploit </a:t>
            </a:r>
            <a:r>
              <a:rPr lang="en-US" i="1" dirty="0"/>
              <a:t>validate </a:t>
            </a:r>
            <a:r>
              <a:rPr lang="en-US" dirty="0"/>
              <a:t>the results.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558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Outline the importance of identifying vulnerabilities </a:t>
            </a:r>
          </a:p>
          <a:p>
            <a:r>
              <a:rPr lang="en-US" dirty="0"/>
              <a:t>List the phases of a vulnerability</a:t>
            </a:r>
          </a:p>
          <a:p>
            <a:r>
              <a:rPr lang="en-US" dirty="0"/>
              <a:t>Describe what the team can discover when mapping the network</a:t>
            </a:r>
          </a:p>
          <a:p>
            <a:r>
              <a:rPr lang="en-US" dirty="0"/>
              <a:t>Explain some of the goals when scanning the network</a:t>
            </a:r>
          </a:p>
          <a:p>
            <a:r>
              <a:rPr lang="en-US" dirty="0"/>
              <a:t>Review what to consider prior to scanning the network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the Vulnerability Scan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302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Detect Defenses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5B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087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Load Balancers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During scanning, it’s important for the team to identify any devices such as load balancers that can misdirect probes or attacks.</a:t>
            </a:r>
          </a:p>
          <a:p>
            <a:r>
              <a:rPr lang="en-US" dirty="0"/>
              <a:t>Load balancing helps ensure network hosts receive a response to a request in a timely manner, which improves network performance. </a:t>
            </a:r>
          </a:p>
          <a:p>
            <a:pPr lvl="1"/>
            <a:r>
              <a:rPr lang="en-US" dirty="0"/>
              <a:t>The team can detect the presence of a load balancer by using the load balancing detector (lbd) app in Kali Linux</a:t>
            </a:r>
          </a:p>
          <a:p>
            <a:r>
              <a:rPr lang="en-US" dirty="0"/>
              <a:t>In addition to load balancers, there are other devices that can cause false results on security scans:</a:t>
            </a:r>
          </a:p>
          <a:p>
            <a:pPr lvl="1"/>
            <a:r>
              <a:rPr lang="en-US" dirty="0"/>
              <a:t>Reverse proxies, intrusion prevention/detection systems, and firewalls.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616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Recognizing Firewalls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Firewalls are used to monitor and control traffic on a network</a:t>
            </a:r>
          </a:p>
          <a:p>
            <a:r>
              <a:rPr lang="en-US" dirty="0"/>
              <a:t>A web application firewall (WAF) is a dedicated firewall, which guards against common attacks such as XSS and SQLi attacks.</a:t>
            </a:r>
          </a:p>
          <a:p>
            <a:r>
              <a:rPr lang="en-US" dirty="0"/>
              <a:t>The team can identify a WAF in following ways:</a:t>
            </a:r>
          </a:p>
          <a:p>
            <a:pPr lvl="1"/>
            <a:r>
              <a:rPr lang="en-US" dirty="0"/>
              <a:t>A WAF can give away their presence by adding a cookie in the HTTP packets.</a:t>
            </a:r>
          </a:p>
          <a:p>
            <a:pPr lvl="1"/>
            <a:r>
              <a:rPr lang="en-US" dirty="0"/>
              <a:t>Some WAF products use a technique called header alternation, which changes the original response header to confuse the attacker.</a:t>
            </a:r>
          </a:p>
          <a:p>
            <a:pPr lvl="1"/>
            <a:r>
              <a:rPr lang="en-US" dirty="0"/>
              <a:t>Some WAF will identify themselves by their response, for example you might see the following: &lt;title&gt; myDefender blocked your request&lt;/title&gt;.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996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 Firewall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team will test firewalls to see if specially crafted packets are able to slip past the firewall for either of the following reasons:</a:t>
            </a:r>
          </a:p>
          <a:p>
            <a:pPr lvl="1"/>
            <a:r>
              <a:rPr lang="en-US" dirty="0"/>
              <a:t>The packet </a:t>
            </a:r>
            <a:r>
              <a:rPr lang="en-US" i="1" dirty="0"/>
              <a:t>matches</a:t>
            </a:r>
            <a:r>
              <a:rPr lang="en-US" dirty="0"/>
              <a:t> a permit rule.</a:t>
            </a:r>
          </a:p>
          <a:p>
            <a:pPr lvl="1"/>
            <a:r>
              <a:rPr lang="en-US" dirty="0"/>
              <a:t>The packet </a:t>
            </a:r>
            <a:r>
              <a:rPr lang="en-US" i="1" dirty="0"/>
              <a:t>doesn't match </a:t>
            </a:r>
            <a:r>
              <a:rPr lang="en-US" dirty="0"/>
              <a:t>a deny rule.</a:t>
            </a:r>
          </a:p>
          <a:p>
            <a:r>
              <a:rPr lang="en-US" dirty="0"/>
              <a:t>Another reason a specially crafted packet can slip through is because not all firewalls are capable of payload inspection.</a:t>
            </a:r>
          </a:p>
          <a:p>
            <a:r>
              <a:rPr lang="en-US" dirty="0"/>
              <a:t>In some cases, the packets may have slipped through because the Access Control List (ACL) was not configured correctly.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039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Scanning the Firewall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team can port-scan the public address of the host or firewall to see which ports are open or are listening.</a:t>
            </a:r>
          </a:p>
          <a:p>
            <a:r>
              <a:rPr lang="en-US" dirty="0"/>
              <a:t>Firewalking is another method to discover details of the network</a:t>
            </a:r>
          </a:p>
          <a:p>
            <a:pPr lvl="1"/>
            <a:r>
              <a:rPr lang="en-US" dirty="0"/>
              <a:t>Firewalking uses a combination of traceroute and port scanning to discover the details of the internal network. </a:t>
            </a:r>
          </a:p>
          <a:p>
            <a:r>
              <a:rPr lang="en-US" dirty="0"/>
              <a:t>To streamline the workflow the team can use automated tools </a:t>
            </a:r>
          </a:p>
          <a:p>
            <a:pPr lvl="1"/>
            <a:r>
              <a:rPr lang="en-US" dirty="0"/>
              <a:t>In addition to custom nmap scripts, there are several automated tools for WAF detection available on GitHub such as Wafw00f and WAFNinja.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15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Avoiding AV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general, there are a few methods to avoid AV detection: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Create a metamorphic virus, which transforms as they propagate and makes pattern detection nearly impossible.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Obfuscate a known signature using a tool such as ObfuscatedEmpire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Use specialized tools or payloads such as fileless malware that use OS embedded functions that are difficult to detect.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276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Social Engineering Toolkit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SET along with Metasploit, the team can create a malicious payload</a:t>
            </a:r>
          </a:p>
          <a:p>
            <a:pPr lvl="1"/>
            <a:r>
              <a:rPr lang="en-US" dirty="0"/>
              <a:t>Such as a virus, worm, or Trojan, and embed the payload in a PDF.</a:t>
            </a:r>
          </a:p>
          <a:p>
            <a:r>
              <a:rPr lang="en-US" dirty="0"/>
              <a:t>Once complete, the team can run a test to see if the payload is detected when introduced on the network.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7712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Outline why it’s important for the team to identify any devices such as load balancers, reverse proxies and firewalls during scanning</a:t>
            </a:r>
          </a:p>
          <a:p>
            <a:r>
              <a:rPr lang="en-US" dirty="0"/>
              <a:t>List ways the team can identify a web application firewall </a:t>
            </a:r>
          </a:p>
          <a:p>
            <a:r>
              <a:rPr lang="en-US" dirty="0"/>
              <a:t>Discuss reasons why specially crafted packets can slip past a firewall</a:t>
            </a:r>
          </a:p>
          <a:p>
            <a:r>
              <a:rPr lang="en-US" dirty="0"/>
              <a:t>Review ways the team can learn the details of a firewall</a:t>
            </a:r>
          </a:p>
          <a:p>
            <a:r>
              <a:rPr lang="en-US" dirty="0"/>
              <a:t>Compare methods to avoid AV detection</a:t>
            </a:r>
          </a:p>
          <a:p>
            <a:r>
              <a:rPr lang="en-US" dirty="0"/>
              <a:t>Describe how to use SET to create a malicious payload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 Defenses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248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Utilize Scanning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5C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066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the Attack Surface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During the footprinting and reconnaissance phase, the team will have used a variety of OSINT tools to gather information. </a:t>
            </a:r>
          </a:p>
          <a:p>
            <a:r>
              <a:rPr lang="en-US" dirty="0"/>
              <a:t>In addition, the team might also utilize tools specific to the types of targets on the network</a:t>
            </a:r>
          </a:p>
          <a:p>
            <a:pPr lvl="1"/>
            <a:r>
              <a:rPr lang="en-US" dirty="0"/>
              <a:t>Web-based tools that scan remote targets for hosts, services, and other details.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98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Censys and OpenVAS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Censys</a:t>
            </a:r>
            <a:r>
              <a:rPr lang="en-US" dirty="0"/>
              <a:t> is an attack surface analyzer, to identify exposed systems.</a:t>
            </a:r>
          </a:p>
          <a:p>
            <a:r>
              <a:rPr lang="en-US" dirty="0"/>
              <a:t>Once you have run the scan, you can examine more details:</a:t>
            </a:r>
          </a:p>
          <a:p>
            <a:pPr lvl="1"/>
            <a:r>
              <a:rPr lang="en-US" dirty="0"/>
              <a:t>Services running, ports in use, along with any software vendors that were recognized. </a:t>
            </a:r>
          </a:p>
          <a:p>
            <a:r>
              <a:rPr lang="en-US" b="1" dirty="0"/>
              <a:t>OpenVAS</a:t>
            </a:r>
            <a:r>
              <a:rPr lang="en-US" dirty="0"/>
              <a:t> will list the vulnerabilities along with a risk rating that summarizes the overall state of the site that was tested.</a:t>
            </a:r>
          </a:p>
          <a:p>
            <a:pPr lvl="1"/>
            <a:r>
              <a:rPr lang="en-US" dirty="0"/>
              <a:t>Below the summary, you will see details that include the CVSS value and the CVE number.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2227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Crafting Packets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During the PenTest, the team may use packet crafting </a:t>
            </a:r>
          </a:p>
          <a:p>
            <a:pPr lvl="1"/>
            <a:r>
              <a:rPr lang="en-US" dirty="0"/>
              <a:t>To test firewall rules, evade intrusion detection, or cause a denial of service.</a:t>
            </a:r>
          </a:p>
          <a:p>
            <a:r>
              <a:rPr lang="en-US" dirty="0"/>
              <a:t>Packets can be crafted using the following methods:</a:t>
            </a:r>
          </a:p>
          <a:p>
            <a:pPr lvl="1"/>
            <a:r>
              <a:rPr lang="en-US" dirty="0"/>
              <a:t>Command line, GUI, script options or packet crafting tools such as Yersinia and Bit-Twist</a:t>
            </a:r>
          </a:p>
          <a:p>
            <a:r>
              <a:rPr lang="en-US" dirty="0"/>
              <a:t>The type of packet you craft will depend on the firewall product.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367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Web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Web servers are often public-facing, whereas database servers are almost always on the private network. </a:t>
            </a:r>
          </a:p>
          <a:p>
            <a:r>
              <a:rPr lang="en-US" dirty="0"/>
              <a:t>If you have access to the internal network, you can try scanning the SQL server directly using TCP port 1433 or UDP port 1434. </a:t>
            </a:r>
          </a:p>
          <a:p>
            <a:pPr lvl="1"/>
            <a:r>
              <a:rPr lang="en-US" dirty="0"/>
              <a:t>Test to see if you can pass illegal commands to the SQL server</a:t>
            </a:r>
          </a:p>
          <a:p>
            <a:pPr lvl="1"/>
            <a:r>
              <a:rPr lang="en-US" dirty="0"/>
              <a:t>Attempt to launch an SQL injection attack.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0238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Scanning the Web Server and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possibilities for scanning include:</a:t>
            </a:r>
          </a:p>
          <a:p>
            <a:pPr lvl="1"/>
            <a:r>
              <a:rPr lang="en-US" dirty="0"/>
              <a:t>Web server on TCP 80 or 443 for server-specific vulnerabilities</a:t>
            </a:r>
          </a:p>
          <a:p>
            <a:pPr lvl="1"/>
            <a:r>
              <a:rPr lang="en-US" dirty="0"/>
              <a:t>Servers that run on nonstandard ports</a:t>
            </a:r>
          </a:p>
          <a:p>
            <a:pPr lvl="1"/>
            <a:r>
              <a:rPr lang="en-US" dirty="0"/>
              <a:t>Web applications for SQL-injection-related vulnerabilities</a:t>
            </a:r>
          </a:p>
          <a:p>
            <a:r>
              <a:rPr lang="en-US" dirty="0"/>
              <a:t>There are many web application vulnerability scanners available:</a:t>
            </a:r>
          </a:p>
          <a:p>
            <a:pPr lvl="1"/>
            <a:r>
              <a:rPr lang="en-US" dirty="0"/>
              <a:t>Arachni, Skipfish, Grabber, Wapiti, OWASP ZAP, and Metasploit Pro.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6442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SQLmap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917" y="1779057"/>
            <a:ext cx="3206750" cy="1824991"/>
          </a:xfrm>
        </p:spPr>
        <p:txBody>
          <a:bodyPr>
            <a:normAutofit/>
          </a:bodyPr>
          <a:lstStyle/>
          <a:p>
            <a:r>
              <a:rPr lang="en-US" dirty="0"/>
              <a:t>An open-source database scanner </a:t>
            </a:r>
          </a:p>
          <a:p>
            <a:r>
              <a:rPr lang="en-US" dirty="0"/>
              <a:t>Locates and exploits SQL injection flaws.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62AB73-00EB-4891-9823-8E5521AD5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591" y="866140"/>
            <a:ext cx="408622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4054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SSL/TLS Vulnerabilities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websites today rely on cryptographic concepts such as SSL/TLS to protect data in transit from exposure. </a:t>
            </a:r>
          </a:p>
          <a:p>
            <a:r>
              <a:rPr lang="en-US" dirty="0"/>
              <a:t>As a result, the team will also want to check for vulnerabilities:</a:t>
            </a:r>
          </a:p>
          <a:p>
            <a:pPr lvl="1"/>
            <a:r>
              <a:rPr lang="en-US" b="1" dirty="0"/>
              <a:t>Logjam</a:t>
            </a:r>
            <a:r>
              <a:rPr lang="en-US" dirty="0"/>
              <a:t> vulnerability can weaken the encryption complexity</a:t>
            </a:r>
          </a:p>
          <a:p>
            <a:pPr lvl="1"/>
            <a:r>
              <a:rPr lang="en-US" b="1" dirty="0"/>
              <a:t>Freak </a:t>
            </a:r>
            <a:r>
              <a:rPr lang="en-US" dirty="0"/>
              <a:t>vulnerability attacks the RSA-export keys and can allow a malicious actor to decrypt the communication stream</a:t>
            </a:r>
          </a:p>
          <a:p>
            <a:pPr lvl="1"/>
            <a:r>
              <a:rPr lang="en-US" b="1" dirty="0"/>
              <a:t>Poodle</a:t>
            </a:r>
            <a:r>
              <a:rPr lang="en-US" dirty="0"/>
              <a:t> vulnerability alters the way SSL 3.0 handles block cipher mode padding to be able to select content within the SSL session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8181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Nikto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916" y="1234082"/>
            <a:ext cx="3477683" cy="3020775"/>
          </a:xfrm>
        </p:spPr>
        <p:txBody>
          <a:bodyPr/>
          <a:lstStyle/>
          <a:p>
            <a:r>
              <a:rPr lang="en-US" dirty="0"/>
              <a:t>Can test for a variety of vulnerabilities:</a:t>
            </a:r>
          </a:p>
          <a:p>
            <a:pPr lvl="1"/>
            <a:r>
              <a:rPr lang="en-US" dirty="0"/>
              <a:t>Anticlickjacking </a:t>
            </a:r>
          </a:p>
          <a:p>
            <a:pPr lvl="1"/>
            <a:r>
              <a:rPr lang="en-US" dirty="0"/>
              <a:t>X-Frame-options header</a:t>
            </a:r>
          </a:p>
          <a:p>
            <a:pPr lvl="1"/>
            <a:r>
              <a:rPr lang="en-US" dirty="0"/>
              <a:t>Dangerous files </a:t>
            </a:r>
          </a:p>
          <a:p>
            <a:pPr lvl="1"/>
            <a:r>
              <a:rPr lang="en-US" dirty="0"/>
              <a:t>CGIs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E2C00E9-D629-4D0B-8B31-D801102F1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1121" y="739060"/>
            <a:ext cx="4010025" cy="424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91479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Compare how Censys and OpenVAS identify exposed systems</a:t>
            </a:r>
          </a:p>
          <a:p>
            <a:r>
              <a:rPr lang="en-US" dirty="0"/>
              <a:t>Explain why and how the team can craft packets</a:t>
            </a:r>
          </a:p>
          <a:p>
            <a:r>
              <a:rPr lang="en-US" dirty="0"/>
              <a:t>Discuss ways to test web server and the database</a:t>
            </a:r>
          </a:p>
          <a:p>
            <a:r>
              <a:rPr lang="en-US" dirty="0"/>
              <a:t>Describe how SQLmap can test for SQL injection flaws</a:t>
            </a:r>
          </a:p>
          <a:p>
            <a:r>
              <a:rPr lang="en-US" dirty="0"/>
              <a:t>Explain why you should check for SSL/TLS Vulnerabilities</a:t>
            </a:r>
          </a:p>
          <a:p>
            <a:r>
              <a:rPr lang="en-US" dirty="0"/>
              <a:t>List ways Nikto can test for vulnerabilities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Utilize Scanning Tools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7390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12A6636-FB7B-434B-90D7-F68D09FF27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895CF-B89C-4362-9D1E-CA6D941DA1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5E4A2-6543-4B60-AB1F-E70A19E69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311080"/>
      </p:ext>
    </p:extLst>
  </p:cSld>
  <p:clrMapOvr>
    <a:masterClrMapping/>
  </p:clrMapOvr>
</p:sld>
</file>

<file path=ppt/theme/theme1.xml><?xml version="1.0" encoding="utf-8"?>
<a:theme xmlns:a="http://schemas.openxmlformats.org/drawingml/2006/main" name="comptia_ov">
  <a:themeElements>
    <a:clrScheme name="comptia">
      <a:dk1>
        <a:srgbClr val="253644"/>
      </a:dk1>
      <a:lt1>
        <a:srgbClr val="FFFFFF"/>
      </a:lt1>
      <a:dk2>
        <a:srgbClr val="45545F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77869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mptia_ova" id="{478531A2-6CBB-47DF-8787-97F322309993}" vid="{27DBB225-2D25-419A-A575-CF909A3C9BB4}"/>
    </a:ext>
  </a:extLst>
</a:theme>
</file>

<file path=ppt/theme/theme2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15eb565-7267-4a95-9087-2f433ded3c8b" xsi:nil="true"/>
    <_ip_UnifiedCompliancePolicyProperties xmlns="http://schemas.microsoft.com/sharepoint/v3" xsi:nil="true"/>
    <lcf76f155ced4ddcb4097134ff3c332f xmlns="95a46270-66ec-4bdf-aabc-d78887d5141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AB8BE3257A504EB15FA3D006F5CE14" ma:contentTypeVersion="19" ma:contentTypeDescription="Create a new document." ma:contentTypeScope="" ma:versionID="982e8a56513d1ee2aafc01cca592f65d">
  <xsd:schema xmlns:xsd="http://www.w3.org/2001/XMLSchema" xmlns:xs="http://www.w3.org/2001/XMLSchema" xmlns:p="http://schemas.microsoft.com/office/2006/metadata/properties" xmlns:ns1="http://schemas.microsoft.com/sharepoint/v3" xmlns:ns2="95a46270-66ec-4bdf-aabc-d78887d51418" xmlns:ns3="315eb565-7267-4a95-9087-2f433ded3c8b" targetNamespace="http://schemas.microsoft.com/office/2006/metadata/properties" ma:root="true" ma:fieldsID="d7e83a006b54384a7189437426092eef" ns1:_="" ns2:_="" ns3:_="">
    <xsd:import namespace="http://schemas.microsoft.com/sharepoint/v3"/>
    <xsd:import namespace="95a46270-66ec-4bdf-aabc-d78887d51418"/>
    <xsd:import namespace="315eb565-7267-4a95-9087-2f433ded3c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a46270-66ec-4bdf-aabc-d78887d51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7b08e0c-9838-438a-a46d-e871ec00c0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eb565-7267-4a95-9087-2f433ded3c8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32a667b-0d96-4d3d-ae00-1e23d06ed90f}" ma:internalName="TaxCatchAll" ma:showField="CatchAllData" ma:web="315eb565-7267-4a95-9087-2f433ded3c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2CFB8D-1019-43EC-BFD1-51DA400163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804A4A-BEBA-46F7-8D91-096B77966F98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95a46270-66ec-4bdf-aabc-d78887d51418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315eb565-7267-4a95-9087-2f433ded3c8b"/>
    <ds:schemaRef ds:uri="http://purl.org/dc/dcmitype/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84410D86-2B9B-490D-8D05-C19809848B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5a46270-66ec-4bdf-aabc-d78887d51418"/>
    <ds:schemaRef ds:uri="315eb565-7267-4a95-9087-2f433ded3c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comptia_ova</Template>
  <TotalTime>4353</TotalTime>
  <Words>2088</Words>
  <Application>Microsoft Office PowerPoint</Application>
  <PresentationFormat>On-screen Show (16:9)</PresentationFormat>
  <Paragraphs>225</Paragraphs>
  <Slides>33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Calibri</vt:lpstr>
      <vt:lpstr>Open Sans</vt:lpstr>
      <vt:lpstr>Wingdings</vt:lpstr>
      <vt:lpstr>Arial</vt:lpstr>
      <vt:lpstr>comptia_ov</vt:lpstr>
      <vt:lpstr>Exam PT0-002</vt:lpstr>
      <vt:lpstr>Preparing the Vulnerability Scan</vt:lpstr>
      <vt:lpstr>Objectives</vt:lpstr>
      <vt:lpstr>Plan the Vulnerability Scan</vt:lpstr>
      <vt:lpstr>Understanding Vulnerabilities</vt:lpstr>
      <vt:lpstr>Stages of a Vulnerability</vt:lpstr>
      <vt:lpstr>Exploiting the Unknown </vt:lpstr>
      <vt:lpstr>Reducing Risks to Data</vt:lpstr>
      <vt:lpstr>Grabbing Banners</vt:lpstr>
      <vt:lpstr>Mapping the Network</vt:lpstr>
      <vt:lpstr>Running Scans</vt:lpstr>
      <vt:lpstr>Scanning Considerations</vt:lpstr>
      <vt:lpstr>Comparing the Different Types of Scans</vt:lpstr>
      <vt:lpstr>Plan the Vulnerability Scan</vt:lpstr>
      <vt:lpstr>Detect Defenses</vt:lpstr>
      <vt:lpstr>Identifying Load Balancers</vt:lpstr>
      <vt:lpstr>Recognizing Firewalls</vt:lpstr>
      <vt:lpstr>Testing the Firewall</vt:lpstr>
      <vt:lpstr>Scanning the Firewall</vt:lpstr>
      <vt:lpstr>Avoiding AV detection</vt:lpstr>
      <vt:lpstr>Using the Social Engineering Toolkit</vt:lpstr>
      <vt:lpstr>Detect Defenses</vt:lpstr>
      <vt:lpstr>Utilize Scanning Tools</vt:lpstr>
      <vt:lpstr>Analyzing the Attack Surface</vt:lpstr>
      <vt:lpstr>Using Censys and OpenVAS</vt:lpstr>
      <vt:lpstr>Crafting Packets</vt:lpstr>
      <vt:lpstr>Evaluating Web Applications</vt:lpstr>
      <vt:lpstr>Scanning the Web Server and Database</vt:lpstr>
      <vt:lpstr>Using SQLmap</vt:lpstr>
      <vt:lpstr>Checking SSL/TLS Vulnerabilities</vt:lpstr>
      <vt:lpstr>Using Nikto</vt:lpstr>
      <vt:lpstr>Utilize Scanning Tools</vt:lpstr>
      <vt:lpstr>PowerPoint Presentation</vt:lpstr>
    </vt:vector>
  </TitlesOfParts>
  <Company>CompTIA,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Slide deck to accompany a CompTIA OCC study guide</dc:subject>
  <dc:creator>Danielle Andries</dc:creator>
  <dc:description>Copyright © 2022 CompTIA, Inc. All Rights Reserved.  |  CompTIA.org</dc:description>
  <cp:lastModifiedBy>Danielle Andries</cp:lastModifiedBy>
  <cp:revision>6</cp:revision>
  <dcterms:created xsi:type="dcterms:W3CDTF">2021-09-23T15:15:08Z</dcterms:created>
  <dcterms:modified xsi:type="dcterms:W3CDTF">2022-10-19T21:30:42Z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0x010100F8AB8BE3257A504EB15FA3D006F5CE14</vt:lpwstr>
  </property>
  <property fmtid="{D5CDD505-2E9C-101B-9397-08002B2CF9AE}" pid="3" name="MediaServiceImageTags">
    <vt:lpwstr/>
  </property>
</Properties>
</file>