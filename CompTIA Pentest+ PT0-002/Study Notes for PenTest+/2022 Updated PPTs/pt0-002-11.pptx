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6"/>
  </p:notesMasterIdLst>
  <p:handoutMasterIdLst>
    <p:handoutMasterId r:id="rId37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90" r:id="rId12"/>
    <p:sldId id="298" r:id="rId13"/>
    <p:sldId id="300" r:id="rId14"/>
    <p:sldId id="301" r:id="rId15"/>
    <p:sldId id="261" r:id="rId16"/>
    <p:sldId id="266" r:id="rId17"/>
    <p:sldId id="267" r:id="rId18"/>
    <p:sldId id="268" r:id="rId19"/>
    <p:sldId id="269" r:id="rId20"/>
    <p:sldId id="292" r:id="rId21"/>
    <p:sldId id="293" r:id="rId22"/>
    <p:sldId id="305" r:id="rId23"/>
    <p:sldId id="306" r:id="rId24"/>
    <p:sldId id="270" r:id="rId25"/>
    <p:sldId id="285" r:id="rId26"/>
    <p:sldId id="286" r:id="rId27"/>
    <p:sldId id="287" r:id="rId28"/>
    <p:sldId id="288" r:id="rId29"/>
    <p:sldId id="295" r:id="rId30"/>
    <p:sldId id="296" r:id="rId31"/>
    <p:sldId id="307" r:id="rId32"/>
    <p:sldId id="297" r:id="rId33"/>
    <p:sldId id="289" r:id="rId34"/>
    <p:sldId id="281" r:id="rId3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2D477-01BB-4A05-AE26-BF988FE3878C}" v="28" dt="2021-10-22T01:19:28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72" d="100"/>
          <a:sy n="72" d="100"/>
        </p:scale>
        <p:origin x="1144" y="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Andries" userId="93d179e4-3c18-40f7-920e-ae80b202540d" providerId="ADAL" clId="{7B049343-B7AB-4F32-BDAE-F822FBED966C}"/>
    <pc:docChg chg="custSel addSld delSld modSld">
      <pc:chgData name="Danielle Andries" userId="93d179e4-3c18-40f7-920e-ae80b202540d" providerId="ADAL" clId="{7B049343-B7AB-4F32-BDAE-F822FBED966C}" dt="2021-10-13T13:59:38.917" v="184" actId="20577"/>
      <pc:docMkLst>
        <pc:docMk/>
      </pc:docMkLst>
      <pc:sldChg chg="modSp mod">
        <pc:chgData name="Danielle Andries" userId="93d179e4-3c18-40f7-920e-ae80b202540d" providerId="ADAL" clId="{7B049343-B7AB-4F32-BDAE-F822FBED966C}" dt="2021-10-13T13:53:48.124" v="110"/>
        <pc:sldMkLst>
          <pc:docMk/>
          <pc:sldMk cId="3676537154" sldId="256"/>
        </pc:sldMkLst>
        <pc:spChg chg="mod">
          <ac:chgData name="Danielle Andries" userId="93d179e4-3c18-40f7-920e-ae80b202540d" providerId="ADAL" clId="{7B049343-B7AB-4F32-BDAE-F822FBED966C}" dt="2021-10-13T13:53:48.124" v="110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7B049343-B7AB-4F32-BDAE-F822FBED966C}" dt="2021-10-13T13:51:36.230" v="25" actId="20577"/>
        <pc:sldMkLst>
          <pc:docMk/>
          <pc:sldMk cId="3476460589" sldId="258"/>
        </pc:sldMkLst>
        <pc:spChg chg="mod">
          <ac:chgData name="Danielle Andries" userId="93d179e4-3c18-40f7-920e-ae80b202540d" providerId="ADAL" clId="{7B049343-B7AB-4F32-BDAE-F822FBED966C}" dt="2021-10-13T13:51:36.230" v="25" actId="20577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7B049343-B7AB-4F32-BDAE-F822FBED966C}" dt="2021-10-13T13:51:20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7B049343-B7AB-4F32-BDAE-F822FBED966C}" dt="2021-10-13T13:51:54.383" v="68" actId="20577"/>
        <pc:sldMkLst>
          <pc:docMk/>
          <pc:sldMk cId="3581186469" sldId="259"/>
        </pc:sldMkLst>
        <pc:spChg chg="mod">
          <ac:chgData name="Danielle Andries" userId="93d179e4-3c18-40f7-920e-ae80b202540d" providerId="ADAL" clId="{7B049343-B7AB-4F32-BDAE-F822FBED966C}" dt="2021-10-13T13:51:54.383" v="68" actId="20577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7B049343-B7AB-4F32-BDAE-F822FBED966C}" dt="2021-10-13T13:51:43.268" v="27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7B049343-B7AB-4F32-BDAE-F822FBED966C}" dt="2021-10-13T13:51:45.838" v="29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7B049343-B7AB-4F32-BDAE-F822FBED966C}" dt="2021-10-13T13:52:25.678" v="108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7B049343-B7AB-4F32-BDAE-F822FBED966C}" dt="2021-10-13T13:52:25.678" v="108" actId="20577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7B049343-B7AB-4F32-BDAE-F822FBED966C}" dt="2021-10-13T13:52:18.157" v="74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7B049343-B7AB-4F32-BDAE-F822FBED966C}" dt="2021-10-13T13:52:16.540" v="72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7B049343-B7AB-4F32-BDAE-F822FBED966C}" dt="2021-10-13T13:59:38.917" v="184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7B049343-B7AB-4F32-BDAE-F822FBED966C}" dt="2021-10-13T13:59:38.917" v="184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del">
        <pc:chgData name="Danielle Andries" userId="93d179e4-3c18-40f7-920e-ae80b202540d" providerId="ADAL" clId="{7B049343-B7AB-4F32-BDAE-F822FBED966C}" dt="2021-10-13T13:54:53.477" v="182" actId="2696"/>
        <pc:sldMkLst>
          <pc:docMk/>
          <pc:sldMk cId="3073644457" sldId="284"/>
        </pc:sldMkLst>
      </pc:sldChg>
      <pc:sldChg chg="modSp new mod">
        <pc:chgData name="Danielle Andries" userId="93d179e4-3c18-40f7-920e-ae80b202540d" providerId="ADAL" clId="{7B049343-B7AB-4F32-BDAE-F822FBED966C}" dt="2021-10-13T13:54:31.558" v="179" actId="20577"/>
        <pc:sldMkLst>
          <pc:docMk/>
          <pc:sldMk cId="3161289941" sldId="285"/>
        </pc:sldMkLst>
        <pc:spChg chg="mod">
          <ac:chgData name="Danielle Andries" userId="93d179e4-3c18-40f7-920e-ae80b202540d" providerId="ADAL" clId="{7B049343-B7AB-4F32-BDAE-F822FBED966C}" dt="2021-10-13T13:54:31.558" v="179" actId="20577"/>
          <ac:spMkLst>
            <pc:docMk/>
            <pc:sldMk cId="3161289941" sldId="285"/>
            <ac:spMk id="2" creationId="{0A7E334A-0A8F-4570-A91D-468192F8CD81}"/>
          </ac:spMkLst>
        </pc:spChg>
        <pc:spChg chg="mod">
          <ac:chgData name="Danielle Andries" userId="93d179e4-3c18-40f7-920e-ae80b202540d" providerId="ADAL" clId="{7B049343-B7AB-4F32-BDAE-F822FBED966C}" dt="2021-10-13T13:54:22.668" v="136" actId="20577"/>
          <ac:spMkLst>
            <pc:docMk/>
            <pc:sldMk cId="3161289941" sldId="285"/>
            <ac:spMk id="3" creationId="{1F39D58A-425E-4AFF-8B6F-6914EE1DDCD9}"/>
          </ac:spMkLst>
        </pc:spChg>
        <pc:spChg chg="mod">
          <ac:chgData name="Danielle Andries" userId="93d179e4-3c18-40f7-920e-ae80b202540d" providerId="ADAL" clId="{7B049343-B7AB-4F32-BDAE-F822FBED966C}" dt="2021-10-13T13:54:16.828" v="120" actId="20577"/>
          <ac:spMkLst>
            <pc:docMk/>
            <pc:sldMk cId="3161289941" sldId="285"/>
            <ac:spMk id="4" creationId="{C0420C06-F6E3-4367-9B8F-1CC0589E3B9C}"/>
          </ac:spMkLst>
        </pc:spChg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685463285" sldId="286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2554177378" sldId="287"/>
        </pc:sldMkLst>
      </pc:sldChg>
      <pc:sldChg chg="add">
        <pc:chgData name="Danielle Andries" userId="93d179e4-3c18-40f7-920e-ae80b202540d" providerId="ADAL" clId="{7B049343-B7AB-4F32-BDAE-F822FBED966C}" dt="2021-10-13T13:54:36.467" v="180"/>
        <pc:sldMkLst>
          <pc:docMk/>
          <pc:sldMk cId="1567903217" sldId="288"/>
        </pc:sldMkLst>
      </pc:sldChg>
      <pc:sldChg chg="add">
        <pc:chgData name="Danielle Andries" userId="93d179e4-3c18-40f7-920e-ae80b202540d" providerId="ADAL" clId="{7B049343-B7AB-4F32-BDAE-F822FBED966C}" dt="2021-10-13T13:54:40.371" v="181"/>
        <pc:sldMkLst>
          <pc:docMk/>
          <pc:sldMk cId="3965838131" sldId="289"/>
        </pc:sldMkLst>
      </pc:sldChg>
    </pc:docChg>
  </pc:docChgLst>
  <pc:docChgLst>
    <pc:chgData name="Danielle Andries" userId="93d179e4-3c18-40f7-920e-ae80b202540d" providerId="ADAL" clId="{B1A70FCE-5BF7-4550-A044-F90171C05B65}"/>
    <pc:docChg chg="modSld">
      <pc:chgData name="Danielle Andries" userId="93d179e4-3c18-40f7-920e-ae80b202540d" providerId="ADAL" clId="{B1A70FCE-5BF7-4550-A044-F90171C05B65}" dt="2021-10-22T01:33:01.732" v="20" actId="20577"/>
      <pc:docMkLst>
        <pc:docMk/>
      </pc:docMkLst>
      <pc:sldChg chg="modNotesTx">
        <pc:chgData name="Danielle Andries" userId="93d179e4-3c18-40f7-920e-ae80b202540d" providerId="ADAL" clId="{B1A70FCE-5BF7-4550-A044-F90171C05B65}" dt="2021-10-22T01:32:30.653" v="2" actId="20577"/>
        <pc:sldMkLst>
          <pc:docMk/>
          <pc:sldMk cId="2528030650" sldId="265"/>
        </pc:sldMkLst>
      </pc:sldChg>
      <pc:sldChg chg="modNotesTx">
        <pc:chgData name="Danielle Andries" userId="93d179e4-3c18-40f7-920e-ae80b202540d" providerId="ADAL" clId="{B1A70FCE-5BF7-4550-A044-F90171C05B65}" dt="2021-10-22T01:32:52.682" v="17" actId="20577"/>
        <pc:sldMkLst>
          <pc:docMk/>
          <pc:sldMk cId="1387039101" sldId="269"/>
        </pc:sldMkLst>
      </pc:sldChg>
      <pc:sldChg chg="modNotesTx">
        <pc:chgData name="Danielle Andries" userId="93d179e4-3c18-40f7-920e-ae80b202540d" providerId="ADAL" clId="{B1A70FCE-5BF7-4550-A044-F90171C05B65}" dt="2021-10-22T01:32:43.300" v="8" actId="20577"/>
        <pc:sldMkLst>
          <pc:docMk/>
          <pc:sldMk cId="1140922428" sldId="301"/>
        </pc:sldMkLst>
      </pc:sldChg>
      <pc:sldChg chg="modNotesTx">
        <pc:chgData name="Danielle Andries" userId="93d179e4-3c18-40f7-920e-ae80b202540d" providerId="ADAL" clId="{B1A70FCE-5BF7-4550-A044-F90171C05B65}" dt="2021-10-22T01:33:01.732" v="20" actId="20577"/>
        <pc:sldMkLst>
          <pc:docMk/>
          <pc:sldMk cId="625129723" sldId="306"/>
        </pc:sldMkLst>
      </pc:sldChg>
    </pc:docChg>
  </pc:docChgLst>
  <pc:docChgLst>
    <pc:chgData name="Lisa Bock" userId="1f2a7945151d6011" providerId="LiveId" clId="{2402D477-01BB-4A05-AE26-BF988FE3878C}"/>
    <pc:docChg chg="undo redo custSel addSld delSld modSld sldOrd">
      <pc:chgData name="Lisa Bock" userId="1f2a7945151d6011" providerId="LiveId" clId="{2402D477-01BB-4A05-AE26-BF988FE3878C}" dt="2021-10-22T01:19:30.720" v="2784"/>
      <pc:docMkLst>
        <pc:docMk/>
      </pc:docMkLst>
      <pc:sldChg chg="modSp mod">
        <pc:chgData name="Lisa Bock" userId="1f2a7945151d6011" providerId="LiveId" clId="{2402D477-01BB-4A05-AE26-BF988FE3878C}" dt="2021-10-21T17:38:38.918" v="1065" actId="14100"/>
        <pc:sldMkLst>
          <pc:docMk/>
          <pc:sldMk cId="3581186469" sldId="259"/>
        </pc:sldMkLst>
        <pc:spChg chg="mod">
          <ac:chgData name="Lisa Bock" userId="1f2a7945151d6011" providerId="LiveId" clId="{2402D477-01BB-4A05-AE26-BF988FE3878C}" dt="2021-10-21T17:38:38.918" v="1065" actId="14100"/>
          <ac:spMkLst>
            <pc:docMk/>
            <pc:sldMk cId="3581186469" sldId="259"/>
            <ac:spMk id="2" creationId="{86BEEEB6-1AEE-41DF-9C4C-570C8610147C}"/>
          </ac:spMkLst>
        </pc:spChg>
      </pc:sldChg>
      <pc:sldChg chg="modSp mod">
        <pc:chgData name="Lisa Bock" userId="1f2a7945151d6011" providerId="LiveId" clId="{2402D477-01BB-4A05-AE26-BF988FE3878C}" dt="2021-10-17T20:12:31.964" v="145" actId="15"/>
        <pc:sldMkLst>
          <pc:docMk/>
          <pc:sldMk cId="2700514735" sldId="260"/>
        </pc:sldMkLst>
        <pc:spChg chg="mod">
          <ac:chgData name="Lisa Bock" userId="1f2a7945151d6011" providerId="LiveId" clId="{2402D477-01BB-4A05-AE26-BF988FE3878C}" dt="2021-10-17T19:50:02.841" v="27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17T20:12:31.964" v="145" actId="15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2402D477-01BB-4A05-AE26-BF988FE3878C}" dt="2021-10-21T17:53:57.052" v="1516" actId="20577"/>
        <pc:sldMkLst>
          <pc:docMk/>
          <pc:sldMk cId="1379302974" sldId="261"/>
        </pc:sldMkLst>
        <pc:spChg chg="mod">
          <ac:chgData name="Lisa Bock" userId="1f2a7945151d6011" providerId="LiveId" clId="{2402D477-01BB-4A05-AE26-BF988FE3878C}" dt="2021-10-21T17:53:57.052" v="1516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2402D477-01BB-4A05-AE26-BF988FE3878C}" dt="2021-10-21T17:38:45.541" v="1066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">
        <pc:chgData name="Lisa Bock" userId="1f2a7945151d6011" providerId="LiveId" clId="{2402D477-01BB-4A05-AE26-BF988FE3878C}" dt="2021-10-21T16:28:01.068" v="516" actId="108"/>
        <pc:sldMkLst>
          <pc:docMk/>
          <pc:sldMk cId="1766491834" sldId="264"/>
        </pc:sldMkLst>
        <pc:spChg chg="mod">
          <ac:chgData name="Lisa Bock" userId="1f2a7945151d6011" providerId="LiveId" clId="{2402D477-01BB-4A05-AE26-BF988FE3878C}" dt="2021-10-17T20:11:14.554" v="131" actId="20577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6:28:01.068" v="516" actId="108"/>
          <ac:spMkLst>
            <pc:docMk/>
            <pc:sldMk cId="1766491834" sldId="264"/>
            <ac:spMk id="3" creationId="{D265882B-10E2-446D-A76D-9CAE7BFA8BE6}"/>
          </ac:spMkLst>
        </pc:spChg>
      </pc:sldChg>
      <pc:sldChg chg="addSp delSp modSp mod modNotesTx">
        <pc:chgData name="Lisa Bock" userId="1f2a7945151d6011" providerId="LiveId" clId="{2402D477-01BB-4A05-AE26-BF988FE3878C}" dt="2021-10-21T17:25:13.595" v="841" actId="20577"/>
        <pc:sldMkLst>
          <pc:docMk/>
          <pc:sldMk cId="2528030650" sldId="265"/>
        </pc:sldMkLst>
        <pc:spChg chg="mod">
          <ac:chgData name="Lisa Bock" userId="1f2a7945151d6011" providerId="LiveId" clId="{2402D477-01BB-4A05-AE26-BF988FE3878C}" dt="2021-10-21T16:31:12.172" v="528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7:25:13.595" v="841" actId="20577"/>
          <ac:spMkLst>
            <pc:docMk/>
            <pc:sldMk cId="2528030650" sldId="265"/>
            <ac:spMk id="3" creationId="{D265882B-10E2-446D-A76D-9CAE7BFA8BE6}"/>
          </ac:spMkLst>
        </pc:spChg>
        <pc:spChg chg="add del">
          <ac:chgData name="Lisa Bock" userId="1f2a7945151d6011" providerId="LiveId" clId="{2402D477-01BB-4A05-AE26-BF988FE3878C}" dt="2021-10-17T20:17:49.694" v="147" actId="22"/>
          <ac:spMkLst>
            <pc:docMk/>
            <pc:sldMk cId="2528030650" sldId="265"/>
            <ac:spMk id="6" creationId="{05FDEA00-39F2-4BD3-AA82-A95CA1A10484}"/>
          </ac:spMkLst>
        </pc:spChg>
        <pc:spChg chg="add del">
          <ac:chgData name="Lisa Bock" userId="1f2a7945151d6011" providerId="LiveId" clId="{2402D477-01BB-4A05-AE26-BF988FE3878C}" dt="2021-10-17T20:17:53.820" v="149" actId="22"/>
          <ac:spMkLst>
            <pc:docMk/>
            <pc:sldMk cId="2528030650" sldId="265"/>
            <ac:spMk id="8" creationId="{81F30CDB-E026-4E3C-9917-06A559F76A47}"/>
          </ac:spMkLst>
        </pc:spChg>
      </pc:sldChg>
      <pc:sldChg chg="modSp mod">
        <pc:chgData name="Lisa Bock" userId="1f2a7945151d6011" providerId="LiveId" clId="{2402D477-01BB-4A05-AE26-BF988FE3878C}" dt="2021-10-22T01:09:45.153" v="2772" actId="20577"/>
        <pc:sldMkLst>
          <pc:docMk/>
          <pc:sldMk cId="2996616140" sldId="267"/>
        </pc:sldMkLst>
        <pc:spChg chg="mod">
          <ac:chgData name="Lisa Bock" userId="1f2a7945151d6011" providerId="LiveId" clId="{2402D477-01BB-4A05-AE26-BF988FE3878C}" dt="2021-10-17T20:33:54.082" v="233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2T01:09:45.153" v="2772" actId="20577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2402D477-01BB-4A05-AE26-BF988FE3878C}" dt="2021-10-21T23:58:09.734" v="2384" actId="20577"/>
        <pc:sldMkLst>
          <pc:docMk/>
          <pc:sldMk cId="443996997" sldId="268"/>
        </pc:sldMkLst>
        <pc:spChg chg="mod">
          <ac:chgData name="Lisa Bock" userId="1f2a7945151d6011" providerId="LiveId" clId="{2402D477-01BB-4A05-AE26-BF988FE3878C}" dt="2021-10-17T20:36:28.962" v="271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23:58:09.734" v="2384" actId="20577"/>
          <ac:spMkLst>
            <pc:docMk/>
            <pc:sldMk cId="443996997" sldId="268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2402D477-01BB-4A05-AE26-BF988FE3878C}" dt="2021-10-21T18:08:36.607" v="1713" actId="12"/>
        <pc:sldMkLst>
          <pc:docMk/>
          <pc:sldMk cId="1387039101" sldId="269"/>
        </pc:sldMkLst>
        <pc:spChg chg="mod">
          <ac:chgData name="Lisa Bock" userId="1f2a7945151d6011" providerId="LiveId" clId="{2402D477-01BB-4A05-AE26-BF988FE3878C}" dt="2021-10-21T18:08:11.844" v="1705" actId="20577"/>
          <ac:spMkLst>
            <pc:docMk/>
            <pc:sldMk cId="1387039101" sldId="269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08:36.607" v="1713" actId="12"/>
          <ac:spMkLst>
            <pc:docMk/>
            <pc:sldMk cId="1387039101" sldId="269"/>
            <ac:spMk id="3" creationId="{D265882B-10E2-446D-A76D-9CAE7BFA8BE6}"/>
          </ac:spMkLst>
        </pc:spChg>
      </pc:sldChg>
      <pc:sldChg chg="modSp mod">
        <pc:chgData name="Lisa Bock" userId="1f2a7945151d6011" providerId="LiveId" clId="{2402D477-01BB-4A05-AE26-BF988FE3878C}" dt="2021-10-22T00:07:13.510" v="2385"/>
        <pc:sldMkLst>
          <pc:docMk/>
          <pc:sldMk cId="1555248704" sldId="270"/>
        </pc:sldMkLst>
        <pc:spChg chg="mod">
          <ac:chgData name="Lisa Bock" userId="1f2a7945151d6011" providerId="LiveId" clId="{2402D477-01BB-4A05-AE26-BF988FE3878C}" dt="2021-10-22T00:07:13.510" v="2385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2402D477-01BB-4A05-AE26-BF988FE3878C}" dt="2021-10-21T18:39:27.502" v="2156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">
        <pc:chgData name="Lisa Bock" userId="1f2a7945151d6011" providerId="LiveId" clId="{2402D477-01BB-4A05-AE26-BF988FE3878C}" dt="2021-10-21T18:39:33.903" v="2157" actId="14100"/>
        <pc:sldMkLst>
          <pc:docMk/>
          <pc:sldMk cId="3161289941" sldId="285"/>
        </pc:sldMkLst>
        <pc:spChg chg="mod">
          <ac:chgData name="Lisa Bock" userId="1f2a7945151d6011" providerId="LiveId" clId="{2402D477-01BB-4A05-AE26-BF988FE3878C}" dt="2021-10-21T18:39:33.903" v="2157" actId="14100"/>
          <ac:spMkLst>
            <pc:docMk/>
            <pc:sldMk cId="3161289941" sldId="285"/>
            <ac:spMk id="2" creationId="{0A7E334A-0A8F-4570-A91D-468192F8CD81}"/>
          </ac:spMkLst>
        </pc:spChg>
      </pc:sldChg>
      <pc:sldChg chg="modSp mod">
        <pc:chgData name="Lisa Bock" userId="1f2a7945151d6011" providerId="LiveId" clId="{2402D477-01BB-4A05-AE26-BF988FE3878C}" dt="2021-10-21T18:42:25.274" v="2199" actId="113"/>
        <pc:sldMkLst>
          <pc:docMk/>
          <pc:sldMk cId="685463285" sldId="286"/>
        </pc:sldMkLst>
        <pc:spChg chg="mod">
          <ac:chgData name="Lisa Bock" userId="1f2a7945151d6011" providerId="LiveId" clId="{2402D477-01BB-4A05-AE26-BF988FE3878C}" dt="2021-10-17T20:43:22.864" v="378"/>
          <ac:spMkLst>
            <pc:docMk/>
            <pc:sldMk cId="685463285" sldId="286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42:25.274" v="2199" actId="113"/>
          <ac:spMkLst>
            <pc:docMk/>
            <pc:sldMk cId="685463285" sldId="286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2402D477-01BB-4A05-AE26-BF988FE3878C}" dt="2021-10-21T18:43:55.803" v="2233" actId="6549"/>
        <pc:sldMkLst>
          <pc:docMk/>
          <pc:sldMk cId="2554177378" sldId="287"/>
        </pc:sldMkLst>
        <pc:spChg chg="mod">
          <ac:chgData name="Lisa Bock" userId="1f2a7945151d6011" providerId="LiveId" clId="{2402D477-01BB-4A05-AE26-BF988FE3878C}" dt="2021-10-17T20:45:42.504" v="405" actId="20577"/>
          <ac:spMkLst>
            <pc:docMk/>
            <pc:sldMk cId="2554177378" sldId="287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43:55.803" v="2233" actId="6549"/>
          <ac:spMkLst>
            <pc:docMk/>
            <pc:sldMk cId="2554177378" sldId="287"/>
            <ac:spMk id="3" creationId="{D265882B-10E2-446D-A76D-9CAE7BFA8BE6}"/>
          </ac:spMkLst>
        </pc:spChg>
      </pc:sldChg>
      <pc:sldChg chg="modSp mod">
        <pc:chgData name="Lisa Bock" userId="1f2a7945151d6011" providerId="LiveId" clId="{2402D477-01BB-4A05-AE26-BF988FE3878C}" dt="2021-10-21T18:45:06.554" v="2245" actId="20577"/>
        <pc:sldMkLst>
          <pc:docMk/>
          <pc:sldMk cId="1567903217" sldId="288"/>
        </pc:sldMkLst>
        <pc:spChg chg="mod">
          <ac:chgData name="Lisa Bock" userId="1f2a7945151d6011" providerId="LiveId" clId="{2402D477-01BB-4A05-AE26-BF988FE3878C}" dt="2021-10-17T20:46:16.696" v="409"/>
          <ac:spMkLst>
            <pc:docMk/>
            <pc:sldMk cId="1567903217" sldId="288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45:06.554" v="2245" actId="20577"/>
          <ac:spMkLst>
            <pc:docMk/>
            <pc:sldMk cId="1567903217" sldId="288"/>
            <ac:spMk id="3" creationId="{D265882B-10E2-446D-A76D-9CAE7BFA8BE6}"/>
          </ac:spMkLst>
        </pc:spChg>
      </pc:sldChg>
      <pc:sldChg chg="modSp mod">
        <pc:chgData name="Lisa Bock" userId="1f2a7945151d6011" providerId="LiveId" clId="{2402D477-01BB-4A05-AE26-BF988FE3878C}" dt="2021-10-22T01:00:37.075" v="2754"/>
        <pc:sldMkLst>
          <pc:docMk/>
          <pc:sldMk cId="3965838131" sldId="289"/>
        </pc:sldMkLst>
        <pc:spChg chg="mod">
          <ac:chgData name="Lisa Bock" userId="1f2a7945151d6011" providerId="LiveId" clId="{2402D477-01BB-4A05-AE26-BF988FE3878C}" dt="2021-10-22T01:00:37.075" v="2754"/>
          <ac:spMkLst>
            <pc:docMk/>
            <pc:sldMk cId="3965838131" sldId="289"/>
            <ac:spMk id="2" creationId="{00910985-B36C-4A8C-8F00-496036FF49CE}"/>
          </ac:spMkLst>
        </pc:spChg>
        <pc:spChg chg="mod">
          <ac:chgData name="Lisa Bock" userId="1f2a7945151d6011" providerId="LiveId" clId="{2402D477-01BB-4A05-AE26-BF988FE3878C}" dt="2021-10-21T18:39:57.315" v="2162" actId="404"/>
          <ac:spMkLst>
            <pc:docMk/>
            <pc:sldMk cId="3965838131" sldId="289"/>
            <ac:spMk id="3" creationId="{741BF6B6-2A64-4049-9A00-5F58CF8B2C57}"/>
          </ac:spMkLst>
        </pc:spChg>
      </pc:sldChg>
      <pc:sldChg chg="modSp add mod">
        <pc:chgData name="Lisa Bock" userId="1f2a7945151d6011" providerId="LiveId" clId="{2402D477-01BB-4A05-AE26-BF988FE3878C}" dt="2021-10-21T16:56:11.340" v="759" actId="27636"/>
        <pc:sldMkLst>
          <pc:docMk/>
          <pc:sldMk cId="1842381928" sldId="290"/>
        </pc:sldMkLst>
        <pc:spChg chg="mod">
          <ac:chgData name="Lisa Bock" userId="1f2a7945151d6011" providerId="LiveId" clId="{2402D477-01BB-4A05-AE26-BF988FE3878C}" dt="2021-10-21T16:55:39.179" v="740" actId="20577"/>
          <ac:spMkLst>
            <pc:docMk/>
            <pc:sldMk cId="1842381928" sldId="290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6:56:11.340" v="759" actId="27636"/>
          <ac:spMkLst>
            <pc:docMk/>
            <pc:sldMk cId="1842381928" sldId="290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402D477-01BB-4A05-AE26-BF988FE3878C}" dt="2021-10-21T16:56:28.473" v="760" actId="2696"/>
        <pc:sldMkLst>
          <pc:docMk/>
          <pc:sldMk cId="3959285977" sldId="291"/>
        </pc:sldMkLst>
        <pc:spChg chg="mod">
          <ac:chgData name="Lisa Bock" userId="1f2a7945151d6011" providerId="LiveId" clId="{2402D477-01BB-4A05-AE26-BF988FE3878C}" dt="2021-10-21T16:55:13.413" v="720" actId="27636"/>
          <ac:spMkLst>
            <pc:docMk/>
            <pc:sldMk cId="3959285977" sldId="291"/>
            <ac:spMk id="3" creationId="{D265882B-10E2-446D-A76D-9CAE7BFA8BE6}"/>
          </ac:spMkLst>
        </pc:spChg>
      </pc:sldChg>
      <pc:sldChg chg="modSp add mod">
        <pc:chgData name="Lisa Bock" userId="1f2a7945151d6011" providerId="LiveId" clId="{2402D477-01BB-4A05-AE26-BF988FE3878C}" dt="2021-10-21T18:13:27.234" v="1794" actId="20577"/>
        <pc:sldMkLst>
          <pc:docMk/>
          <pc:sldMk cId="870374947" sldId="292"/>
        </pc:sldMkLst>
        <pc:spChg chg="mod">
          <ac:chgData name="Lisa Bock" userId="1f2a7945151d6011" providerId="LiveId" clId="{2402D477-01BB-4A05-AE26-BF988FE3878C}" dt="2021-10-21T18:09:51.467" v="1746" actId="20577"/>
          <ac:spMkLst>
            <pc:docMk/>
            <pc:sldMk cId="870374947" sldId="292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13:27.234" v="1794" actId="20577"/>
          <ac:spMkLst>
            <pc:docMk/>
            <pc:sldMk cId="870374947" sldId="292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2402D477-01BB-4A05-AE26-BF988FE3878C}" dt="2021-10-21T18:27:53.385" v="1979" actId="20577"/>
        <pc:sldMkLst>
          <pc:docMk/>
          <pc:sldMk cId="747735345" sldId="293"/>
        </pc:sldMkLst>
        <pc:spChg chg="mod">
          <ac:chgData name="Lisa Bock" userId="1f2a7945151d6011" providerId="LiveId" clId="{2402D477-01BB-4A05-AE26-BF988FE3878C}" dt="2021-10-21T18:26:38.649" v="1930" actId="20577"/>
          <ac:spMkLst>
            <pc:docMk/>
            <pc:sldMk cId="747735345" sldId="293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27:53.385" v="1979" actId="20577"/>
          <ac:spMkLst>
            <pc:docMk/>
            <pc:sldMk cId="747735345" sldId="293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2402D477-01BB-4A05-AE26-BF988FE3878C}" dt="2021-10-21T18:27:36.814" v="1974" actId="2696"/>
        <pc:sldMkLst>
          <pc:docMk/>
          <pc:sldMk cId="1693982664" sldId="294"/>
        </pc:sldMkLst>
        <pc:spChg chg="mod">
          <ac:chgData name="Lisa Bock" userId="1f2a7945151d6011" providerId="LiveId" clId="{2402D477-01BB-4A05-AE26-BF988FE3878C}" dt="2021-10-17T20:39:51.928" v="331"/>
          <ac:spMkLst>
            <pc:docMk/>
            <pc:sldMk cId="1693982664" sldId="294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26:11.811" v="1912" actId="20577"/>
          <ac:spMkLst>
            <pc:docMk/>
            <pc:sldMk cId="1693982664" sldId="294"/>
            <ac:spMk id="3" creationId="{D265882B-10E2-446D-A76D-9CAE7BFA8BE6}"/>
          </ac:spMkLst>
        </pc:spChg>
      </pc:sldChg>
      <pc:sldChg chg="modSp add mod">
        <pc:chgData name="Lisa Bock" userId="1f2a7945151d6011" providerId="LiveId" clId="{2402D477-01BB-4A05-AE26-BF988FE3878C}" dt="2021-10-21T18:46:02.010" v="2254" actId="14"/>
        <pc:sldMkLst>
          <pc:docMk/>
          <pc:sldMk cId="2722548398" sldId="295"/>
        </pc:sldMkLst>
        <pc:spChg chg="mod">
          <ac:chgData name="Lisa Bock" userId="1f2a7945151d6011" providerId="LiveId" clId="{2402D477-01BB-4A05-AE26-BF988FE3878C}" dt="2021-10-17T20:46:55.821" v="423"/>
          <ac:spMkLst>
            <pc:docMk/>
            <pc:sldMk cId="2722548398" sldId="295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46:02.010" v="2254" actId="14"/>
          <ac:spMkLst>
            <pc:docMk/>
            <pc:sldMk cId="2722548398" sldId="295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2402D477-01BB-4A05-AE26-BF988FE3878C}" dt="2021-10-22T01:19:11.885" v="2783" actId="114"/>
        <pc:sldMkLst>
          <pc:docMk/>
          <pc:sldMk cId="4166254895" sldId="296"/>
        </pc:sldMkLst>
        <pc:spChg chg="mod">
          <ac:chgData name="Lisa Bock" userId="1f2a7945151d6011" providerId="LiveId" clId="{2402D477-01BB-4A05-AE26-BF988FE3878C}" dt="2021-10-17T20:47:51.511" v="449"/>
          <ac:spMkLst>
            <pc:docMk/>
            <pc:sldMk cId="4166254895" sldId="296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53:44.585" v="2375" actId="15"/>
          <ac:spMkLst>
            <pc:docMk/>
            <pc:sldMk cId="4166254895" sldId="296"/>
            <ac:spMk id="3" creationId="{D265882B-10E2-446D-A76D-9CAE7BFA8BE6}"/>
          </ac:spMkLst>
        </pc:spChg>
      </pc:sldChg>
      <pc:sldChg chg="modSp add mod">
        <pc:chgData name="Lisa Bock" userId="1f2a7945151d6011" providerId="LiveId" clId="{2402D477-01BB-4A05-AE26-BF988FE3878C}" dt="2021-10-22T00:44:43.184" v="2753" actId="20577"/>
        <pc:sldMkLst>
          <pc:docMk/>
          <pc:sldMk cId="3868527331" sldId="297"/>
        </pc:sldMkLst>
        <pc:spChg chg="mod">
          <ac:chgData name="Lisa Bock" userId="1f2a7945151d6011" providerId="LiveId" clId="{2402D477-01BB-4A05-AE26-BF988FE3878C}" dt="2021-10-17T20:49:51.745" v="500" actId="20577"/>
          <ac:spMkLst>
            <pc:docMk/>
            <pc:sldMk cId="3868527331" sldId="297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2T00:44:43.184" v="2753" actId="20577"/>
          <ac:spMkLst>
            <pc:docMk/>
            <pc:sldMk cId="3868527331" sldId="297"/>
            <ac:spMk id="3" creationId="{D265882B-10E2-446D-A76D-9CAE7BFA8BE6}"/>
          </ac:spMkLst>
        </pc:spChg>
      </pc:sldChg>
      <pc:sldChg chg="modSp add mod">
        <pc:chgData name="Lisa Bock" userId="1f2a7945151d6011" providerId="LiveId" clId="{2402D477-01BB-4A05-AE26-BF988FE3878C}" dt="2021-10-21T17:25:53.320" v="852" actId="20577"/>
        <pc:sldMkLst>
          <pc:docMk/>
          <pc:sldMk cId="1500817809" sldId="298"/>
        </pc:sldMkLst>
        <pc:spChg chg="mod">
          <ac:chgData name="Lisa Bock" userId="1f2a7945151d6011" providerId="LiveId" clId="{2402D477-01BB-4A05-AE26-BF988FE3878C}" dt="2021-10-21T17:25:53.320" v="852" actId="20577"/>
          <ac:spMkLst>
            <pc:docMk/>
            <pc:sldMk cId="1500817809" sldId="298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7:13:27.176" v="769" actId="27636"/>
          <ac:spMkLst>
            <pc:docMk/>
            <pc:sldMk cId="1500817809" sldId="298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2402D477-01BB-4A05-AE26-BF988FE3878C}" dt="2021-10-21T18:01:40.738" v="1587" actId="2696"/>
        <pc:sldMkLst>
          <pc:docMk/>
          <pc:sldMk cId="3887160560" sldId="299"/>
        </pc:sldMkLst>
        <pc:spChg chg="mod">
          <ac:chgData name="Lisa Bock" userId="1f2a7945151d6011" providerId="LiveId" clId="{2402D477-01BB-4A05-AE26-BF988FE3878C}" dt="2021-10-21T18:00:07.975" v="1574" actId="6549"/>
          <ac:spMkLst>
            <pc:docMk/>
            <pc:sldMk cId="3887160560" sldId="299"/>
            <ac:spMk id="3" creationId="{D265882B-10E2-446D-A76D-9CAE7BFA8BE6}"/>
          </ac:spMkLst>
        </pc:spChg>
      </pc:sldChg>
      <pc:sldChg chg="modSp new mod">
        <pc:chgData name="Lisa Bock" userId="1f2a7945151d6011" providerId="LiveId" clId="{2402D477-01BB-4A05-AE26-BF988FE3878C}" dt="2021-10-21T17:16:04.063" v="839" actId="20577"/>
        <pc:sldMkLst>
          <pc:docMk/>
          <pc:sldMk cId="218325917" sldId="300"/>
        </pc:sldMkLst>
        <pc:spChg chg="mod">
          <ac:chgData name="Lisa Bock" userId="1f2a7945151d6011" providerId="LiveId" clId="{2402D477-01BB-4A05-AE26-BF988FE3878C}" dt="2021-10-21T17:14:19.365" v="793"/>
          <ac:spMkLst>
            <pc:docMk/>
            <pc:sldMk cId="218325917" sldId="300"/>
            <ac:spMk id="2" creationId="{2B23A654-D88A-47C2-AA79-4348F9DDACE5}"/>
          </ac:spMkLst>
        </pc:spChg>
        <pc:spChg chg="mod">
          <ac:chgData name="Lisa Bock" userId="1f2a7945151d6011" providerId="LiveId" clId="{2402D477-01BB-4A05-AE26-BF988FE3878C}" dt="2021-10-21T17:16:04.063" v="839" actId="20577"/>
          <ac:spMkLst>
            <pc:docMk/>
            <pc:sldMk cId="218325917" sldId="300"/>
            <ac:spMk id="3" creationId="{A67AF6F4-72E1-4346-875B-DE4BADE3DE1C}"/>
          </ac:spMkLst>
        </pc:spChg>
      </pc:sldChg>
      <pc:sldChg chg="modSp new mod chgLayout modNotesTx">
        <pc:chgData name="Lisa Bock" userId="1f2a7945151d6011" providerId="LiveId" clId="{2402D477-01BB-4A05-AE26-BF988FE3878C}" dt="2021-10-21T17:44:33.574" v="1249" actId="20577"/>
        <pc:sldMkLst>
          <pc:docMk/>
          <pc:sldMk cId="1140922428" sldId="301"/>
        </pc:sldMkLst>
        <pc:spChg chg="mod ord">
          <ac:chgData name="Lisa Bock" userId="1f2a7945151d6011" providerId="LiveId" clId="{2402D477-01BB-4A05-AE26-BF988FE3878C}" dt="2021-10-21T17:43:11.726" v="1209" actId="700"/>
          <ac:spMkLst>
            <pc:docMk/>
            <pc:sldMk cId="1140922428" sldId="301"/>
            <ac:spMk id="2" creationId="{4AFD0139-3202-4EB7-B88F-528DBEC9F232}"/>
          </ac:spMkLst>
        </pc:spChg>
        <pc:spChg chg="mod ord">
          <ac:chgData name="Lisa Bock" userId="1f2a7945151d6011" providerId="LiveId" clId="{2402D477-01BB-4A05-AE26-BF988FE3878C}" dt="2021-10-21T17:44:33.574" v="1249" actId="20577"/>
          <ac:spMkLst>
            <pc:docMk/>
            <pc:sldMk cId="1140922428" sldId="301"/>
            <ac:spMk id="3" creationId="{5C9D64C1-F738-4269-86EE-618F2F31BDDD}"/>
          </ac:spMkLst>
        </pc:spChg>
        <pc:spChg chg="mod ord">
          <ac:chgData name="Lisa Bock" userId="1f2a7945151d6011" providerId="LiveId" clId="{2402D477-01BB-4A05-AE26-BF988FE3878C}" dt="2021-10-21T17:43:11.726" v="1209" actId="700"/>
          <ac:spMkLst>
            <pc:docMk/>
            <pc:sldMk cId="1140922428" sldId="301"/>
            <ac:spMk id="4" creationId="{ADA610E6-5E7A-4CEB-9DE3-0D332558482B}"/>
          </ac:spMkLst>
        </pc:spChg>
      </pc:sldChg>
      <pc:sldChg chg="modSp new del mod">
        <pc:chgData name="Lisa Bock" userId="1f2a7945151d6011" providerId="LiveId" clId="{2402D477-01BB-4A05-AE26-BF988FE3878C}" dt="2021-10-21T17:37:36.394" v="1052" actId="47"/>
        <pc:sldMkLst>
          <pc:docMk/>
          <pc:sldMk cId="1710132173" sldId="302"/>
        </pc:sldMkLst>
        <pc:spChg chg="mod">
          <ac:chgData name="Lisa Bock" userId="1f2a7945151d6011" providerId="LiveId" clId="{2402D477-01BB-4A05-AE26-BF988FE3878C}" dt="2021-10-21T17:27:11.969" v="879" actId="20577"/>
          <ac:spMkLst>
            <pc:docMk/>
            <pc:sldMk cId="1710132173" sldId="302"/>
            <ac:spMk id="2" creationId="{67CE1B17-F899-496E-BBF7-523B6628FE74}"/>
          </ac:spMkLst>
        </pc:spChg>
        <pc:spChg chg="mod">
          <ac:chgData name="Lisa Bock" userId="1f2a7945151d6011" providerId="LiveId" clId="{2402D477-01BB-4A05-AE26-BF988FE3878C}" dt="2021-10-21T17:34:29.508" v="989" actId="21"/>
          <ac:spMkLst>
            <pc:docMk/>
            <pc:sldMk cId="1710132173" sldId="302"/>
            <ac:spMk id="3" creationId="{85EDDCEE-BA61-409F-A9A2-380A29861FCA}"/>
          </ac:spMkLst>
        </pc:spChg>
      </pc:sldChg>
      <pc:sldChg chg="modSp new del mod ord">
        <pc:chgData name="Lisa Bock" userId="1f2a7945151d6011" providerId="LiveId" clId="{2402D477-01BB-4A05-AE26-BF988FE3878C}" dt="2021-10-21T17:44:35.771" v="1250" actId="47"/>
        <pc:sldMkLst>
          <pc:docMk/>
          <pc:sldMk cId="1530525460" sldId="303"/>
        </pc:sldMkLst>
        <pc:spChg chg="mod">
          <ac:chgData name="Lisa Bock" userId="1f2a7945151d6011" providerId="LiveId" clId="{2402D477-01BB-4A05-AE26-BF988FE3878C}" dt="2021-10-21T17:37:23.721" v="1051"/>
          <ac:spMkLst>
            <pc:docMk/>
            <pc:sldMk cId="1530525460" sldId="303"/>
            <ac:spMk id="2" creationId="{470EC82C-4411-42F1-B6B3-CC7E693A27CA}"/>
          </ac:spMkLst>
        </pc:spChg>
        <pc:spChg chg="mod">
          <ac:chgData name="Lisa Bock" userId="1f2a7945151d6011" providerId="LiveId" clId="{2402D477-01BB-4A05-AE26-BF988FE3878C}" dt="2021-10-21T17:41:28.035" v="1161" actId="21"/>
          <ac:spMkLst>
            <pc:docMk/>
            <pc:sldMk cId="1530525460" sldId="303"/>
            <ac:spMk id="3" creationId="{FA0B4E93-C48E-486F-90E3-EFD748411F05}"/>
          </ac:spMkLst>
        </pc:spChg>
      </pc:sldChg>
      <pc:sldChg chg="add del ord">
        <pc:chgData name="Lisa Bock" userId="1f2a7945151d6011" providerId="LiveId" clId="{2402D477-01BB-4A05-AE26-BF988FE3878C}" dt="2021-10-21T18:30:30.850" v="2004" actId="2696"/>
        <pc:sldMkLst>
          <pc:docMk/>
          <pc:sldMk cId="2907571883" sldId="304"/>
        </pc:sldMkLst>
      </pc:sldChg>
      <pc:sldChg chg="modSp add mod modNotesTx">
        <pc:chgData name="Lisa Bock" userId="1f2a7945151d6011" providerId="LiveId" clId="{2402D477-01BB-4A05-AE26-BF988FE3878C}" dt="2021-10-22T01:11:45.305" v="2775" actId="6549"/>
        <pc:sldMkLst>
          <pc:docMk/>
          <pc:sldMk cId="960799240" sldId="305"/>
        </pc:sldMkLst>
        <pc:spChg chg="mod">
          <ac:chgData name="Lisa Bock" userId="1f2a7945151d6011" providerId="LiveId" clId="{2402D477-01BB-4A05-AE26-BF988FE3878C}" dt="2021-10-21T18:32:13.395" v="2029" actId="20577"/>
          <ac:spMkLst>
            <pc:docMk/>
            <pc:sldMk cId="960799240" sldId="305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33:19.235" v="2072" actId="20577"/>
          <ac:spMkLst>
            <pc:docMk/>
            <pc:sldMk cId="960799240" sldId="305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2402D477-01BB-4A05-AE26-BF988FE3878C}" dt="2021-10-21T18:39:10.025" v="2155" actId="20577"/>
        <pc:sldMkLst>
          <pc:docMk/>
          <pc:sldMk cId="625129723" sldId="306"/>
        </pc:sldMkLst>
        <pc:spChg chg="mod">
          <ac:chgData name="Lisa Bock" userId="1f2a7945151d6011" providerId="LiveId" clId="{2402D477-01BB-4A05-AE26-BF988FE3878C}" dt="2021-10-17T20:41:53.764" v="375"/>
          <ac:spMkLst>
            <pc:docMk/>
            <pc:sldMk cId="625129723" sldId="306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1T18:39:10.025" v="2155" actId="20577"/>
          <ac:spMkLst>
            <pc:docMk/>
            <pc:sldMk cId="625129723" sldId="306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2402D477-01BB-4A05-AE26-BF988FE3878C}" dt="2021-10-22T01:19:30.720" v="2784"/>
        <pc:sldMkLst>
          <pc:docMk/>
          <pc:sldMk cId="1335349424" sldId="307"/>
        </pc:sldMkLst>
        <pc:spChg chg="mod">
          <ac:chgData name="Lisa Bock" userId="1f2a7945151d6011" providerId="LiveId" clId="{2402D477-01BB-4A05-AE26-BF988FE3878C}" dt="2021-10-22T00:35:21.334" v="2561" actId="20577"/>
          <ac:spMkLst>
            <pc:docMk/>
            <pc:sldMk cId="1335349424" sldId="307"/>
            <ac:spMk id="2" creationId="{A92B708E-4083-4962-9240-C5792BEC3394}"/>
          </ac:spMkLst>
        </pc:spChg>
        <pc:spChg chg="mod">
          <ac:chgData name="Lisa Bock" userId="1f2a7945151d6011" providerId="LiveId" clId="{2402D477-01BB-4A05-AE26-BF988FE3878C}" dt="2021-10-22T00:38:57.665" v="2640" actId="20577"/>
          <ac:spMkLst>
            <pc:docMk/>
            <pc:sldMk cId="1335349424" sldId="307"/>
            <ac:spMk id="3" creationId="{D265882B-10E2-446D-A76D-9CAE7BFA8BE6}"/>
          </ac:spMkLst>
        </pc:spChg>
      </pc:sldChg>
      <pc:sldChg chg="add del">
        <pc:chgData name="Lisa Bock" userId="1f2a7945151d6011" providerId="LiveId" clId="{2402D477-01BB-4A05-AE26-BF988FE3878C}" dt="2021-10-21T18:53:59.811" v="2376" actId="2696"/>
        <pc:sldMkLst>
          <pc:docMk/>
          <pc:sldMk cId="1147777961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vd.nist.gov/vuln/data-feeds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ckoosandbox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"</a:t>
            </a:r>
            <a:r>
              <a:rPr lang="en-US" b="1" i="1" dirty="0">
                <a:solidFill>
                  <a:srgbClr val="004D72"/>
                </a:solidFill>
                <a:effectLst/>
                <a:latin typeface="Open Sans" panose="020B0606030504020204" pitchFamily="34" charset="0"/>
              </a:rPr>
              <a:t>remote wipe"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 or "kill switch" 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017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National Vulnerability Database (NVD) has a number of different feeds that can assist the security analyst evaluate vulnerabilities. Learn more by visiting: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https://nvd.nist.gov/vuln/data-feeds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73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term SMiShing stems from the acronym Short Message Service (SMS), which is a method used to send text messages to mobile phone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11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apps that allow you to spy on a cell phone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Note: Bluejacking and Bluesnarfing attacks are ineffective against devices that set Bluetooth in non-discoverable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75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7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Research Cuckoo, found here: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https://cuckoosandbox.org/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,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30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01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027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For a complete listing visit https://tools.kali.org/tools-listing/.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85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4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/>
              <a:t>Note: </a:t>
            </a:r>
            <a:r>
              <a:rPr lang="en-US" b="0" i="1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F-Secure has stopped development of the Drozer tool.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7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52816" y="131860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97095" y="1315216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Targeting Mobile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723" y="1066518"/>
            <a:ext cx="7981244" cy="1080000"/>
          </a:xfrm>
        </p:spPr>
        <p:txBody>
          <a:bodyPr/>
          <a:lstStyle/>
          <a:p>
            <a:r>
              <a:rPr lang="en-US" dirty="0"/>
              <a:t>Lesson 11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scenario, research attack vectors and perform wireless attacks.</a:t>
            </a:r>
          </a:p>
          <a:p>
            <a:r>
              <a:rPr lang="en-US" dirty="0"/>
              <a:t>Explain common attacks and vulnerabilities against specialized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366" y="2148384"/>
            <a:ext cx="7981244" cy="1231423"/>
          </a:xfrm>
        </p:spPr>
        <p:txBody>
          <a:bodyPr/>
          <a:lstStyle/>
          <a:p>
            <a:r>
              <a:rPr lang="en-US" dirty="0"/>
              <a:t>Recognize Mobile Device Vulnerabilities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11A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Deployment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companies adhere to a structured mobile device implementation model, which can include the following:</a:t>
            </a:r>
          </a:p>
          <a:p>
            <a:pPr lvl="1"/>
            <a:r>
              <a:rPr lang="en-US" dirty="0"/>
              <a:t>BYOD, COBO, COPE and CYOD</a:t>
            </a:r>
          </a:p>
          <a:p>
            <a:r>
              <a:rPr lang="en-US" dirty="0"/>
              <a:t>Access control on a mobile device must be a top priority. </a:t>
            </a:r>
          </a:p>
          <a:p>
            <a:pPr lvl="1"/>
            <a:r>
              <a:rPr lang="en-US" dirty="0"/>
              <a:t>If a threat actor can bypass the security of a smartphone or tablet, they can potentially gain access to personal and corporate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control will prevent unauthorized users from accessing the device, which can be accomplished in many ways, that include:</a:t>
            </a:r>
          </a:p>
          <a:p>
            <a:pPr lvl="1"/>
            <a:r>
              <a:rPr lang="en-US" b="1" dirty="0"/>
              <a:t>What you know</a:t>
            </a:r>
            <a:r>
              <a:rPr lang="en-US" dirty="0"/>
              <a:t>, such as a password, passphrase, or PIN</a:t>
            </a:r>
          </a:p>
          <a:p>
            <a:pPr lvl="1"/>
            <a:r>
              <a:rPr lang="en-US" b="1" dirty="0"/>
              <a:t>What you have</a:t>
            </a:r>
            <a:r>
              <a:rPr lang="en-US" dirty="0"/>
              <a:t>, such as a smart card or Universal Serial Bus (USB) token</a:t>
            </a:r>
          </a:p>
          <a:p>
            <a:pPr lvl="1"/>
            <a:r>
              <a:rPr lang="en-US" b="1" dirty="0"/>
              <a:t>What you are </a:t>
            </a:r>
            <a:r>
              <a:rPr lang="en-US" dirty="0"/>
              <a:t>(biometric), such as a fingerprint</a:t>
            </a:r>
          </a:p>
          <a:p>
            <a:pPr lvl="1"/>
            <a:r>
              <a:rPr lang="en-US" b="1" dirty="0"/>
              <a:t>What you do</a:t>
            </a:r>
            <a:r>
              <a:rPr lang="en-US" dirty="0"/>
              <a:t>, such as a swipe pattern</a:t>
            </a:r>
          </a:p>
          <a:p>
            <a:pPr lvl="1"/>
            <a:r>
              <a:rPr lang="en-US" b="1" dirty="0"/>
              <a:t>Where you are</a:t>
            </a:r>
            <a:r>
              <a:rPr lang="en-US" dirty="0"/>
              <a:t>, such as trusted physical or logical location</a:t>
            </a:r>
          </a:p>
          <a:p>
            <a:pPr lvl="1"/>
            <a:r>
              <a:rPr lang="en-US" b="1" dirty="0"/>
              <a:t>What conditions are present </a:t>
            </a:r>
            <a:r>
              <a:rPr lang="en-US" dirty="0"/>
              <a:t>(context-aware), such as geolocation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Mobility Management (EMM)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class of management software designed to apply security policies to mobile devices and apps in the enterprise as follows:</a:t>
            </a:r>
          </a:p>
          <a:p>
            <a:r>
              <a:rPr lang="en-US" b="1" dirty="0"/>
              <a:t>Mobile device management (MDM)</a:t>
            </a:r>
            <a:r>
              <a:rPr lang="en-US" dirty="0"/>
              <a:t>—sets device policies for authentication, feature use, and connectivity</a:t>
            </a:r>
          </a:p>
          <a:p>
            <a:r>
              <a:rPr lang="en-US" b="1" dirty="0"/>
              <a:t>Mobile application management (MAM) </a:t>
            </a:r>
            <a:r>
              <a:rPr lang="en-US" dirty="0"/>
              <a:t>- prevent unauthorized apps from being installed and automatically push out updates</a:t>
            </a:r>
          </a:p>
          <a:p>
            <a:r>
              <a:rPr lang="en-US" dirty="0"/>
              <a:t>The core functionality of endpoint management suites extends the concept of network access control (NAC) solutions. </a:t>
            </a:r>
          </a:p>
          <a:p>
            <a:pPr lvl="1"/>
            <a:r>
              <a:rPr lang="en-US" dirty="0"/>
              <a:t>Configure policies that prevent data transfer to personal apps.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Policies and Protecting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EMM allows administrators to provide remote access to managed device that ensure the security of the infrastructure:</a:t>
            </a:r>
          </a:p>
          <a:p>
            <a:pPr lvl="1"/>
            <a:r>
              <a:rPr lang="en-US" dirty="0"/>
              <a:t>Restrict certain features and services based on access control policies</a:t>
            </a:r>
          </a:p>
          <a:p>
            <a:pPr lvl="1"/>
            <a:r>
              <a:rPr lang="en-US" dirty="0"/>
              <a:t>Enroll and authenticate devices</a:t>
            </a:r>
          </a:p>
          <a:p>
            <a:pPr lvl="1"/>
            <a:r>
              <a:rPr lang="en-US" dirty="0"/>
              <a:t>Push out OS, app, and firmware updates to devices</a:t>
            </a:r>
          </a:p>
          <a:p>
            <a:pPr lvl="1"/>
            <a:r>
              <a:rPr lang="en-US" dirty="0"/>
              <a:t>Locate devices through GPS and other technologies</a:t>
            </a:r>
          </a:p>
          <a:p>
            <a:pPr lvl="1"/>
            <a:r>
              <a:rPr lang="en-US" dirty="0"/>
              <a:t>Prevent root access or jailbreaking devices</a:t>
            </a:r>
          </a:p>
          <a:p>
            <a:pPr lvl="1"/>
            <a:r>
              <a:rPr lang="en-US" dirty="0"/>
              <a:t>Compartmentalize sensitive organization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8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Vulnerable Characteristics of Android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threats targeted at mobile platforms affect Android devices, which represent the largest market share. </a:t>
            </a:r>
          </a:p>
          <a:p>
            <a:r>
              <a:rPr lang="en-US" dirty="0"/>
              <a:t>Android devices can fall victim to attack for several reasons:</a:t>
            </a:r>
          </a:p>
          <a:p>
            <a:pPr lvl="1"/>
            <a:r>
              <a:rPr lang="en-US" dirty="0"/>
              <a:t>Using older OS versions with unpatched vulnerabilities</a:t>
            </a:r>
          </a:p>
          <a:p>
            <a:pPr lvl="1"/>
            <a:r>
              <a:rPr lang="en-US" dirty="0"/>
              <a:t>Customizing the operating system</a:t>
            </a:r>
          </a:p>
          <a:p>
            <a:pPr lvl="1"/>
            <a:r>
              <a:rPr lang="en-US" dirty="0"/>
              <a:t>Using third-party apps</a:t>
            </a:r>
          </a:p>
          <a:p>
            <a:r>
              <a:rPr lang="en-US" dirty="0"/>
              <a:t>Many of the threats occur because users obtain apps from an unofficial source rather than from the Google Play store.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17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A654-D88A-47C2-AA79-4348F9DD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Protecting an Apple iPhone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F6F4-72E1-4346-875B-DE4BADE3D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 secure as you can only obtain apps from the App Store. </a:t>
            </a:r>
          </a:p>
          <a:p>
            <a:r>
              <a:rPr lang="en-US" dirty="0"/>
              <a:t>To circumvent this restriction, users jailbreak their phone</a:t>
            </a:r>
          </a:p>
          <a:p>
            <a:pPr lvl="1"/>
            <a:r>
              <a:rPr lang="en-US" dirty="0"/>
              <a:t>Removes the protective seal and any OS specific restrictions to give users greater control over the device. </a:t>
            </a:r>
          </a:p>
          <a:p>
            <a:pPr lvl="1"/>
            <a:r>
              <a:rPr lang="en-US" dirty="0"/>
              <a:t>Jailbreaking poses a significant threat. Once a device is jailbroken, any application can read and write to the root file system. </a:t>
            </a:r>
          </a:p>
          <a:p>
            <a:pPr lvl="1"/>
            <a:r>
              <a:rPr lang="en-US" dirty="0"/>
              <a:t>The OS will run unsigned code, which is normally prevented by Apple.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C41CB-9BB4-4091-8210-AD2BA3D8C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5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D0139-3202-4EB7-B88F-528DBEC9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Threats to Business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64C1-F738-4269-86EE-618F2F31B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business logic process represents the flow of information from requesting access to when the request hits a resource. </a:t>
            </a:r>
          </a:p>
          <a:p>
            <a:r>
              <a:rPr lang="en-US" dirty="0"/>
              <a:t>Numerous threats and vulnerabilities can exist that can include:</a:t>
            </a:r>
          </a:p>
          <a:p>
            <a:pPr lvl="1"/>
            <a:r>
              <a:rPr lang="en-US" dirty="0"/>
              <a:t>Deperimeterization</a:t>
            </a:r>
          </a:p>
          <a:p>
            <a:pPr lvl="1"/>
            <a:r>
              <a:rPr lang="en-US" dirty="0"/>
              <a:t>Lost or stolen devices</a:t>
            </a:r>
          </a:p>
          <a:p>
            <a:pPr lvl="1"/>
            <a:r>
              <a:rPr lang="en-US" dirty="0"/>
              <a:t>Lack of antimalware protection </a:t>
            </a:r>
          </a:p>
          <a:p>
            <a:pPr lvl="1"/>
            <a:r>
              <a:rPr lang="en-US" dirty="0"/>
              <a:t>Using known vulnerable components</a:t>
            </a:r>
          </a:p>
          <a:p>
            <a:pPr lvl="1"/>
            <a:r>
              <a:rPr lang="en-US" dirty="0"/>
              <a:t>Passcode vulnerabilities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610E6-5E7A-4CEB-9DE3-0D3325584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22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Review approaches to mobile device implementation</a:t>
            </a:r>
          </a:p>
          <a:p>
            <a:r>
              <a:rPr lang="en-US" dirty="0"/>
              <a:t>Discuss methods used to control access</a:t>
            </a:r>
          </a:p>
          <a:p>
            <a:r>
              <a:rPr lang="en-US" dirty="0"/>
              <a:t>Explain some of the key elements of EMM</a:t>
            </a:r>
          </a:p>
          <a:p>
            <a:r>
              <a:rPr lang="en-US" dirty="0"/>
              <a:t>Compare Android and iPhone security considerations</a:t>
            </a:r>
          </a:p>
          <a:p>
            <a:r>
              <a:rPr lang="en-US" dirty="0"/>
              <a:t>List some of the threats to the business logic process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Recognize Mobile Device Vulnerabilities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Launch Attacks on Mobile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11B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Attacking a Mobile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Threats and vulnerabilities to mobile devices include:</a:t>
            </a:r>
          </a:p>
          <a:p>
            <a:pPr lvl="1"/>
            <a:r>
              <a:rPr lang="en-US" b="1" dirty="0"/>
              <a:t>Malware</a:t>
            </a:r>
            <a:r>
              <a:rPr lang="en-US" dirty="0"/>
              <a:t>: Spyware, Trojans, Rootkits, Viruses and Worms</a:t>
            </a:r>
          </a:p>
          <a:p>
            <a:pPr lvl="1"/>
            <a:r>
              <a:rPr lang="en-US" b="1" dirty="0"/>
              <a:t>Biometric integration </a:t>
            </a:r>
            <a:r>
              <a:rPr lang="en-US" dirty="0"/>
              <a:t>- a poorly designed device might allow a malicious actor to spoof the system by presenting a forged biometric.</a:t>
            </a:r>
          </a:p>
          <a:p>
            <a:pPr lvl="1"/>
            <a:r>
              <a:rPr lang="en-US" b="1" dirty="0"/>
              <a:t>Execution of activities using root</a:t>
            </a:r>
            <a:r>
              <a:rPr lang="en-US" dirty="0"/>
              <a:t>, which can occur when the user roots or jailbreaks their system to improve the performance of the device. </a:t>
            </a:r>
          </a:p>
          <a:p>
            <a:pPr lvl="1"/>
            <a:r>
              <a:rPr lang="en-US" b="1" dirty="0"/>
              <a:t>Over-reach of permissions</a:t>
            </a:r>
            <a:r>
              <a:rPr lang="en-US" dirty="0"/>
              <a:t> can occur, as it’s often up to the individual to decide what services to access when downloading and installing an app.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addition to phishing, pharming, and baiting, malicious actors use other techniques that target mobile devices, such as:</a:t>
            </a:r>
          </a:p>
          <a:p>
            <a:pPr lvl="1"/>
            <a:r>
              <a:rPr lang="en-US" b="1" dirty="0"/>
              <a:t>Vishing </a:t>
            </a:r>
            <a:r>
              <a:rPr lang="en-US" dirty="0"/>
              <a:t>is phishing using Voice over Internet Protocol (VoIP). </a:t>
            </a:r>
          </a:p>
          <a:p>
            <a:pPr lvl="1"/>
            <a:r>
              <a:rPr lang="en-US" b="1" dirty="0"/>
              <a:t>SMiShing</a:t>
            </a:r>
            <a:r>
              <a:rPr lang="en-US" dirty="0"/>
              <a:t> uses text messages to entice users to click on a link</a:t>
            </a:r>
          </a:p>
          <a:p>
            <a:pPr lvl="1"/>
            <a:r>
              <a:rPr lang="en-US" b="1" dirty="0"/>
              <a:t>Drive by downloads </a:t>
            </a:r>
            <a:r>
              <a:rPr lang="en-US" dirty="0"/>
              <a:t>can occur while browsing the internet</a:t>
            </a:r>
          </a:p>
          <a:p>
            <a:pPr lvl="1"/>
            <a:r>
              <a:rPr lang="en-US" b="1" dirty="0"/>
              <a:t>Spamming</a:t>
            </a:r>
            <a:r>
              <a:rPr lang="en-US" dirty="0"/>
              <a:t> is sending unsolicited ads and calls to a mobile user</a:t>
            </a:r>
          </a:p>
          <a:p>
            <a:pPr lvl="1"/>
            <a:r>
              <a:rPr lang="en-US" b="1" dirty="0"/>
              <a:t>Browser Hijackers </a:t>
            </a:r>
            <a:r>
              <a:rPr lang="en-US" dirty="0"/>
              <a:t>take a web request and send it to another search engine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through the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using social engineering, the attack phase will generally complete the following steps: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Research some type of ploy that will get the victim to click on a link or complete some action. 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Engage the victim by leveraging the ploy, possibly sending as a phishing or SMiShing attack with the hopes that the victim will complete some action.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Once the victim responds, extract sensitive information, such as login credentials on a vendor account.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After the attack is over or has played out its useful life, remove all traces of the attack, such as any bogus ecommerce sites.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Spyware on a Mobile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Spyware can pose a serious problem as they are designed to track your usage and capture passwords and data. </a:t>
            </a:r>
          </a:p>
          <a:p>
            <a:r>
              <a:rPr lang="en-US" dirty="0"/>
              <a:t>Can get spyware on a phone by someone having physical contact with the device, or by sending a message with a link</a:t>
            </a:r>
          </a:p>
          <a:p>
            <a:pPr lvl="1"/>
            <a:r>
              <a:rPr lang="en-US" dirty="0"/>
              <a:t>Once installed spyware can monitor all activity such as text messages, social media posts, and phone calls, along with websites that were visited.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74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Bluejacking and Bluesnarfing a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Bluejacking</a:t>
            </a:r>
            <a:r>
              <a:rPr lang="en-US" dirty="0"/>
              <a:t> is used by attackers to send out unwanted messages, images, or videos to a device using a Bluetooth connection. </a:t>
            </a:r>
          </a:p>
          <a:p>
            <a:pPr lvl="1"/>
            <a:r>
              <a:rPr lang="en-US" dirty="0"/>
              <a:t>Performed by sending a message to nearby, discoverable devices using the attacker's Bluetooth app. </a:t>
            </a:r>
          </a:p>
          <a:p>
            <a:pPr lvl="1"/>
            <a:r>
              <a:rPr lang="en-US" dirty="0"/>
              <a:t>Can be used as a vector to carry out more insidious attacks. </a:t>
            </a:r>
          </a:p>
          <a:p>
            <a:r>
              <a:rPr lang="en-US" b="1" dirty="0"/>
              <a:t>Bluesnarfing </a:t>
            </a:r>
            <a:r>
              <a:rPr lang="en-US" dirty="0"/>
              <a:t>is more aggressive attack, as a malicious actor can read information from a victim's Bluetooth device. </a:t>
            </a:r>
          </a:p>
          <a:p>
            <a:pPr lvl="1"/>
            <a:r>
              <a:rPr lang="en-US" dirty="0"/>
              <a:t>The end goal is to glean sensitive data from the victim, like their contacts, calendars, email messages, text messages, etc.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35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Malware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iOS devices are more restrictive can only install apps from the official App Store, which helps prevent malware. </a:t>
            </a:r>
          </a:p>
          <a:p>
            <a:pPr lvl="1"/>
            <a:r>
              <a:rPr lang="en-US" dirty="0"/>
              <a:t>Jailbreaking an iPhone enables devices to install apps from third-party sources, which might contain malware. </a:t>
            </a:r>
          </a:p>
          <a:p>
            <a:r>
              <a:rPr lang="en-US" dirty="0"/>
              <a:t>Android OS is much less restrictive. A single setting can make it possible for the device to install apps from third-party sources. </a:t>
            </a:r>
          </a:p>
          <a:p>
            <a:pPr lvl="1"/>
            <a:r>
              <a:rPr lang="en-US" dirty="0"/>
              <a:t>Rooting process reduces the device's security, as once rooted, apps will be able to run outside of their sandbox environments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99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Malware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Provides a way to see what happens when a virus executes</a:t>
            </a:r>
          </a:p>
          <a:p>
            <a:pPr lvl="1"/>
            <a:r>
              <a:rPr lang="en-US" dirty="0"/>
              <a:t>Identifies vulnerabilities, which helps prevent future attacks.</a:t>
            </a:r>
          </a:p>
          <a:p>
            <a:r>
              <a:rPr lang="en-US" b="1" dirty="0"/>
              <a:t>Reverse engineering </a:t>
            </a:r>
            <a:r>
              <a:rPr lang="en-US" dirty="0"/>
              <a:t>steps through the code to see what happens when the code is run on a device. </a:t>
            </a:r>
          </a:p>
          <a:p>
            <a:r>
              <a:rPr lang="en-US" b="1" dirty="0"/>
              <a:t>Sandbox analysis </a:t>
            </a:r>
            <a:r>
              <a:rPr lang="en-US" dirty="0"/>
              <a:t>uses virtualization to provide a safe environment to analyze malware.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29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some of the threats designed to target a mobile device</a:t>
            </a:r>
          </a:p>
          <a:p>
            <a:r>
              <a:rPr lang="en-US" dirty="0"/>
              <a:t>Review Social Engineering techniques used on a mobile device</a:t>
            </a:r>
          </a:p>
          <a:p>
            <a:r>
              <a:rPr lang="en-US" dirty="0"/>
              <a:t>Discus the steps taken when launching a social engineering attack</a:t>
            </a:r>
          </a:p>
          <a:p>
            <a:r>
              <a:rPr lang="en-US" dirty="0"/>
              <a:t>Describe why spyware can be a serious attack</a:t>
            </a:r>
          </a:p>
          <a:p>
            <a:r>
              <a:rPr lang="en-US" dirty="0"/>
              <a:t>Compare Bluejacking and Bluesnarfing</a:t>
            </a:r>
          </a:p>
          <a:p>
            <a:r>
              <a:rPr lang="en-US" dirty="0"/>
              <a:t>Review how iOS and Android devices deal with malware</a:t>
            </a:r>
          </a:p>
          <a:p>
            <a:r>
              <a:rPr lang="en-US" dirty="0"/>
              <a:t>Explain ways to analyze malware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Attacks on Mobile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334A-0A8F-4570-A91D-468192F8C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366" y="2148385"/>
            <a:ext cx="7981244" cy="1254572"/>
          </a:xfrm>
        </p:spPr>
        <p:txBody>
          <a:bodyPr/>
          <a:lstStyle/>
          <a:p>
            <a:r>
              <a:rPr lang="en-US" dirty="0"/>
              <a:t>Outline Assessment Tools for Mobile Devices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58A-425E-4AFF-8B6F-6914EE1DD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11C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20C06-F6E3-4367-9B8F-1CC0589E3B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11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1ABB1-56A0-4E2B-B620-F831A79C7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89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the Testing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dealing with mobile devices, most organizations incorporate a testing framework to provide oversight and minimize risk:</a:t>
            </a:r>
          </a:p>
          <a:p>
            <a:pPr lvl="1"/>
            <a:r>
              <a:rPr lang="en-US" b="1" dirty="0"/>
              <a:t>Mobile Device Assessment</a:t>
            </a:r>
            <a:r>
              <a:rPr lang="en-US" dirty="0"/>
              <a:t>—provides an overview of compliance and business logic issues.</a:t>
            </a:r>
          </a:p>
          <a:p>
            <a:pPr lvl="1"/>
            <a:r>
              <a:rPr lang="en-US" b="1" dirty="0"/>
              <a:t>BYOD Approval</a:t>
            </a:r>
            <a:r>
              <a:rPr lang="en-US" dirty="0"/>
              <a:t>—selects appropriate devices and creating policies.</a:t>
            </a:r>
          </a:p>
          <a:p>
            <a:pPr lvl="1"/>
            <a:r>
              <a:rPr lang="en-US" b="1" dirty="0"/>
              <a:t>Secure App Development</a:t>
            </a:r>
            <a:r>
              <a:rPr lang="en-US" dirty="0"/>
              <a:t>—creates organization specific apps in-line with organizational policy. </a:t>
            </a:r>
          </a:p>
          <a:p>
            <a:pPr lvl="1"/>
            <a:r>
              <a:rPr lang="en-US" b="1" dirty="0"/>
              <a:t>Mobile APP Testing</a:t>
            </a:r>
            <a:r>
              <a:rPr lang="en-US" dirty="0"/>
              <a:t>—includes Static Application Security Testing (SAST) and Dynamic Application Security Testing (DAST).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63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Kali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suite of tools designed to conduct penetration testing on a variety of devices. Includes applications such as:</a:t>
            </a:r>
          </a:p>
          <a:p>
            <a:pPr lvl="1"/>
            <a:r>
              <a:rPr lang="en-US" b="1" dirty="0"/>
              <a:t>Ettercap</a:t>
            </a:r>
            <a:r>
              <a:rPr lang="en-US" dirty="0"/>
              <a:t> is a suite of tools that can be used to launch various types of Man in The Middle (or on-path) attacks.</a:t>
            </a:r>
          </a:p>
          <a:p>
            <a:pPr lvl="1"/>
            <a:r>
              <a:rPr lang="en-US" b="1" dirty="0"/>
              <a:t>Android SDK tools </a:t>
            </a:r>
            <a:r>
              <a:rPr lang="en-US" dirty="0"/>
              <a:t>have packages so you can design, build, and test mobile apps for Android devices along with reverse engineering an existing device.</a:t>
            </a:r>
          </a:p>
          <a:p>
            <a:pPr lvl="1"/>
            <a:r>
              <a:rPr lang="en-US" b="1" dirty="0"/>
              <a:t>Burp Suite </a:t>
            </a:r>
            <a:r>
              <a:rPr lang="en-US" dirty="0"/>
              <a:t>is an integrated platform for testing web applications along with a mobile assistant designed to test iOS devices.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77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Security Framework (MobSF)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MobSF can provide an automated evaluation of code and malware analysis using both static and dynamic analysis as follows:</a:t>
            </a:r>
          </a:p>
          <a:p>
            <a:pPr lvl="1"/>
            <a:r>
              <a:rPr lang="en-US" b="1" dirty="0"/>
              <a:t>Static analysis </a:t>
            </a:r>
            <a:r>
              <a:rPr lang="en-US" dirty="0"/>
              <a:t>can evaluate both Android and iOS.</a:t>
            </a:r>
          </a:p>
          <a:p>
            <a:pPr lvl="1"/>
            <a:r>
              <a:rPr lang="en-US" b="1" dirty="0"/>
              <a:t>Dynamic analysis </a:t>
            </a:r>
            <a:r>
              <a:rPr lang="en-US" dirty="0"/>
              <a:t>can assess an Android platform.</a:t>
            </a:r>
          </a:p>
          <a:p>
            <a:r>
              <a:rPr lang="en-US" dirty="0"/>
              <a:t>The framework conducts an assessment to determine:</a:t>
            </a:r>
          </a:p>
          <a:p>
            <a:pPr lvl="1"/>
            <a:r>
              <a:rPr lang="en-US" dirty="0"/>
              <a:t>OS reputation, whether it has been rooted or jail broken, and app security.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03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Security Testing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MSTG provides an intuitive framework that steps you through the assessment process. Key elements include:</a:t>
            </a:r>
          </a:p>
          <a:p>
            <a:pPr lvl="1"/>
            <a:r>
              <a:rPr lang="en-US" dirty="0"/>
              <a:t>A dashboard to summarize testing information along with contact information</a:t>
            </a:r>
          </a:p>
          <a:p>
            <a:pPr lvl="1"/>
            <a:r>
              <a:rPr lang="en-US" dirty="0"/>
              <a:t>Security recommendations for both Android and iOS devices</a:t>
            </a:r>
          </a:p>
          <a:p>
            <a:pPr lvl="1"/>
            <a:r>
              <a:rPr lang="en-US" dirty="0"/>
              <a:t>Specifications for testing resiliency against reverse engineering and tampering</a:t>
            </a:r>
          </a:p>
          <a:p>
            <a:r>
              <a:rPr lang="en-US" dirty="0"/>
              <a:t>In addition to providing extensive checklists, you’ll also find hyperlinks for external resources.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48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Code with Using Frida and Objection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Frida</a:t>
            </a:r>
            <a:r>
              <a:rPr lang="en-US" dirty="0"/>
              <a:t> work with a wide range of OS and includes custom developer tools used during application testing.  Features include:</a:t>
            </a:r>
          </a:p>
          <a:p>
            <a:pPr lvl="1"/>
            <a:r>
              <a:rPr lang="en-US" dirty="0"/>
              <a:t>Examine plaintext data, dump process memory, in-process fuzzing</a:t>
            </a:r>
          </a:p>
          <a:p>
            <a:pPr lvl="1"/>
            <a:r>
              <a:rPr lang="en-US" dirty="0"/>
              <a:t>Anti-jailbreak (or root) detection, change a program’s behavior</a:t>
            </a:r>
          </a:p>
          <a:p>
            <a:r>
              <a:rPr lang="en-US" b="1" dirty="0"/>
              <a:t>Objection</a:t>
            </a:r>
            <a:r>
              <a:rPr lang="en-US" dirty="0"/>
              <a:t> is a scriptable debugger that allows you to perform various security related tasks on unencrypted iOS applications.</a:t>
            </a:r>
          </a:p>
          <a:p>
            <a:pPr lvl="1"/>
            <a:r>
              <a:rPr lang="en-US" dirty="0"/>
              <a:t>The team can run custom Frida scripts and interact with the filesystems on non-jailbroken iOS devices.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54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Drozer</a:t>
            </a:r>
            <a:r>
              <a:rPr lang="en-US" dirty="0"/>
              <a:t> is an attack framework that allows you to find security flaws on Android devices and apps</a:t>
            </a:r>
          </a:p>
          <a:p>
            <a:pPr lvl="1"/>
            <a:r>
              <a:rPr lang="en-US" dirty="0"/>
              <a:t>Works as a client-server model and lets you assume the role of an app </a:t>
            </a:r>
          </a:p>
          <a:p>
            <a:r>
              <a:rPr lang="en-US" dirty="0"/>
              <a:t>An APK file is an app designed to run on an Android device. Two application decompilers that work with APK files are: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  <a:effectLst/>
              </a:rPr>
              <a:t>APKX tool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an Android APK decompiler that allows you to pull and analyze the Java source code to see what's going on inside.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  <a:effectLst/>
              </a:rPr>
              <a:t>APK Studio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an IDE designed so you can decompile and or edit an APK file.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9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with Postman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API is a set of commands that is used to send and receive data between systems, such as a client and a server. </a:t>
            </a:r>
          </a:p>
          <a:p>
            <a:r>
              <a:rPr lang="en-US" dirty="0"/>
              <a:t>Postman is an API testing tool that provides an interactive GUI environment used to interact and test an HTTP API.</a:t>
            </a:r>
          </a:p>
          <a:p>
            <a:r>
              <a:rPr lang="en-US" dirty="0"/>
              <a:t>Postman is rich with features and can do the following:</a:t>
            </a:r>
          </a:p>
          <a:p>
            <a:pPr lvl="1"/>
            <a:r>
              <a:rPr lang="en-US" dirty="0"/>
              <a:t>Explore and create an API, build and run a test suite.</a:t>
            </a:r>
          </a:p>
          <a:p>
            <a:pPr lvl="1"/>
            <a:r>
              <a:rPr lang="en-US" dirty="0"/>
              <a:t>Work with other team members, Analyze results and run reports.</a:t>
            </a:r>
          </a:p>
          <a:p>
            <a:pPr lvl="1"/>
            <a:r>
              <a:rPr lang="en-US" dirty="0"/>
              <a:t>Integrate within the DevOps life cycle.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527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Discuss some of the testing frameworks used to minimize risk</a:t>
            </a:r>
          </a:p>
          <a:p>
            <a:r>
              <a:rPr lang="en-US" dirty="0"/>
              <a:t>Review some of the tools included in Kali Linux</a:t>
            </a:r>
          </a:p>
          <a:p>
            <a:r>
              <a:rPr lang="en-US" dirty="0"/>
              <a:t>Outline the benefits of the Mobile Security Framework </a:t>
            </a:r>
          </a:p>
          <a:p>
            <a:r>
              <a:rPr lang="en-US" dirty="0"/>
              <a:t>List key elements of the Mobile Security Testing Guide</a:t>
            </a:r>
          </a:p>
          <a:p>
            <a:r>
              <a:rPr lang="en-US" dirty="0"/>
              <a:t>Compare Frida and Objection when examining code</a:t>
            </a:r>
          </a:p>
          <a:p>
            <a:r>
              <a:rPr lang="en-US" dirty="0"/>
              <a:t>Describe ways Drozer, APKX tool. and APK Studio to examine code</a:t>
            </a:r>
          </a:p>
          <a:p>
            <a:r>
              <a:rPr lang="en-US" dirty="0"/>
              <a:t>Explain how Postman interacts and tests an HTTP API.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Outline Assessment Tools for Mobile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38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Lesson 11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2F8E5DB-E760-418E-BA50-A3F857F63CD1}"/>
</file>

<file path=customXml/itemProps2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2950</TotalTime>
  <Words>2143</Words>
  <Application>Microsoft Office PowerPoint</Application>
  <PresentationFormat>On-screen Show (16:9)</PresentationFormat>
  <Paragraphs>220</Paragraphs>
  <Slides>31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Arial</vt:lpstr>
      <vt:lpstr>Open Sans</vt:lpstr>
      <vt:lpstr>comptia_ov</vt:lpstr>
      <vt:lpstr>Exam PT0-002</vt:lpstr>
      <vt:lpstr>Targeting Mobile Devices</vt:lpstr>
      <vt:lpstr>Objectives</vt:lpstr>
      <vt:lpstr>Recognize Mobile Device Vulnerabilities</vt:lpstr>
      <vt:lpstr>Comparing Deployment Methods</vt:lpstr>
      <vt:lpstr>Controlling Access</vt:lpstr>
      <vt:lpstr>Enterprise Mobility Management (EMM)</vt:lpstr>
      <vt:lpstr>Setting Policies and Protecting Data</vt:lpstr>
      <vt:lpstr>Vulnerable Characteristics of Android Devices</vt:lpstr>
      <vt:lpstr>Protecting an Apple iPhone</vt:lpstr>
      <vt:lpstr>Recognizing Threats to Business Logic</vt:lpstr>
      <vt:lpstr>Recognize Mobile Device Vulnerabilities</vt:lpstr>
      <vt:lpstr>Launch Attacks on Mobile Devices</vt:lpstr>
      <vt:lpstr>Attacking a Mobile Device</vt:lpstr>
      <vt:lpstr>Use Social Engineering</vt:lpstr>
      <vt:lpstr>Moving through the Attack</vt:lpstr>
      <vt:lpstr>Spyware on a Mobile Device</vt:lpstr>
      <vt:lpstr>Bluejacking and Bluesnarfing a Signal</vt:lpstr>
      <vt:lpstr>Dealing with Malware</vt:lpstr>
      <vt:lpstr>Analyzing Malware</vt:lpstr>
      <vt:lpstr>Launch Attacks on Mobile Devices</vt:lpstr>
      <vt:lpstr>Outline Assessment Tools for Mobile Devices</vt:lpstr>
      <vt:lpstr>Recognizing the Testing Life Cycle</vt:lpstr>
      <vt:lpstr>Using Kali Linux</vt:lpstr>
      <vt:lpstr>Mobile Security Framework (MobSF)</vt:lpstr>
      <vt:lpstr>Mobile Security Testing Guide</vt:lpstr>
      <vt:lpstr>Examining Code with Using Frida and Objection</vt:lpstr>
      <vt:lpstr>Debugging Applications</vt:lpstr>
      <vt:lpstr>Evaluating with Postman</vt:lpstr>
      <vt:lpstr>Outline Assessment Tools for Mobile Devices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13</cp:revision>
  <dcterms:created xsi:type="dcterms:W3CDTF">2021-09-23T15:15:08Z</dcterms:created>
  <dcterms:modified xsi:type="dcterms:W3CDTF">2021-10-22T01:33:13Z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</Properties>
</file>