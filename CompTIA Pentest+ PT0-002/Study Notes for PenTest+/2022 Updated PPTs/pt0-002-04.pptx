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44"/>
  </p:notesMasterIdLst>
  <p:handoutMasterIdLst>
    <p:handoutMasterId r:id="rId45"/>
  </p:handoutMasterIdLst>
  <p:sldIdLst>
    <p:sldId id="257" r:id="rId5"/>
    <p:sldId id="258" r:id="rId6"/>
    <p:sldId id="256" r:id="rId7"/>
    <p:sldId id="259" r:id="rId8"/>
    <p:sldId id="260" r:id="rId9"/>
    <p:sldId id="287" r:id="rId10"/>
    <p:sldId id="286" r:id="rId11"/>
    <p:sldId id="285" r:id="rId12"/>
    <p:sldId id="291" r:id="rId13"/>
    <p:sldId id="290" r:id="rId14"/>
    <p:sldId id="293" r:id="rId15"/>
    <p:sldId id="297" r:id="rId16"/>
    <p:sldId id="296" r:id="rId17"/>
    <p:sldId id="328" r:id="rId18"/>
    <p:sldId id="304" r:id="rId19"/>
    <p:sldId id="305" r:id="rId20"/>
    <p:sldId id="261" r:id="rId21"/>
    <p:sldId id="329" r:id="rId22"/>
    <p:sldId id="266" r:id="rId23"/>
    <p:sldId id="307" r:id="rId24"/>
    <p:sldId id="268" r:id="rId25"/>
    <p:sldId id="313" r:id="rId26"/>
    <p:sldId id="321" r:id="rId27"/>
    <p:sldId id="323" r:id="rId28"/>
    <p:sldId id="326" r:id="rId29"/>
    <p:sldId id="327" r:id="rId30"/>
    <p:sldId id="270" r:id="rId31"/>
    <p:sldId id="330" r:id="rId32"/>
    <p:sldId id="271" r:id="rId33"/>
    <p:sldId id="272" r:id="rId34"/>
    <p:sldId id="331" r:id="rId35"/>
    <p:sldId id="273" r:id="rId36"/>
    <p:sldId id="274" r:id="rId37"/>
    <p:sldId id="324" r:id="rId38"/>
    <p:sldId id="318" r:id="rId39"/>
    <p:sldId id="319" r:id="rId40"/>
    <p:sldId id="275" r:id="rId41"/>
    <p:sldId id="282" r:id="rId42"/>
    <p:sldId id="281" r:id="rId4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Open Sans" panose="020B0606030504020204" pitchFamily="34" charset="0"/>
      <p:regular r:id="rId50"/>
      <p:bold r:id="rId51"/>
      <p:italic r:id="rId52"/>
      <p:boldItalic r:id="rId5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02D2A-30CB-41A5-9342-8ACFCFDAFE6B}" v="4" dt="2022-10-19T21:21:32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1242" autoAdjust="0"/>
  </p:normalViewPr>
  <p:slideViewPr>
    <p:cSldViewPr snapToGrid="0">
      <p:cViewPr varScale="1">
        <p:scale>
          <a:sx n="120" d="100"/>
          <a:sy n="120" d="100"/>
        </p:scale>
        <p:origin x="1380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3" Type="http://schemas.openxmlformats.org/officeDocument/2006/relationships/font" Target="fonts/font8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7.fntdata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A2502D2A-30CB-41A5-9342-8ACFCFDAFE6B}"/>
    <pc:docChg chg="delSld modSld">
      <pc:chgData name="Danielle Andries" userId="93d179e4-3c18-40f7-920e-ae80b202540d" providerId="ADAL" clId="{A2502D2A-30CB-41A5-9342-8ACFCFDAFE6B}" dt="2022-10-19T21:26:07.936" v="71" actId="20577"/>
      <pc:docMkLst>
        <pc:docMk/>
      </pc:docMkLst>
      <pc:sldChg chg="modSp mod">
        <pc:chgData name="Danielle Andries" userId="93d179e4-3c18-40f7-920e-ae80b202540d" providerId="ADAL" clId="{A2502D2A-30CB-41A5-9342-8ACFCFDAFE6B}" dt="2022-10-19T21:26:07.936" v="71" actId="20577"/>
        <pc:sldMkLst>
          <pc:docMk/>
          <pc:sldMk cId="265432538" sldId="282"/>
        </pc:sldMkLst>
        <pc:spChg chg="mod">
          <ac:chgData name="Danielle Andries" userId="93d179e4-3c18-40f7-920e-ae80b202540d" providerId="ADAL" clId="{A2502D2A-30CB-41A5-9342-8ACFCFDAFE6B}" dt="2022-10-19T21:26:07.936" v="71" actId="20577"/>
          <ac:spMkLst>
            <pc:docMk/>
            <pc:sldMk cId="265432538" sldId="282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A2502D2A-30CB-41A5-9342-8ACFCFDAFE6B}" dt="2022-10-19T21:25:43.288" v="25" actId="2696"/>
        <pc:sldMkLst>
          <pc:docMk/>
          <pc:sldMk cId="2458990325" sldId="283"/>
        </pc:sldMkLst>
      </pc:sldChg>
      <pc:sldChg chg="modNotesTx">
        <pc:chgData name="Danielle Andries" userId="93d179e4-3c18-40f7-920e-ae80b202540d" providerId="ADAL" clId="{A2502D2A-30CB-41A5-9342-8ACFCFDAFE6B}" dt="2021-10-13T13:41:04.474" v="8" actId="20577"/>
        <pc:sldMkLst>
          <pc:docMk/>
          <pc:sldMk cId="534766452" sldId="304"/>
        </pc:sldMkLst>
      </pc:sldChg>
      <pc:sldChg chg="modNotesTx">
        <pc:chgData name="Danielle Andries" userId="93d179e4-3c18-40f7-920e-ae80b202540d" providerId="ADAL" clId="{A2502D2A-30CB-41A5-9342-8ACFCFDAFE6B}" dt="2021-10-13T13:41:14.928" v="15" actId="20577"/>
        <pc:sldMkLst>
          <pc:docMk/>
          <pc:sldMk cId="3010441741" sldId="313"/>
        </pc:sldMkLst>
      </pc:sldChg>
      <pc:sldChg chg="modNotesTx">
        <pc:chgData name="Danielle Andries" userId="93d179e4-3c18-40f7-920e-ae80b202540d" providerId="ADAL" clId="{A2502D2A-30CB-41A5-9342-8ACFCFDAFE6B}" dt="2021-10-13T13:41:23.103" v="24" actId="20577"/>
        <pc:sldMkLst>
          <pc:docMk/>
          <pc:sldMk cId="3445225482" sldId="327"/>
        </pc:sldMkLst>
      </pc:sldChg>
    </pc:docChg>
  </pc:docChgLst>
  <pc:docChgLst>
    <pc:chgData name="Lisa Bock" userId="1f2a7945151d6011" providerId="LiveId" clId="{CE66A7D2-FB4B-4D6B-9FA8-0A6816724595}"/>
    <pc:docChg chg="undo redo custSel addSld delSld modSld sldOrd">
      <pc:chgData name="Lisa Bock" userId="1f2a7945151d6011" providerId="LiveId" clId="{CE66A7D2-FB4B-4D6B-9FA8-0A6816724595}" dt="2021-10-13T02:19:10.973" v="4237" actId="108"/>
      <pc:docMkLst>
        <pc:docMk/>
      </pc:docMkLst>
      <pc:sldChg chg="modSp mod modNotesTx">
        <pc:chgData name="Lisa Bock" userId="1f2a7945151d6011" providerId="LiveId" clId="{CE66A7D2-FB4B-4D6B-9FA8-0A6816724595}" dt="2021-10-13T02:00:32.812" v="4080" actId="20577"/>
        <pc:sldMkLst>
          <pc:docMk/>
          <pc:sldMk cId="2700514735" sldId="260"/>
        </pc:sldMkLst>
        <pc:spChg chg="mod">
          <ac:chgData name="Lisa Bock" userId="1f2a7945151d6011" providerId="LiveId" clId="{CE66A7D2-FB4B-4D6B-9FA8-0A6816724595}" dt="2021-10-08T01:30:24.899" v="27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00:32.812" v="4080" actId="20577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CE66A7D2-FB4B-4D6B-9FA8-0A6816724595}" dt="2021-10-13T02:14:12.949" v="4208" actId="20577"/>
        <pc:sldMkLst>
          <pc:docMk/>
          <pc:sldMk cId="1379302974" sldId="261"/>
        </pc:sldMkLst>
        <pc:spChg chg="mod">
          <ac:chgData name="Lisa Bock" userId="1f2a7945151d6011" providerId="LiveId" clId="{CE66A7D2-FB4B-4D6B-9FA8-0A6816724595}" dt="2021-10-13T02:14:12.949" v="4208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CE66A7D2-FB4B-4D6B-9FA8-0A6816724595}" dt="2021-10-09T19:43:28.497" v="498"/>
          <ac:spMkLst>
            <pc:docMk/>
            <pc:sldMk cId="1379302974" sldId="261"/>
            <ac:spMk id="3" creationId="{741BF6B6-2A64-4049-9A00-5F58CF8B2C57}"/>
          </ac:spMkLst>
        </pc:spChg>
      </pc:sldChg>
      <pc:sldChg chg="modSp del mod">
        <pc:chgData name="Lisa Bock" userId="1f2a7945151d6011" providerId="LiveId" clId="{CE66A7D2-FB4B-4D6B-9FA8-0A6816724595}" dt="2021-10-09T19:44:27.598" v="511" actId="2696"/>
        <pc:sldMkLst>
          <pc:docMk/>
          <pc:sldMk cId="1766491834" sldId="264"/>
        </pc:sldMkLst>
        <pc:spChg chg="mod">
          <ac:chgData name="Lisa Bock" userId="1f2a7945151d6011" providerId="LiveId" clId="{CE66A7D2-FB4B-4D6B-9FA8-0A6816724595}" dt="2021-10-09T19:43:51.361" v="500" actId="21"/>
          <ac:spMkLst>
            <pc:docMk/>
            <pc:sldMk cId="1766491834" sldId="264"/>
            <ac:spMk id="3" creationId="{D265882B-10E2-446D-A76D-9CAE7BFA8BE6}"/>
          </ac:spMkLst>
        </pc:spChg>
      </pc:sldChg>
      <pc:sldChg chg="modSp del mod">
        <pc:chgData name="Lisa Bock" userId="1f2a7945151d6011" providerId="LiveId" clId="{CE66A7D2-FB4B-4D6B-9FA8-0A6816724595}" dt="2021-10-09T19:52:11.101" v="663" actId="47"/>
        <pc:sldMkLst>
          <pc:docMk/>
          <pc:sldMk cId="2528030650" sldId="265"/>
        </pc:sldMkLst>
        <pc:spChg chg="mod">
          <ac:chgData name="Lisa Bock" userId="1f2a7945151d6011" providerId="LiveId" clId="{CE66A7D2-FB4B-4D6B-9FA8-0A6816724595}" dt="2021-10-09T19:45:18.382" v="536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09T19:52:01.730" v="656" actId="21"/>
          <ac:spMkLst>
            <pc:docMk/>
            <pc:sldMk cId="2528030650" sldId="265"/>
            <ac:spMk id="3" creationId="{D265882B-10E2-446D-A76D-9CAE7BFA8BE6}"/>
          </ac:spMkLst>
        </pc:spChg>
      </pc:sldChg>
      <pc:sldChg chg="modSp del mod">
        <pc:chgData name="Lisa Bock" userId="1f2a7945151d6011" providerId="LiveId" clId="{CE66A7D2-FB4B-4D6B-9FA8-0A6816724595}" dt="2021-10-10T19:26:29.377" v="2696" actId="2696"/>
        <pc:sldMkLst>
          <pc:docMk/>
          <pc:sldMk cId="2996616140" sldId="267"/>
        </pc:sldMkLst>
        <pc:spChg chg="mod">
          <ac:chgData name="Lisa Bock" userId="1f2a7945151d6011" providerId="LiveId" clId="{CE66A7D2-FB4B-4D6B-9FA8-0A6816724595}" dt="2021-10-10T19:16:26.617" v="2594" actId="2057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9:16:37.261" v="2596" actId="27636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CE66A7D2-FB4B-4D6B-9FA8-0A6816724595}" dt="2021-10-10T19:33:26.138" v="2754" actId="20577"/>
        <pc:sldMkLst>
          <pc:docMk/>
          <pc:sldMk cId="443996997" sldId="268"/>
        </pc:sldMkLst>
        <pc:spChg chg="mod">
          <ac:chgData name="Lisa Bock" userId="1f2a7945151d6011" providerId="LiveId" clId="{CE66A7D2-FB4B-4D6B-9FA8-0A6816724595}" dt="2021-10-10T19:26:51.938" v="2720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9:33:26.138" v="2754" actId="20577"/>
          <ac:spMkLst>
            <pc:docMk/>
            <pc:sldMk cId="443996997" sldId="268"/>
            <ac:spMk id="3" creationId="{D265882B-10E2-446D-A76D-9CAE7BFA8BE6}"/>
          </ac:spMkLst>
        </pc:spChg>
      </pc:sldChg>
      <pc:sldChg chg="modSp del mod modNotesTx">
        <pc:chgData name="Lisa Bock" userId="1f2a7945151d6011" providerId="LiveId" clId="{CE66A7D2-FB4B-4D6B-9FA8-0A6816724595}" dt="2021-10-10T19:17:21.281" v="2606" actId="2696"/>
        <pc:sldMkLst>
          <pc:docMk/>
          <pc:sldMk cId="1387039101" sldId="269"/>
        </pc:sldMkLst>
        <pc:spChg chg="mod">
          <ac:chgData name="Lisa Bock" userId="1f2a7945151d6011" providerId="LiveId" clId="{CE66A7D2-FB4B-4D6B-9FA8-0A6816724595}" dt="2021-10-09T18:12:34.075" v="258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CE66A7D2-FB4B-4D6B-9FA8-0A6816724595}" dt="2021-10-10T23:31:01.838" v="3297" actId="313"/>
        <pc:sldMkLst>
          <pc:docMk/>
          <pc:sldMk cId="1555248704" sldId="270"/>
        </pc:sldMkLst>
        <pc:spChg chg="mod">
          <ac:chgData name="Lisa Bock" userId="1f2a7945151d6011" providerId="LiveId" clId="{CE66A7D2-FB4B-4D6B-9FA8-0A6816724595}" dt="2021-10-10T23:31:01.838" v="3297" actId="313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CE66A7D2-FB4B-4D6B-9FA8-0A6816724595}" dt="2021-10-10T23:14:20.081" v="3074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">
        <pc:chgData name="Lisa Bock" userId="1f2a7945151d6011" providerId="LiveId" clId="{CE66A7D2-FB4B-4D6B-9FA8-0A6816724595}" dt="2021-10-11T01:02:37.847" v="3610" actId="20577"/>
        <pc:sldMkLst>
          <pc:docMk/>
          <pc:sldMk cId="344198462" sldId="272"/>
        </pc:sldMkLst>
        <pc:spChg chg="mod">
          <ac:chgData name="Lisa Bock" userId="1f2a7945151d6011" providerId="LiveId" clId="{CE66A7D2-FB4B-4D6B-9FA8-0A6816724595}" dt="2021-10-11T01:01:57.063" v="3601" actId="20577"/>
          <ac:spMkLst>
            <pc:docMk/>
            <pc:sldMk cId="344198462" sldId="272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1T01:02:37.847" v="3610" actId="20577"/>
          <ac:spMkLst>
            <pc:docMk/>
            <pc:sldMk cId="344198462" sldId="272"/>
            <ac:spMk id="3" creationId="{D265882B-10E2-446D-A76D-9CAE7BFA8BE6}"/>
          </ac:spMkLst>
        </pc:spChg>
      </pc:sldChg>
      <pc:sldChg chg="modSp mod ord">
        <pc:chgData name="Lisa Bock" userId="1f2a7945151d6011" providerId="LiveId" clId="{CE66A7D2-FB4B-4D6B-9FA8-0A6816724595}" dt="2021-10-11T01:47:17.900" v="3750" actId="20577"/>
        <pc:sldMkLst>
          <pc:docMk/>
          <pc:sldMk cId="2731222769" sldId="273"/>
        </pc:sldMkLst>
        <pc:spChg chg="mod">
          <ac:chgData name="Lisa Bock" userId="1f2a7945151d6011" providerId="LiveId" clId="{CE66A7D2-FB4B-4D6B-9FA8-0A6816724595}" dt="2021-10-11T01:06:42.990" v="3641" actId="20577"/>
          <ac:spMkLst>
            <pc:docMk/>
            <pc:sldMk cId="2731222769" sldId="273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1T01:47:17.900" v="3750" actId="20577"/>
          <ac:spMkLst>
            <pc:docMk/>
            <pc:sldMk cId="2731222769" sldId="273"/>
            <ac:spMk id="3" creationId="{D265882B-10E2-446D-A76D-9CAE7BFA8BE6}"/>
          </ac:spMkLst>
        </pc:spChg>
      </pc:sldChg>
      <pc:sldChg chg="modSp mod">
        <pc:chgData name="Lisa Bock" userId="1f2a7945151d6011" providerId="LiveId" clId="{CE66A7D2-FB4B-4D6B-9FA8-0A6816724595}" dt="2021-10-13T02:18:23.988" v="4236" actId="15"/>
        <pc:sldMkLst>
          <pc:docMk/>
          <pc:sldMk cId="2707367036" sldId="274"/>
        </pc:sldMkLst>
        <pc:spChg chg="mod">
          <ac:chgData name="Lisa Bock" userId="1f2a7945151d6011" providerId="LiveId" clId="{CE66A7D2-FB4B-4D6B-9FA8-0A6816724595}" dt="2021-10-09T18:29:46.803" v="392" actId="20577"/>
          <ac:spMkLst>
            <pc:docMk/>
            <pc:sldMk cId="2707367036" sldId="274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8:23.988" v="4236" actId="15"/>
          <ac:spMkLst>
            <pc:docMk/>
            <pc:sldMk cId="2707367036" sldId="274"/>
            <ac:spMk id="3" creationId="{D265882B-10E2-446D-A76D-9CAE7BFA8BE6}"/>
          </ac:spMkLst>
        </pc:spChg>
      </pc:sldChg>
      <pc:sldChg chg="modSp mod">
        <pc:chgData name="Lisa Bock" userId="1f2a7945151d6011" providerId="LiveId" clId="{CE66A7D2-FB4B-4D6B-9FA8-0A6816724595}" dt="2021-10-11T02:44:25.698" v="4061" actId="20577"/>
        <pc:sldMkLst>
          <pc:docMk/>
          <pc:sldMk cId="3677739018" sldId="275"/>
        </pc:sldMkLst>
        <pc:spChg chg="mod">
          <ac:chgData name="Lisa Bock" userId="1f2a7945151d6011" providerId="LiveId" clId="{CE66A7D2-FB4B-4D6B-9FA8-0A6816724595}" dt="2021-10-11T02:44:25.698" v="4061" actId="20577"/>
          <ac:spMkLst>
            <pc:docMk/>
            <pc:sldMk cId="3677739018" sldId="275"/>
            <ac:spMk id="2" creationId="{00910985-B36C-4A8C-8F00-496036FF49CE}"/>
          </ac:spMkLst>
        </pc:spChg>
        <pc:spChg chg="mod">
          <ac:chgData name="Lisa Bock" userId="1f2a7945151d6011" providerId="LiveId" clId="{CE66A7D2-FB4B-4D6B-9FA8-0A6816724595}" dt="2021-10-11T02:30:03.095" v="3841"/>
          <ac:spMkLst>
            <pc:docMk/>
            <pc:sldMk cId="3677739018" sldId="275"/>
            <ac:spMk id="3" creationId="{741BF6B6-2A64-4049-9A00-5F58CF8B2C57}"/>
          </ac:spMkLst>
        </pc:spChg>
      </pc:sldChg>
      <pc:sldChg chg="add del">
        <pc:chgData name="Lisa Bock" userId="1f2a7945151d6011" providerId="LiveId" clId="{CE66A7D2-FB4B-4D6B-9FA8-0A6816724595}" dt="2021-10-09T19:44:46.145" v="514" actId="2696"/>
        <pc:sldMkLst>
          <pc:docMk/>
          <pc:sldMk cId="494266079" sldId="284"/>
        </pc:sldMkLst>
      </pc:sldChg>
      <pc:sldChg chg="modSp add mod modNotesTx">
        <pc:chgData name="Lisa Bock" userId="1f2a7945151d6011" providerId="LiveId" clId="{CE66A7D2-FB4B-4D6B-9FA8-0A6816724595}" dt="2021-10-10T01:19:39.161" v="1373" actId="20577"/>
        <pc:sldMkLst>
          <pc:docMk/>
          <pc:sldMk cId="2010522732" sldId="285"/>
        </pc:sldMkLst>
        <pc:spChg chg="mod">
          <ac:chgData name="Lisa Bock" userId="1f2a7945151d6011" providerId="LiveId" clId="{CE66A7D2-FB4B-4D6B-9FA8-0A6816724595}" dt="2021-10-10T01:09:03.623" v="1242" actId="20577"/>
          <ac:spMkLst>
            <pc:docMk/>
            <pc:sldMk cId="2010522732" sldId="285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01:19:39.161" v="1373" actId="20577"/>
          <ac:spMkLst>
            <pc:docMk/>
            <pc:sldMk cId="2010522732" sldId="285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0T01:18:20.288" v="1365" actId="20577"/>
        <pc:sldMkLst>
          <pc:docMk/>
          <pc:sldMk cId="2853387341" sldId="286"/>
        </pc:sldMkLst>
        <pc:spChg chg="mod">
          <ac:chgData name="Lisa Bock" userId="1f2a7945151d6011" providerId="LiveId" clId="{CE66A7D2-FB4B-4D6B-9FA8-0A6816724595}" dt="2021-10-10T01:07:14.686" v="1217" actId="313"/>
          <ac:spMkLst>
            <pc:docMk/>
            <pc:sldMk cId="2853387341" sldId="286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01:18:20.288" v="1365" actId="20577"/>
          <ac:spMkLst>
            <pc:docMk/>
            <pc:sldMk cId="2853387341" sldId="286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0T01:14:55.367" v="1340" actId="20577"/>
        <pc:sldMkLst>
          <pc:docMk/>
          <pc:sldMk cId="4037143848" sldId="287"/>
        </pc:sldMkLst>
        <pc:spChg chg="mod">
          <ac:chgData name="Lisa Bock" userId="1f2a7945151d6011" providerId="LiveId" clId="{CE66A7D2-FB4B-4D6B-9FA8-0A6816724595}" dt="2021-10-10T01:03:52.102" v="1168" actId="20577"/>
          <ac:spMkLst>
            <pc:docMk/>
            <pc:sldMk cId="4037143848" sldId="287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01:14:55.367" v="1340" actId="20577"/>
          <ac:spMkLst>
            <pc:docMk/>
            <pc:sldMk cId="4037143848" sldId="287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CE66A7D2-FB4B-4D6B-9FA8-0A6816724595}" dt="2021-10-09T20:33:49.733" v="963" actId="2696"/>
        <pc:sldMkLst>
          <pc:docMk/>
          <pc:sldMk cId="690527076" sldId="288"/>
        </pc:sldMkLst>
        <pc:spChg chg="mod">
          <ac:chgData name="Lisa Bock" userId="1f2a7945151d6011" providerId="LiveId" clId="{CE66A7D2-FB4B-4D6B-9FA8-0A6816724595}" dt="2021-10-09T20:24:11.014" v="845" actId="20577"/>
          <ac:spMkLst>
            <pc:docMk/>
            <pc:sldMk cId="690527076" sldId="288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09T20:32:51.419" v="940" actId="21"/>
          <ac:spMkLst>
            <pc:docMk/>
            <pc:sldMk cId="690527076" sldId="288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CE66A7D2-FB4B-4D6B-9FA8-0A6816724595}" dt="2021-10-09T20:32:01.187" v="917" actId="2696"/>
        <pc:sldMkLst>
          <pc:docMk/>
          <pc:sldMk cId="2207461241" sldId="289"/>
        </pc:sldMkLst>
        <pc:spChg chg="mod">
          <ac:chgData name="Lisa Bock" userId="1f2a7945151d6011" providerId="LiveId" clId="{CE66A7D2-FB4B-4D6B-9FA8-0A6816724595}" dt="2021-10-09T20:31:05.749" v="904" actId="21"/>
          <ac:spMkLst>
            <pc:docMk/>
            <pc:sldMk cId="2207461241" sldId="289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CE66A7D2-FB4B-4D6B-9FA8-0A6816724595}" dt="2021-10-13T02:10:21.190" v="4148" actId="20577"/>
        <pc:sldMkLst>
          <pc:docMk/>
          <pc:sldMk cId="2447056236" sldId="290"/>
        </pc:sldMkLst>
        <pc:spChg chg="mod">
          <ac:chgData name="Lisa Bock" userId="1f2a7945151d6011" providerId="LiveId" clId="{CE66A7D2-FB4B-4D6B-9FA8-0A6816724595}" dt="2021-10-09T19:48:30.003" v="613" actId="20577"/>
          <ac:spMkLst>
            <pc:docMk/>
            <pc:sldMk cId="2447056236" sldId="290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0:21.190" v="4148" actId="20577"/>
          <ac:spMkLst>
            <pc:docMk/>
            <pc:sldMk cId="2447056236" sldId="290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3T02:09:32.068" v="4125" actId="113"/>
        <pc:sldMkLst>
          <pc:docMk/>
          <pc:sldMk cId="973340976" sldId="291"/>
        </pc:sldMkLst>
        <pc:spChg chg="mod">
          <ac:chgData name="Lisa Bock" userId="1f2a7945151d6011" providerId="LiveId" clId="{CE66A7D2-FB4B-4D6B-9FA8-0A6816724595}" dt="2021-10-09T17:18:47.300" v="75"/>
          <ac:spMkLst>
            <pc:docMk/>
            <pc:sldMk cId="973340976" sldId="291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09:32.068" v="4125" actId="113"/>
          <ac:spMkLst>
            <pc:docMk/>
            <pc:sldMk cId="973340976" sldId="291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CE66A7D2-FB4B-4D6B-9FA8-0A6816724595}" dt="2021-10-10T01:10:16.439" v="1274" actId="47"/>
        <pc:sldMkLst>
          <pc:docMk/>
          <pc:sldMk cId="2591853857" sldId="292"/>
        </pc:sldMkLst>
        <pc:spChg chg="mod">
          <ac:chgData name="Lisa Bock" userId="1f2a7945151d6011" providerId="LiveId" clId="{CE66A7D2-FB4B-4D6B-9FA8-0A6816724595}" dt="2021-10-09T19:47:59.532" v="589" actId="20577"/>
          <ac:spMkLst>
            <pc:docMk/>
            <pc:sldMk cId="2591853857" sldId="292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01:09:47.073" v="1243" actId="21"/>
          <ac:spMkLst>
            <pc:docMk/>
            <pc:sldMk cId="2591853857" sldId="292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0T18:16:30.017" v="2414" actId="113"/>
        <pc:sldMkLst>
          <pc:docMk/>
          <pc:sldMk cId="432783127" sldId="293"/>
        </pc:sldMkLst>
        <pc:spChg chg="mod">
          <ac:chgData name="Lisa Bock" userId="1f2a7945151d6011" providerId="LiveId" clId="{CE66A7D2-FB4B-4D6B-9FA8-0A6816724595}" dt="2021-10-09T20:38:20.928" v="1032" actId="6549"/>
          <ac:spMkLst>
            <pc:docMk/>
            <pc:sldMk cId="432783127" sldId="293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8:16:30.017" v="2414" actId="113"/>
          <ac:spMkLst>
            <pc:docMk/>
            <pc:sldMk cId="432783127" sldId="293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CE66A7D2-FB4B-4D6B-9FA8-0A6816724595}" dt="2021-10-10T01:27:07.518" v="1448" actId="2696"/>
        <pc:sldMkLst>
          <pc:docMk/>
          <pc:sldMk cId="3755032261" sldId="294"/>
        </pc:sldMkLst>
        <pc:spChg chg="mod">
          <ac:chgData name="Lisa Bock" userId="1f2a7945151d6011" providerId="LiveId" clId="{CE66A7D2-FB4B-4D6B-9FA8-0A6816724595}" dt="2021-10-09T19:49:48.640" v="628" actId="27636"/>
          <ac:spMkLst>
            <pc:docMk/>
            <pc:sldMk cId="3755032261" sldId="294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CE66A7D2-FB4B-4D6B-9FA8-0A6816724595}" dt="2021-10-09T19:49:30.380" v="624" actId="2696"/>
        <pc:sldMkLst>
          <pc:docMk/>
          <pc:sldMk cId="2293795597" sldId="295"/>
        </pc:sldMkLst>
        <pc:spChg chg="mod">
          <ac:chgData name="Lisa Bock" userId="1f2a7945151d6011" providerId="LiveId" clId="{CE66A7D2-FB4B-4D6B-9FA8-0A6816724595}" dt="2021-10-09T19:49:21.773" v="621" actId="21"/>
          <ac:spMkLst>
            <pc:docMk/>
            <pc:sldMk cId="2293795597" sldId="295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CE66A7D2-FB4B-4D6B-9FA8-0A6816724595}" dt="2021-10-13T02:12:54.134" v="4200" actId="20577"/>
        <pc:sldMkLst>
          <pc:docMk/>
          <pc:sldMk cId="176037178" sldId="296"/>
        </pc:sldMkLst>
        <pc:spChg chg="mod">
          <ac:chgData name="Lisa Bock" userId="1f2a7945151d6011" providerId="LiveId" clId="{CE66A7D2-FB4B-4D6B-9FA8-0A6816724595}" dt="2021-10-10T15:22:22.616" v="1995" actId="20577"/>
          <ac:spMkLst>
            <pc:docMk/>
            <pc:sldMk cId="176037178" sldId="296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2:54.134" v="4200" actId="20577"/>
          <ac:spMkLst>
            <pc:docMk/>
            <pc:sldMk cId="176037178" sldId="296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CE66A7D2-FB4B-4D6B-9FA8-0A6816724595}" dt="2021-10-10T01:41:32.962" v="1571" actId="20577"/>
        <pc:sldMkLst>
          <pc:docMk/>
          <pc:sldMk cId="2686182272" sldId="297"/>
        </pc:sldMkLst>
        <pc:spChg chg="mod">
          <ac:chgData name="Lisa Bock" userId="1f2a7945151d6011" providerId="LiveId" clId="{CE66A7D2-FB4B-4D6B-9FA8-0A6816724595}" dt="2021-10-09T17:25:43.373" v="117"/>
          <ac:spMkLst>
            <pc:docMk/>
            <pc:sldMk cId="2686182272" sldId="297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01:41:32.962" v="1571" actId="20577"/>
          <ac:spMkLst>
            <pc:docMk/>
            <pc:sldMk cId="2686182272" sldId="297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CE66A7D2-FB4B-4D6B-9FA8-0A6816724595}" dt="2021-10-10T15:35:28.488" v="2187" actId="2696"/>
        <pc:sldMkLst>
          <pc:docMk/>
          <pc:sldMk cId="2093348446" sldId="298"/>
        </pc:sldMkLst>
        <pc:spChg chg="mod">
          <ac:chgData name="Lisa Bock" userId="1f2a7945151d6011" providerId="LiveId" clId="{CE66A7D2-FB4B-4D6B-9FA8-0A6816724595}" dt="2021-10-10T01:46:58.579" v="1676" actId="20577"/>
          <ac:spMkLst>
            <pc:docMk/>
            <pc:sldMk cId="2093348446" sldId="298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5:35:05.142" v="2180" actId="21"/>
          <ac:spMkLst>
            <pc:docMk/>
            <pc:sldMk cId="2093348446" sldId="298"/>
            <ac:spMk id="3" creationId="{D265882B-10E2-446D-A76D-9CAE7BFA8BE6}"/>
          </ac:spMkLst>
        </pc:spChg>
      </pc:sldChg>
      <pc:sldChg chg="addSp delSp modSp add del mod ord">
        <pc:chgData name="Lisa Bock" userId="1f2a7945151d6011" providerId="LiveId" clId="{CE66A7D2-FB4B-4D6B-9FA8-0A6816724595}" dt="2021-10-10T01:42:35.171" v="1582" actId="47"/>
        <pc:sldMkLst>
          <pc:docMk/>
          <pc:sldMk cId="535452477" sldId="299"/>
        </pc:sldMkLst>
        <pc:spChg chg="del mod">
          <ac:chgData name="Lisa Bock" userId="1f2a7945151d6011" providerId="LiveId" clId="{CE66A7D2-FB4B-4D6B-9FA8-0A6816724595}" dt="2021-10-09T17:29:10.937" v="146"/>
          <ac:spMkLst>
            <pc:docMk/>
            <pc:sldMk cId="535452477" sldId="299"/>
            <ac:spMk id="3" creationId="{D265882B-10E2-446D-A76D-9CAE7BFA8BE6}"/>
          </ac:spMkLst>
        </pc:spChg>
        <pc:spChg chg="add mod">
          <ac:chgData name="Lisa Bock" userId="1f2a7945151d6011" providerId="LiveId" clId="{CE66A7D2-FB4B-4D6B-9FA8-0A6816724595}" dt="2021-10-10T01:42:25.951" v="1577" actId="21"/>
          <ac:spMkLst>
            <pc:docMk/>
            <pc:sldMk cId="535452477" sldId="299"/>
            <ac:spMk id="5" creationId="{B237331E-8812-4D15-AF64-BDBB710DE2BE}"/>
          </ac:spMkLst>
        </pc:spChg>
        <pc:picChg chg="add del mod">
          <ac:chgData name="Lisa Bock" userId="1f2a7945151d6011" providerId="LiveId" clId="{CE66A7D2-FB4B-4D6B-9FA8-0A6816724595}" dt="2021-10-10T01:42:25.951" v="1577" actId="21"/>
          <ac:picMkLst>
            <pc:docMk/>
            <pc:sldMk cId="535452477" sldId="299"/>
            <ac:picMk id="6" creationId="{9A10E73F-A333-4D03-975A-E38B29A062C2}"/>
          </ac:picMkLst>
        </pc:picChg>
        <pc:picChg chg="add del mod">
          <ac:chgData name="Lisa Bock" userId="1f2a7945151d6011" providerId="LiveId" clId="{CE66A7D2-FB4B-4D6B-9FA8-0A6816724595}" dt="2021-10-09T17:29:07.143" v="144" actId="21"/>
          <ac:picMkLst>
            <pc:docMk/>
            <pc:sldMk cId="535452477" sldId="299"/>
            <ac:picMk id="1026" creationId="{CB246678-8598-4119-B65E-0B52657D6173}"/>
          </ac:picMkLst>
        </pc:picChg>
      </pc:sldChg>
      <pc:sldChg chg="modSp add del mod ord">
        <pc:chgData name="Lisa Bock" userId="1f2a7945151d6011" providerId="LiveId" clId="{CE66A7D2-FB4B-4D6B-9FA8-0A6816724595}" dt="2021-10-10T01:42:50.275" v="1583" actId="2696"/>
        <pc:sldMkLst>
          <pc:docMk/>
          <pc:sldMk cId="3757853136" sldId="300"/>
        </pc:sldMkLst>
        <pc:spChg chg="mod">
          <ac:chgData name="Lisa Bock" userId="1f2a7945151d6011" providerId="LiveId" clId="{CE66A7D2-FB4B-4D6B-9FA8-0A6816724595}" dt="2021-10-09T20:41:11.383" v="1094" actId="20577"/>
          <ac:spMkLst>
            <pc:docMk/>
            <pc:sldMk cId="3757853136" sldId="300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09T19:50:19.125" v="637" actId="20577"/>
          <ac:spMkLst>
            <pc:docMk/>
            <pc:sldMk cId="3757853136" sldId="300"/>
            <ac:spMk id="3" creationId="{D265882B-10E2-446D-A76D-9CAE7BFA8BE6}"/>
          </ac:spMkLst>
        </pc:spChg>
      </pc:sldChg>
      <pc:sldChg chg="addSp delSp modSp add del mod ord">
        <pc:chgData name="Lisa Bock" userId="1f2a7945151d6011" providerId="LiveId" clId="{CE66A7D2-FB4B-4D6B-9FA8-0A6816724595}" dt="2021-10-09T20:42:18.779" v="1100" actId="2696"/>
        <pc:sldMkLst>
          <pc:docMk/>
          <pc:sldMk cId="3763176573" sldId="301"/>
        </pc:sldMkLst>
        <pc:spChg chg="del mod">
          <ac:chgData name="Lisa Bock" userId="1f2a7945151d6011" providerId="LiveId" clId="{CE66A7D2-FB4B-4D6B-9FA8-0A6816724595}" dt="2021-10-09T17:31:32.353" v="164"/>
          <ac:spMkLst>
            <pc:docMk/>
            <pc:sldMk cId="3763176573" sldId="301"/>
            <ac:spMk id="3" creationId="{D265882B-10E2-446D-A76D-9CAE7BFA8BE6}"/>
          </ac:spMkLst>
        </pc:spChg>
        <pc:picChg chg="add mod">
          <ac:chgData name="Lisa Bock" userId="1f2a7945151d6011" providerId="LiveId" clId="{CE66A7D2-FB4B-4D6B-9FA8-0A6816724595}" dt="2021-10-09T20:00:56.227" v="740" actId="1076"/>
          <ac:picMkLst>
            <pc:docMk/>
            <pc:sldMk cId="3763176573" sldId="301"/>
            <ac:picMk id="2050" creationId="{8B41FDC7-5134-48E4-BAA0-6491B40DD237}"/>
          </ac:picMkLst>
        </pc:picChg>
      </pc:sldChg>
      <pc:sldChg chg="add del">
        <pc:chgData name="Lisa Bock" userId="1f2a7945151d6011" providerId="LiveId" clId="{CE66A7D2-FB4B-4D6B-9FA8-0A6816724595}" dt="2021-10-09T19:50:40.953" v="643" actId="2696"/>
        <pc:sldMkLst>
          <pc:docMk/>
          <pc:sldMk cId="2348760441" sldId="302"/>
        </pc:sldMkLst>
      </pc:sldChg>
      <pc:sldChg chg="modSp add del mod">
        <pc:chgData name="Lisa Bock" userId="1f2a7945151d6011" providerId="LiveId" clId="{CE66A7D2-FB4B-4D6B-9FA8-0A6816724595}" dt="2021-10-09T20:42:08.801" v="1099" actId="2696"/>
        <pc:sldMkLst>
          <pc:docMk/>
          <pc:sldMk cId="4229209014" sldId="303"/>
        </pc:sldMkLst>
        <pc:spChg chg="mod">
          <ac:chgData name="Lisa Bock" userId="1f2a7945151d6011" providerId="LiveId" clId="{CE66A7D2-FB4B-4D6B-9FA8-0A6816724595}" dt="2021-10-09T20:41:55.073" v="1098" actId="20577"/>
          <ac:spMkLst>
            <pc:docMk/>
            <pc:sldMk cId="4229209014" sldId="303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09T20:41:49.441" v="1096" actId="27636"/>
          <ac:spMkLst>
            <pc:docMk/>
            <pc:sldMk cId="4229209014" sldId="303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CE66A7D2-FB4B-4D6B-9FA8-0A6816724595}" dt="2021-10-09T20:27:25.039" v="865" actId="27636"/>
        <pc:sldMkLst>
          <pc:docMk/>
          <pc:sldMk cId="534766452" sldId="304"/>
        </pc:sldMkLst>
        <pc:spChg chg="mod">
          <ac:chgData name="Lisa Bock" userId="1f2a7945151d6011" providerId="LiveId" clId="{CE66A7D2-FB4B-4D6B-9FA8-0A6816724595}" dt="2021-10-09T18:06:34.446" v="191"/>
          <ac:spMkLst>
            <pc:docMk/>
            <pc:sldMk cId="534766452" sldId="304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09T20:27:25.039" v="865" actId="27636"/>
          <ac:spMkLst>
            <pc:docMk/>
            <pc:sldMk cId="534766452" sldId="304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3T02:13:47.717" v="4201" actId="114"/>
        <pc:sldMkLst>
          <pc:docMk/>
          <pc:sldMk cId="1226921834" sldId="305"/>
        </pc:sldMkLst>
        <pc:spChg chg="mod">
          <ac:chgData name="Lisa Bock" userId="1f2a7945151d6011" providerId="LiveId" clId="{CE66A7D2-FB4B-4D6B-9FA8-0A6816724595}" dt="2021-10-10T18:12:34.361" v="2242" actId="20577"/>
          <ac:spMkLst>
            <pc:docMk/>
            <pc:sldMk cId="1226921834" sldId="305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3:47.717" v="4201" actId="114"/>
          <ac:spMkLst>
            <pc:docMk/>
            <pc:sldMk cId="1226921834" sldId="305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CE66A7D2-FB4B-4D6B-9FA8-0A6816724595}" dt="2021-10-09T20:21:11.278" v="794" actId="2696"/>
        <pc:sldMkLst>
          <pc:docMk/>
          <pc:sldMk cId="1465271777" sldId="306"/>
        </pc:sldMkLst>
        <pc:spChg chg="mod">
          <ac:chgData name="Lisa Bock" userId="1f2a7945151d6011" providerId="LiveId" clId="{CE66A7D2-FB4B-4D6B-9FA8-0A6816724595}" dt="2021-10-09T18:07:18.935" v="209"/>
          <ac:spMkLst>
            <pc:docMk/>
            <pc:sldMk cId="1465271777" sldId="306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09T20:20:50.461" v="788" actId="21"/>
          <ac:spMkLst>
            <pc:docMk/>
            <pc:sldMk cId="1465271777" sldId="306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CE66A7D2-FB4B-4D6B-9FA8-0A6816724595}" dt="2021-10-10T19:44:12.607" v="2948" actId="20577"/>
        <pc:sldMkLst>
          <pc:docMk/>
          <pc:sldMk cId="4241125178" sldId="307"/>
        </pc:sldMkLst>
        <pc:spChg chg="mod">
          <ac:chgData name="Lisa Bock" userId="1f2a7945151d6011" providerId="LiveId" clId="{CE66A7D2-FB4B-4D6B-9FA8-0A6816724595}" dt="2021-10-10T19:15:38.057" v="2582" actId="20577"/>
          <ac:spMkLst>
            <pc:docMk/>
            <pc:sldMk cId="4241125178" sldId="307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9:44:12.607" v="2948" actId="20577"/>
          <ac:spMkLst>
            <pc:docMk/>
            <pc:sldMk cId="4241125178" sldId="307"/>
            <ac:spMk id="3" creationId="{D265882B-10E2-446D-A76D-9CAE7BFA8BE6}"/>
          </ac:spMkLst>
        </pc:spChg>
      </pc:sldChg>
      <pc:sldChg chg="add del">
        <pc:chgData name="Lisa Bock" userId="1f2a7945151d6011" providerId="LiveId" clId="{CE66A7D2-FB4B-4D6B-9FA8-0A6816724595}" dt="2021-10-10T19:18:00.353" v="2607" actId="2696"/>
        <pc:sldMkLst>
          <pc:docMk/>
          <pc:sldMk cId="3823605793" sldId="308"/>
        </pc:sldMkLst>
      </pc:sldChg>
      <pc:sldChg chg="add del">
        <pc:chgData name="Lisa Bock" userId="1f2a7945151d6011" providerId="LiveId" clId="{CE66A7D2-FB4B-4D6B-9FA8-0A6816724595}" dt="2021-10-10T19:18:00.353" v="2607" actId="2696"/>
        <pc:sldMkLst>
          <pc:docMk/>
          <pc:sldMk cId="777483345" sldId="309"/>
        </pc:sldMkLst>
      </pc:sldChg>
      <pc:sldChg chg="add del">
        <pc:chgData name="Lisa Bock" userId="1f2a7945151d6011" providerId="LiveId" clId="{CE66A7D2-FB4B-4D6B-9FA8-0A6816724595}" dt="2021-10-10T19:18:00.353" v="2607" actId="2696"/>
        <pc:sldMkLst>
          <pc:docMk/>
          <pc:sldMk cId="3225700186" sldId="310"/>
        </pc:sldMkLst>
      </pc:sldChg>
      <pc:sldChg chg="modSp add del mod">
        <pc:chgData name="Lisa Bock" userId="1f2a7945151d6011" providerId="LiveId" clId="{CE66A7D2-FB4B-4D6B-9FA8-0A6816724595}" dt="2021-10-10T19:20:17.338" v="2636" actId="2696"/>
        <pc:sldMkLst>
          <pc:docMk/>
          <pc:sldMk cId="4072427734" sldId="311"/>
        </pc:sldMkLst>
        <pc:spChg chg="mod">
          <ac:chgData name="Lisa Bock" userId="1f2a7945151d6011" providerId="LiveId" clId="{CE66A7D2-FB4B-4D6B-9FA8-0A6816724595}" dt="2021-10-09T18:13:29.043" v="262"/>
          <ac:spMkLst>
            <pc:docMk/>
            <pc:sldMk cId="4072427734" sldId="311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9:20:09.239" v="2632" actId="21"/>
          <ac:spMkLst>
            <pc:docMk/>
            <pc:sldMk cId="4072427734" sldId="311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CE66A7D2-FB4B-4D6B-9FA8-0A6816724595}" dt="2021-10-10T19:19:01.535" v="2623" actId="2696"/>
        <pc:sldMkLst>
          <pc:docMk/>
          <pc:sldMk cId="3341622638" sldId="312"/>
        </pc:sldMkLst>
        <pc:spChg chg="mod">
          <ac:chgData name="Lisa Bock" userId="1f2a7945151d6011" providerId="LiveId" clId="{CE66A7D2-FB4B-4D6B-9FA8-0A6816724595}" dt="2021-10-10T19:18:39.162" v="2616" actId="27636"/>
          <ac:spMkLst>
            <pc:docMk/>
            <pc:sldMk cId="3341622638" sldId="312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CE66A7D2-FB4B-4D6B-9FA8-0A6816724595}" dt="2021-10-13T02:16:02.369" v="4221" actId="33524"/>
        <pc:sldMkLst>
          <pc:docMk/>
          <pc:sldMk cId="3010441741" sldId="313"/>
        </pc:sldMkLst>
        <pc:spChg chg="mod">
          <ac:chgData name="Lisa Bock" userId="1f2a7945151d6011" providerId="LiveId" clId="{CE66A7D2-FB4B-4D6B-9FA8-0A6816724595}" dt="2021-10-10T19:40:37.603" v="2863" actId="20577"/>
          <ac:spMkLst>
            <pc:docMk/>
            <pc:sldMk cId="3010441741" sldId="313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5:51.957" v="4220" actId="6549"/>
          <ac:spMkLst>
            <pc:docMk/>
            <pc:sldMk cId="3010441741" sldId="313"/>
            <ac:spMk id="3" creationId="{D265882B-10E2-446D-A76D-9CAE7BFA8BE6}"/>
          </ac:spMkLst>
        </pc:spChg>
      </pc:sldChg>
      <pc:sldChg chg="modSp add del mod ord">
        <pc:chgData name="Lisa Bock" userId="1f2a7945151d6011" providerId="LiveId" clId="{CE66A7D2-FB4B-4D6B-9FA8-0A6816724595}" dt="2021-10-10T19:41:23.330" v="2875" actId="2696"/>
        <pc:sldMkLst>
          <pc:docMk/>
          <pc:sldMk cId="1069693041" sldId="314"/>
        </pc:sldMkLst>
        <pc:spChg chg="mod">
          <ac:chgData name="Lisa Bock" userId="1f2a7945151d6011" providerId="LiveId" clId="{CE66A7D2-FB4B-4D6B-9FA8-0A6816724595}" dt="2021-10-10T19:40:18.593" v="2837" actId="21"/>
          <ac:spMkLst>
            <pc:docMk/>
            <pc:sldMk cId="1069693041" sldId="314"/>
            <ac:spMk id="3" creationId="{D265882B-10E2-446D-A76D-9CAE7BFA8BE6}"/>
          </ac:spMkLst>
        </pc:spChg>
      </pc:sldChg>
      <pc:sldChg chg="add del">
        <pc:chgData name="Lisa Bock" userId="1f2a7945151d6011" providerId="LiveId" clId="{CE66A7D2-FB4B-4D6B-9FA8-0A6816724595}" dt="2021-10-11T00:54:59.907" v="3544" actId="2696"/>
        <pc:sldMkLst>
          <pc:docMk/>
          <pc:sldMk cId="3889499047" sldId="315"/>
        </pc:sldMkLst>
      </pc:sldChg>
      <pc:sldChg chg="add del">
        <pc:chgData name="Lisa Bock" userId="1f2a7945151d6011" providerId="LiveId" clId="{CE66A7D2-FB4B-4D6B-9FA8-0A6816724595}" dt="2021-10-11T00:54:59.907" v="3544" actId="2696"/>
        <pc:sldMkLst>
          <pc:docMk/>
          <pc:sldMk cId="1294276660" sldId="316"/>
        </pc:sldMkLst>
      </pc:sldChg>
      <pc:sldChg chg="modSp add del mod ord">
        <pc:chgData name="Lisa Bock" userId="1f2a7945151d6011" providerId="LiveId" clId="{CE66A7D2-FB4B-4D6B-9FA8-0A6816724595}" dt="2021-10-11T02:23:19.782" v="3793" actId="2696"/>
        <pc:sldMkLst>
          <pc:docMk/>
          <pc:sldMk cId="2188793266" sldId="317"/>
        </pc:sldMkLst>
        <pc:spChg chg="mod">
          <ac:chgData name="Lisa Bock" userId="1f2a7945151d6011" providerId="LiveId" clId="{CE66A7D2-FB4B-4D6B-9FA8-0A6816724595}" dt="2021-10-11T02:20:55.648" v="3771" actId="21"/>
          <ac:spMkLst>
            <pc:docMk/>
            <pc:sldMk cId="2188793266" sldId="317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1T02:26:24.138" v="3832" actId="20577"/>
        <pc:sldMkLst>
          <pc:docMk/>
          <pc:sldMk cId="910142060" sldId="318"/>
        </pc:sldMkLst>
        <pc:spChg chg="mod">
          <ac:chgData name="Lisa Bock" userId="1f2a7945151d6011" providerId="LiveId" clId="{CE66A7D2-FB4B-4D6B-9FA8-0A6816724595}" dt="2021-10-11T01:12:29.504" v="3720" actId="20577"/>
          <ac:spMkLst>
            <pc:docMk/>
            <pc:sldMk cId="910142060" sldId="318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1T02:26:24.138" v="3832" actId="20577"/>
          <ac:spMkLst>
            <pc:docMk/>
            <pc:sldMk cId="910142060" sldId="318"/>
            <ac:spMk id="3" creationId="{D265882B-10E2-446D-A76D-9CAE7BFA8BE6}"/>
          </ac:spMkLst>
        </pc:spChg>
      </pc:sldChg>
      <pc:sldChg chg="addSp delSp modSp add mod">
        <pc:chgData name="Lisa Bock" userId="1f2a7945151d6011" providerId="LiveId" clId="{CE66A7D2-FB4B-4D6B-9FA8-0A6816724595}" dt="2021-10-13T02:19:10.973" v="4237" actId="108"/>
        <pc:sldMkLst>
          <pc:docMk/>
          <pc:sldMk cId="128346689" sldId="319"/>
        </pc:sldMkLst>
        <pc:spChg chg="mod">
          <ac:chgData name="Lisa Bock" userId="1f2a7945151d6011" providerId="LiveId" clId="{CE66A7D2-FB4B-4D6B-9FA8-0A6816724595}" dt="2021-10-11T02:24:53.232" v="3822" actId="20577"/>
          <ac:spMkLst>
            <pc:docMk/>
            <pc:sldMk cId="128346689" sldId="319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9:10.973" v="4237" actId="108"/>
          <ac:spMkLst>
            <pc:docMk/>
            <pc:sldMk cId="128346689" sldId="319"/>
            <ac:spMk id="3" creationId="{D265882B-10E2-446D-A76D-9CAE7BFA8BE6}"/>
          </ac:spMkLst>
        </pc:spChg>
        <pc:graphicFrameChg chg="add del mod">
          <ac:chgData name="Lisa Bock" userId="1f2a7945151d6011" providerId="LiveId" clId="{CE66A7D2-FB4B-4D6B-9FA8-0A6816724595}" dt="2021-10-09T18:31:01.524" v="417"/>
          <ac:graphicFrameMkLst>
            <pc:docMk/>
            <pc:sldMk cId="128346689" sldId="319"/>
            <ac:graphicFrameMk id="5" creationId="{B1124463-501E-4621-9340-EF9536A953D3}"/>
          </ac:graphicFrameMkLst>
        </pc:graphicFrameChg>
      </pc:sldChg>
      <pc:sldChg chg="add del">
        <pc:chgData name="Lisa Bock" userId="1f2a7945151d6011" providerId="LiveId" clId="{CE66A7D2-FB4B-4D6B-9FA8-0A6816724595}" dt="2021-10-11T00:54:59.907" v="3544" actId="2696"/>
        <pc:sldMkLst>
          <pc:docMk/>
          <pc:sldMk cId="122715935" sldId="320"/>
        </pc:sldMkLst>
      </pc:sldChg>
      <pc:sldChg chg="modSp add mod modNotesTx">
        <pc:chgData name="Lisa Bock" userId="1f2a7945151d6011" providerId="LiveId" clId="{CE66A7D2-FB4B-4D6B-9FA8-0A6816724595}" dt="2021-10-10T23:02:33.684" v="3023" actId="20577"/>
        <pc:sldMkLst>
          <pc:docMk/>
          <pc:sldMk cId="1845992875" sldId="321"/>
        </pc:sldMkLst>
        <pc:spChg chg="mod">
          <ac:chgData name="Lisa Bock" userId="1f2a7945151d6011" providerId="LiveId" clId="{CE66A7D2-FB4B-4D6B-9FA8-0A6816724595}" dt="2021-10-09T18:19:54.142" v="308"/>
          <ac:spMkLst>
            <pc:docMk/>
            <pc:sldMk cId="1845992875" sldId="321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23:02:33.684" v="3023" actId="20577"/>
          <ac:spMkLst>
            <pc:docMk/>
            <pc:sldMk cId="1845992875" sldId="321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CE66A7D2-FB4B-4D6B-9FA8-0A6816724595}" dt="2021-10-10T19:41:59.108" v="2884" actId="2696"/>
        <pc:sldMkLst>
          <pc:docMk/>
          <pc:sldMk cId="4077886292" sldId="322"/>
        </pc:sldMkLst>
        <pc:spChg chg="mod">
          <ac:chgData name="Lisa Bock" userId="1f2a7945151d6011" providerId="LiveId" clId="{CE66A7D2-FB4B-4D6B-9FA8-0A6816724595}" dt="2021-10-10T19:41:50.977" v="2878" actId="21"/>
          <ac:spMkLst>
            <pc:docMk/>
            <pc:sldMk cId="4077886292" sldId="322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0T19:37:04.219" v="2794" actId="20577"/>
        <pc:sldMkLst>
          <pc:docMk/>
          <pc:sldMk cId="3318142479" sldId="323"/>
        </pc:sldMkLst>
        <pc:spChg chg="mod">
          <ac:chgData name="Lisa Bock" userId="1f2a7945151d6011" providerId="LiveId" clId="{CE66A7D2-FB4B-4D6B-9FA8-0A6816724595}" dt="2021-10-09T18:21:19.646" v="323"/>
          <ac:spMkLst>
            <pc:docMk/>
            <pc:sldMk cId="3318142479" sldId="323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9:37:04.219" v="2794" actId="20577"/>
          <ac:spMkLst>
            <pc:docMk/>
            <pc:sldMk cId="3318142479" sldId="323"/>
            <ac:spMk id="3" creationId="{D265882B-10E2-446D-A76D-9CAE7BFA8BE6}"/>
          </ac:spMkLst>
        </pc:spChg>
      </pc:sldChg>
      <pc:sldChg chg="addSp delSp modSp add mod ord">
        <pc:chgData name="Lisa Bock" userId="1f2a7945151d6011" providerId="LiveId" clId="{CE66A7D2-FB4B-4D6B-9FA8-0A6816724595}" dt="2021-10-11T01:11:07.339" v="3691" actId="6549"/>
        <pc:sldMkLst>
          <pc:docMk/>
          <pc:sldMk cId="2187830870" sldId="324"/>
        </pc:sldMkLst>
        <pc:spChg chg="mod">
          <ac:chgData name="Lisa Bock" userId="1f2a7945151d6011" providerId="LiveId" clId="{CE66A7D2-FB4B-4D6B-9FA8-0A6816724595}" dt="2021-10-11T01:09:36.029" v="3680" actId="313"/>
          <ac:spMkLst>
            <pc:docMk/>
            <pc:sldMk cId="2187830870" sldId="324"/>
            <ac:spMk id="2" creationId="{A92B708E-4083-4962-9240-C5792BEC3394}"/>
          </ac:spMkLst>
        </pc:spChg>
        <pc:spChg chg="del mod">
          <ac:chgData name="Lisa Bock" userId="1f2a7945151d6011" providerId="LiveId" clId="{CE66A7D2-FB4B-4D6B-9FA8-0A6816724595}" dt="2021-10-09T18:28:42.894" v="372"/>
          <ac:spMkLst>
            <pc:docMk/>
            <pc:sldMk cId="2187830870" sldId="324"/>
            <ac:spMk id="3" creationId="{D265882B-10E2-446D-A76D-9CAE7BFA8BE6}"/>
          </ac:spMkLst>
        </pc:spChg>
        <pc:spChg chg="add mod">
          <ac:chgData name="Lisa Bock" userId="1f2a7945151d6011" providerId="LiveId" clId="{CE66A7D2-FB4B-4D6B-9FA8-0A6816724595}" dt="2021-10-11T01:11:07.339" v="3691" actId="6549"/>
          <ac:spMkLst>
            <pc:docMk/>
            <pc:sldMk cId="2187830870" sldId="324"/>
            <ac:spMk id="3" creationId="{DD47F226-5D59-49E0-B308-A7CEE42560FB}"/>
          </ac:spMkLst>
        </pc:spChg>
        <pc:picChg chg="add del mod">
          <ac:chgData name="Lisa Bock" userId="1f2a7945151d6011" providerId="LiveId" clId="{CE66A7D2-FB4B-4D6B-9FA8-0A6816724595}" dt="2021-10-11T01:02:54.263" v="3611" actId="478"/>
          <ac:picMkLst>
            <pc:docMk/>
            <pc:sldMk cId="2187830870" sldId="324"/>
            <ac:picMk id="3074" creationId="{37BA580A-D338-4739-8569-2D8CBF3D84C0}"/>
          </ac:picMkLst>
        </pc:picChg>
      </pc:sldChg>
      <pc:sldChg chg="modSp add del mod">
        <pc:chgData name="Lisa Bock" userId="1f2a7945151d6011" providerId="LiveId" clId="{CE66A7D2-FB4B-4D6B-9FA8-0A6816724595}" dt="2021-10-10T19:30:12.517" v="2741" actId="2696"/>
        <pc:sldMkLst>
          <pc:docMk/>
          <pc:sldMk cId="23005740" sldId="325"/>
        </pc:sldMkLst>
        <pc:spChg chg="mod">
          <ac:chgData name="Lisa Bock" userId="1f2a7945151d6011" providerId="LiveId" clId="{CE66A7D2-FB4B-4D6B-9FA8-0A6816724595}" dt="2021-10-10T19:29:46.941" v="2738" actId="27636"/>
          <ac:spMkLst>
            <pc:docMk/>
            <pc:sldMk cId="23005740" sldId="325"/>
            <ac:spMk id="3" creationId="{D265882B-10E2-446D-A76D-9CAE7BFA8BE6}"/>
          </ac:spMkLst>
        </pc:spChg>
      </pc:sldChg>
      <pc:sldChg chg="modSp add mod">
        <pc:chgData name="Lisa Bock" userId="1f2a7945151d6011" providerId="LiveId" clId="{CE66A7D2-FB4B-4D6B-9FA8-0A6816724595}" dt="2021-10-13T02:16:49.339" v="4225" actId="20577"/>
        <pc:sldMkLst>
          <pc:docMk/>
          <pc:sldMk cId="4065375780" sldId="326"/>
        </pc:sldMkLst>
        <pc:spChg chg="mod">
          <ac:chgData name="Lisa Bock" userId="1f2a7945151d6011" providerId="LiveId" clId="{CE66A7D2-FB4B-4D6B-9FA8-0A6816724595}" dt="2021-10-09T18:26:42.053" v="339"/>
          <ac:spMkLst>
            <pc:docMk/>
            <pc:sldMk cId="4065375780" sldId="326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6:49.339" v="4225" actId="20577"/>
          <ac:spMkLst>
            <pc:docMk/>
            <pc:sldMk cId="4065375780" sldId="326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CE66A7D2-FB4B-4D6B-9FA8-0A6816724595}" dt="2021-10-13T02:17:37.867" v="4235" actId="20577"/>
        <pc:sldMkLst>
          <pc:docMk/>
          <pc:sldMk cId="3445225482" sldId="327"/>
        </pc:sldMkLst>
        <pc:spChg chg="mod">
          <ac:chgData name="Lisa Bock" userId="1f2a7945151d6011" providerId="LiveId" clId="{CE66A7D2-FB4B-4D6B-9FA8-0A6816724595}" dt="2021-10-09T18:27:08.202" v="357"/>
          <ac:spMkLst>
            <pc:docMk/>
            <pc:sldMk cId="3445225482" sldId="327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3T02:17:37.867" v="4235" actId="20577"/>
          <ac:spMkLst>
            <pc:docMk/>
            <pc:sldMk cId="3445225482" sldId="327"/>
            <ac:spMk id="3" creationId="{D265882B-10E2-446D-A76D-9CAE7BFA8BE6}"/>
          </ac:spMkLst>
        </pc:spChg>
      </pc:sldChg>
      <pc:sldChg chg="delSp new del mod">
        <pc:chgData name="Lisa Bock" userId="1f2a7945151d6011" providerId="LiveId" clId="{CE66A7D2-FB4B-4D6B-9FA8-0A6816724595}" dt="2021-10-09T20:32:03.788" v="918" actId="47"/>
        <pc:sldMkLst>
          <pc:docMk/>
          <pc:sldMk cId="561169316" sldId="328"/>
        </pc:sldMkLst>
        <pc:spChg chg="del">
          <ac:chgData name="Lisa Bock" userId="1f2a7945151d6011" providerId="LiveId" clId="{CE66A7D2-FB4B-4D6B-9FA8-0A6816724595}" dt="2021-10-09T20:24:39.247" v="847" actId="478"/>
          <ac:spMkLst>
            <pc:docMk/>
            <pc:sldMk cId="561169316" sldId="328"/>
            <ac:spMk id="2" creationId="{3A0AAE52-BE9C-4778-A933-0BDE01091B27}"/>
          </ac:spMkLst>
        </pc:spChg>
        <pc:spChg chg="del">
          <ac:chgData name="Lisa Bock" userId="1f2a7945151d6011" providerId="LiveId" clId="{CE66A7D2-FB4B-4D6B-9FA8-0A6816724595}" dt="2021-10-09T20:24:40.542" v="848" actId="478"/>
          <ac:spMkLst>
            <pc:docMk/>
            <pc:sldMk cId="561169316" sldId="328"/>
            <ac:spMk id="3" creationId="{D6805E9C-7FA7-4EBE-B3E9-0F916F1D68D4}"/>
          </ac:spMkLst>
        </pc:spChg>
      </pc:sldChg>
      <pc:sldChg chg="addSp delSp modSp add mod">
        <pc:chgData name="Lisa Bock" userId="1f2a7945151d6011" providerId="LiveId" clId="{CE66A7D2-FB4B-4D6B-9FA8-0A6816724595}" dt="2021-10-10T15:40:51.180" v="2219" actId="15"/>
        <pc:sldMkLst>
          <pc:docMk/>
          <pc:sldMk cId="1939136682" sldId="328"/>
        </pc:sldMkLst>
        <pc:spChg chg="mod">
          <ac:chgData name="Lisa Bock" userId="1f2a7945151d6011" providerId="LiveId" clId="{CE66A7D2-FB4B-4D6B-9FA8-0A6816724595}" dt="2021-10-10T01:45:46.112" v="1634" actId="20577"/>
          <ac:spMkLst>
            <pc:docMk/>
            <pc:sldMk cId="1939136682" sldId="328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0T15:40:51.180" v="2219" actId="15"/>
          <ac:spMkLst>
            <pc:docMk/>
            <pc:sldMk cId="1939136682" sldId="328"/>
            <ac:spMk id="3" creationId="{D265882B-10E2-446D-A76D-9CAE7BFA8BE6}"/>
          </ac:spMkLst>
        </pc:spChg>
        <pc:picChg chg="add del mod">
          <ac:chgData name="Lisa Bock" userId="1f2a7945151d6011" providerId="LiveId" clId="{CE66A7D2-FB4B-4D6B-9FA8-0A6816724595}" dt="2021-10-10T15:35:12.315" v="2184" actId="478"/>
          <ac:picMkLst>
            <pc:docMk/>
            <pc:sldMk cId="1939136682" sldId="328"/>
            <ac:picMk id="5" creationId="{5C3470C1-D477-46BB-B5E0-9690F5810CD4}"/>
          </ac:picMkLst>
        </pc:picChg>
      </pc:sldChg>
      <pc:sldChg chg="new del">
        <pc:chgData name="Lisa Bock" userId="1f2a7945151d6011" providerId="LiveId" clId="{CE66A7D2-FB4B-4D6B-9FA8-0A6816724595}" dt="2021-10-09T19:44:22.962" v="510" actId="2696"/>
        <pc:sldMkLst>
          <pc:docMk/>
          <pc:sldMk cId="2938235565" sldId="328"/>
        </pc:sldMkLst>
      </pc:sldChg>
      <pc:sldChg chg="modSp add mod">
        <pc:chgData name="Lisa Bock" userId="1f2a7945151d6011" providerId="LiveId" clId="{CE66A7D2-FB4B-4D6B-9FA8-0A6816724595}" dt="2021-10-13T02:14:53.421" v="4211" actId="20577"/>
        <pc:sldMkLst>
          <pc:docMk/>
          <pc:sldMk cId="310787765" sldId="329"/>
        </pc:sldMkLst>
        <pc:spChg chg="mod">
          <ac:chgData name="Lisa Bock" userId="1f2a7945151d6011" providerId="LiveId" clId="{CE66A7D2-FB4B-4D6B-9FA8-0A6816724595}" dt="2021-10-13T02:14:53.421" v="4211" actId="20577"/>
          <ac:spMkLst>
            <pc:docMk/>
            <pc:sldMk cId="310787765" sldId="329"/>
            <ac:spMk id="2" creationId="{00910985-B36C-4A8C-8F00-496036FF49CE}"/>
          </ac:spMkLst>
        </pc:spChg>
      </pc:sldChg>
      <pc:sldChg chg="add del ord">
        <pc:chgData name="Lisa Bock" userId="1f2a7945151d6011" providerId="LiveId" clId="{CE66A7D2-FB4B-4D6B-9FA8-0A6816724595}" dt="2021-10-09T20:32:08.958" v="919" actId="47"/>
        <pc:sldMkLst>
          <pc:docMk/>
          <pc:sldMk cId="2867266198" sldId="329"/>
        </pc:sldMkLst>
      </pc:sldChg>
      <pc:sldChg chg="modSp new mod">
        <pc:chgData name="Lisa Bock" userId="1f2a7945151d6011" providerId="LiveId" clId="{CE66A7D2-FB4B-4D6B-9FA8-0A6816724595}" dt="2021-10-10T23:37:58.543" v="3543" actId="313"/>
        <pc:sldMkLst>
          <pc:docMk/>
          <pc:sldMk cId="1504875935" sldId="330"/>
        </pc:sldMkLst>
        <pc:spChg chg="mod">
          <ac:chgData name="Lisa Bock" userId="1f2a7945151d6011" providerId="LiveId" clId="{CE66A7D2-FB4B-4D6B-9FA8-0A6816724595}" dt="2021-10-10T23:37:58.543" v="3543" actId="313"/>
          <ac:spMkLst>
            <pc:docMk/>
            <pc:sldMk cId="1504875935" sldId="330"/>
            <ac:spMk id="2" creationId="{6BB4D64F-37D6-48BB-8FE7-47BDDCB26B01}"/>
          </ac:spMkLst>
        </pc:spChg>
        <pc:spChg chg="mod">
          <ac:chgData name="Lisa Bock" userId="1f2a7945151d6011" providerId="LiveId" clId="{CE66A7D2-FB4B-4D6B-9FA8-0A6816724595}" dt="2021-10-10T23:30:54.024" v="3296"/>
          <ac:spMkLst>
            <pc:docMk/>
            <pc:sldMk cId="1504875935" sldId="330"/>
            <ac:spMk id="3" creationId="{1F428CE3-CB6C-4180-9F05-F531335CAFDC}"/>
          </ac:spMkLst>
        </pc:spChg>
      </pc:sldChg>
      <pc:sldChg chg="addSp modSp add mod">
        <pc:chgData name="Lisa Bock" userId="1f2a7945151d6011" providerId="LiveId" clId="{CE66A7D2-FB4B-4D6B-9FA8-0A6816724595}" dt="2021-10-11T01:46:28.633" v="3749" actId="20577"/>
        <pc:sldMkLst>
          <pc:docMk/>
          <pc:sldMk cId="2071218763" sldId="331"/>
        </pc:sldMkLst>
        <pc:spChg chg="mod">
          <ac:chgData name="Lisa Bock" userId="1f2a7945151d6011" providerId="LiveId" clId="{CE66A7D2-FB4B-4D6B-9FA8-0A6816724595}" dt="2021-10-11T01:46:28.633" v="3749" actId="20577"/>
          <ac:spMkLst>
            <pc:docMk/>
            <pc:sldMk cId="2071218763" sldId="331"/>
            <ac:spMk id="2" creationId="{A92B708E-4083-4962-9240-C5792BEC3394}"/>
          </ac:spMkLst>
        </pc:spChg>
        <pc:spChg chg="mod">
          <ac:chgData name="Lisa Bock" userId="1f2a7945151d6011" providerId="LiveId" clId="{CE66A7D2-FB4B-4D6B-9FA8-0A6816724595}" dt="2021-10-11T00:59:35.801" v="3554" actId="6549"/>
          <ac:spMkLst>
            <pc:docMk/>
            <pc:sldMk cId="2071218763" sldId="331"/>
            <ac:spMk id="3" creationId="{D265882B-10E2-446D-A76D-9CAE7BFA8BE6}"/>
          </ac:spMkLst>
        </pc:spChg>
        <pc:picChg chg="add mod">
          <ac:chgData name="Lisa Bock" userId="1f2a7945151d6011" providerId="LiveId" clId="{CE66A7D2-FB4B-4D6B-9FA8-0A6816724595}" dt="2021-10-11T00:59:41.901" v="3557" actId="1076"/>
          <ac:picMkLst>
            <pc:docMk/>
            <pc:sldMk cId="2071218763" sldId="331"/>
            <ac:picMk id="5" creationId="{768DCAF0-6993-4AE1-BD78-9E7FD791FC85}"/>
          </ac:picMkLst>
        </pc:picChg>
      </pc:sldChg>
    </pc:docChg>
  </pc:docChgLst>
  <pc:docChgLst>
    <pc:chgData name="Danielle Andries" userId="93d179e4-3c18-40f7-920e-ae80b202540d" providerId="ADAL" clId="{770DE2CF-8419-4EA2-8835-82C5308A4354}"/>
    <pc:docChg chg="addSld delSld modSld sldOrd">
      <pc:chgData name="Danielle Andries" userId="93d179e4-3c18-40f7-920e-ae80b202540d" providerId="ADAL" clId="{770DE2CF-8419-4EA2-8835-82C5308A4354}" dt="2021-09-23T20:41:31.505" v="37"/>
      <pc:docMkLst>
        <pc:docMk/>
      </pc:docMkLst>
      <pc:sldChg chg="modSp mod">
        <pc:chgData name="Danielle Andries" userId="93d179e4-3c18-40f7-920e-ae80b202540d" providerId="ADAL" clId="{770DE2CF-8419-4EA2-8835-82C5308A4354}" dt="2021-09-23T20:35:02.738" v="22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770DE2CF-8419-4EA2-8835-82C5308A4354}" dt="2021-09-23T20:35:02.738" v="22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70DE2CF-8419-4EA2-8835-82C5308A4354}" dt="2021-09-23T20:33:47.413" v="8" actId="6549"/>
        <pc:sldMkLst>
          <pc:docMk/>
          <pc:sldMk cId="3476460589" sldId="258"/>
        </pc:sldMkLst>
        <pc:spChg chg="mod">
          <ac:chgData name="Danielle Andries" userId="93d179e4-3c18-40f7-920e-ae80b202540d" providerId="ADAL" clId="{770DE2CF-8419-4EA2-8835-82C5308A4354}" dt="2021-09-23T20:33:47.413" v="8" actId="6549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70DE2CF-8419-4EA2-8835-82C5308A4354}" dt="2021-09-23T20:33:11.331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70DE2CF-8419-4EA2-8835-82C5308A4354}" dt="2021-09-23T20:34:12.251" v="14"/>
        <pc:sldMkLst>
          <pc:docMk/>
          <pc:sldMk cId="3581186469" sldId="259"/>
        </pc:sldMkLst>
        <pc:spChg chg="mod">
          <ac:chgData name="Danielle Andries" userId="93d179e4-3c18-40f7-920e-ae80b202540d" providerId="ADAL" clId="{770DE2CF-8419-4EA2-8835-82C5308A4354}" dt="2021-09-23T20:34:12.251" v="14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70DE2CF-8419-4EA2-8835-82C5308A4354}" dt="2021-09-23T20:34:06.797" v="13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70DE2CF-8419-4EA2-8835-82C5308A4354}" dt="2021-09-23T20:34:04.717" v="11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70DE2CF-8419-4EA2-8835-82C5308A4354}" dt="2021-09-23T20:34:43.501" v="19"/>
        <pc:sldMkLst>
          <pc:docMk/>
          <pc:sldMk cId="2476087910" sldId="266"/>
        </pc:sldMkLst>
        <pc:spChg chg="mod">
          <ac:chgData name="Danielle Andries" userId="93d179e4-3c18-40f7-920e-ae80b202540d" providerId="ADAL" clId="{770DE2CF-8419-4EA2-8835-82C5308A4354}" dt="2021-09-23T20:34:43.501" v="19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70DE2CF-8419-4EA2-8835-82C5308A4354}" dt="2021-09-23T20:34:31.548" v="18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70DE2CF-8419-4EA2-8835-82C5308A4354}" dt="2021-09-23T20:34:28.946" v="16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770DE2CF-8419-4EA2-8835-82C5308A4354}" dt="2021-09-23T20:35:20.966" v="27"/>
        <pc:sldMkLst>
          <pc:docMk/>
          <pc:sldMk cId="1865066414" sldId="271"/>
        </pc:sldMkLst>
        <pc:spChg chg="mod">
          <ac:chgData name="Danielle Andries" userId="93d179e4-3c18-40f7-920e-ae80b202540d" providerId="ADAL" clId="{770DE2CF-8419-4EA2-8835-82C5308A4354}" dt="2021-09-23T20:35:20.966" v="27"/>
          <ac:spMkLst>
            <pc:docMk/>
            <pc:sldMk cId="1865066414" sldId="271"/>
            <ac:spMk id="2" creationId="{897A5AF4-7AED-4A32-8826-AA455EAA7711}"/>
          </ac:spMkLst>
        </pc:spChg>
        <pc:spChg chg="mod">
          <ac:chgData name="Danielle Andries" userId="93d179e4-3c18-40f7-920e-ae80b202540d" providerId="ADAL" clId="{770DE2CF-8419-4EA2-8835-82C5308A4354}" dt="2021-09-23T20:35:12.501" v="26" actId="20577"/>
          <ac:spMkLst>
            <pc:docMk/>
            <pc:sldMk cId="1865066414" sldId="271"/>
            <ac:spMk id="3" creationId="{1C09A606-AC3C-4FE5-B558-E5DD82C0A761}"/>
          </ac:spMkLst>
        </pc:spChg>
        <pc:spChg chg="mod">
          <ac:chgData name="Danielle Andries" userId="93d179e4-3c18-40f7-920e-ae80b202540d" providerId="ADAL" clId="{770DE2CF-8419-4EA2-8835-82C5308A4354}" dt="2021-09-23T20:35:10.840" v="24" actId="20577"/>
          <ac:spMkLst>
            <pc:docMk/>
            <pc:sldMk cId="1865066414" sldId="271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770DE2CF-8419-4EA2-8835-82C5308A4354}" dt="2021-09-23T20:35:38.294" v="30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770DE2CF-8419-4EA2-8835-82C5308A4354}" dt="2021-09-23T20:35:38.294" v="30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">
        <pc:chgData name="Danielle Andries" userId="93d179e4-3c18-40f7-920e-ae80b202540d" providerId="ADAL" clId="{770DE2CF-8419-4EA2-8835-82C5308A4354}" dt="2021-09-23T20:41:31.505" v="37"/>
        <pc:sldMkLst>
          <pc:docMk/>
          <pc:sldMk cId="265432538" sldId="282"/>
        </pc:sldMkLst>
        <pc:spChg chg="mod">
          <ac:chgData name="Danielle Andries" userId="93d179e4-3c18-40f7-920e-ae80b202540d" providerId="ADAL" clId="{770DE2CF-8419-4EA2-8835-82C5308A4354}" dt="2021-09-23T20:41:31.505" v="37"/>
          <ac:spMkLst>
            <pc:docMk/>
            <pc:sldMk cId="265432538" sldId="282"/>
            <ac:spMk id="3" creationId="{568708AE-48ED-4852-AE39-86C44E3C3102}"/>
          </ac:spMkLst>
        </pc:spChg>
      </pc:sldChg>
      <pc:sldChg chg="modSp add mod">
        <pc:chgData name="Danielle Andries" userId="93d179e4-3c18-40f7-920e-ae80b202540d" providerId="ADAL" clId="{770DE2CF-8419-4EA2-8835-82C5308A4354}" dt="2021-09-23T20:41:12.602" v="32"/>
        <pc:sldMkLst>
          <pc:docMk/>
          <pc:sldMk cId="2458990325" sldId="283"/>
        </pc:sldMkLst>
        <pc:spChg chg="mod">
          <ac:chgData name="Danielle Andries" userId="93d179e4-3c18-40f7-920e-ae80b202540d" providerId="ADAL" clId="{770DE2CF-8419-4EA2-8835-82C5308A4354}" dt="2021-09-23T20:41:12.602" v="32"/>
          <ac:spMkLst>
            <pc:docMk/>
            <pc:sldMk cId="2458990325" sldId="283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770DE2CF-8419-4EA2-8835-82C5308A4354}" dt="2021-09-23T20:35:29.706" v="28" actId="47"/>
        <pc:sldMkLst>
          <pc:docMk/>
          <pc:sldMk cId="2920075665" sldId="283"/>
        </pc:sldMkLst>
      </pc:sldChg>
      <pc:sldChg chg="add del ord">
        <pc:chgData name="Danielle Andries" userId="93d179e4-3c18-40f7-920e-ae80b202540d" providerId="ADAL" clId="{770DE2CF-8419-4EA2-8835-82C5308A4354}" dt="2021-09-23T20:41:25.955" v="36" actId="47"/>
        <pc:sldMkLst>
          <pc:docMk/>
          <pc:sldMk cId="280441048" sldId="284"/>
        </pc:sldMkLst>
      </pc:sldChg>
      <pc:sldChg chg="del">
        <pc:chgData name="Danielle Andries" userId="93d179e4-3c18-40f7-920e-ae80b202540d" providerId="ADAL" clId="{770DE2CF-8419-4EA2-8835-82C5308A4354}" dt="2021-09-23T20:35:29.706" v="28" actId="47"/>
        <pc:sldMkLst>
          <pc:docMk/>
          <pc:sldMk cId="3937485725" sldId="284"/>
        </pc:sldMkLst>
      </pc:sldChg>
      <pc:sldChg chg="del">
        <pc:chgData name="Danielle Andries" userId="93d179e4-3c18-40f7-920e-ae80b202540d" providerId="ADAL" clId="{770DE2CF-8419-4EA2-8835-82C5308A4354}" dt="2021-09-23T20:35:29.706" v="28" actId="47"/>
        <pc:sldMkLst>
          <pc:docMk/>
          <pc:sldMk cId="2844143716" sldId="285"/>
        </pc:sldMkLst>
      </pc:sldChg>
      <pc:sldChg chg="del">
        <pc:chgData name="Danielle Andries" userId="93d179e4-3c18-40f7-920e-ae80b202540d" providerId="ADAL" clId="{770DE2CF-8419-4EA2-8835-82C5308A4354}" dt="2021-09-23T20:35:29.706" v="28" actId="47"/>
        <pc:sldMkLst>
          <pc:docMk/>
          <pc:sldMk cId="264286733" sldId="286"/>
        </pc:sldMkLst>
      </pc:sldChg>
      <pc:sldChg chg="del">
        <pc:chgData name="Danielle Andries" userId="93d179e4-3c18-40f7-920e-ae80b202540d" providerId="ADAL" clId="{770DE2CF-8419-4EA2-8835-82C5308A4354}" dt="2021-09-23T20:35:29.706" v="28" actId="47"/>
        <pc:sldMkLst>
          <pc:docMk/>
          <pc:sldMk cId="3571753165" sldId="287"/>
        </pc:sldMkLst>
      </pc:sldChg>
      <pc:sldChg chg="del">
        <pc:chgData name="Danielle Andries" userId="93d179e4-3c18-40f7-920e-ae80b202540d" providerId="ADAL" clId="{770DE2CF-8419-4EA2-8835-82C5308A4354}" dt="2021-09-23T20:35:29.706" v="28" actId="47"/>
        <pc:sldMkLst>
          <pc:docMk/>
          <pc:sldMk cId="1737206615" sldId="2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team should be aware of how your actions can affect others before leveraging the information on the people in the organization.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0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Several tools, including Metasploit Pro and the Social Engineering Toolkit (SET) in Kali Linux, have built-in features that make it easy to launch a phishing campaign.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98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One form of spear phishing is whaling, which targets wealthy or powerful individuals, such as a CEOs of a Fortune 500 companies or a philanthropist.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07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Typosquatting is also known as URL hijacking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39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company uniforms and share what they have found. Ask them what it would take for a malicious actor to pull together a believable outfit to spoof a victim into thinking they are from a utility or cable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04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Attempting to scale a fence with barbed or razor wire may lead to serious injury.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47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for devices that use 125kHz EM4100 technology and then share their thoughts on whether the devices would be easy to identify.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62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Many lock picking kits are designed to pick pin-tumbler locks and might not be adequate for more advanced, high-security 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01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No-Tech Hacking by Johnny Long and then share some of the tips and techniques used when conducting social engineering or physical security PenTesting.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86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Human and Physical Vulnerabilities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scenario, perform a social engineering or physical attack.</a:t>
            </a:r>
          </a:p>
          <a:p>
            <a:r>
              <a:rPr lang="en-US" dirty="0"/>
              <a:t>Explain use cases of the following tools during the phases of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Exploit the Human Psyche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4A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Social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Uses psychological manipulation to exploit our willingness to trust</a:t>
            </a:r>
          </a:p>
          <a:p>
            <a:r>
              <a:rPr lang="en-US" dirty="0"/>
              <a:t>It’s essential to evaluate potential targets and determine how susceptible they are to specific types of social engineering</a:t>
            </a:r>
          </a:p>
          <a:p>
            <a:pPr lvl="1"/>
            <a:r>
              <a:rPr lang="en-US" dirty="0"/>
              <a:t>The team might try to get to know their target on a personal level, by using social media or other method to gain trust</a:t>
            </a:r>
          </a:p>
          <a:p>
            <a:r>
              <a:rPr lang="en-US" dirty="0"/>
              <a:t>The next step is to motivate the target to take some action or provide useful information.</a:t>
            </a:r>
          </a:p>
          <a:p>
            <a:pPr lvl="1"/>
            <a:r>
              <a:rPr lang="en-US" dirty="0"/>
              <a:t>One common method is pretexting - communicate a lie or half-truth in order to get someone to believe a falsehood.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Intel using Elicitation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Acquiring data to launch an attack using the following methods:</a:t>
            </a:r>
          </a:p>
          <a:p>
            <a:pPr lvl="1"/>
            <a:r>
              <a:rPr lang="en-US" b="1" dirty="0"/>
              <a:t>Request</a:t>
            </a:r>
            <a:r>
              <a:rPr lang="en-US" dirty="0"/>
              <a:t> - ask the target for information</a:t>
            </a:r>
          </a:p>
          <a:p>
            <a:pPr lvl="1"/>
            <a:r>
              <a:rPr lang="en-US" b="1" dirty="0"/>
              <a:t>Interrogation</a:t>
            </a:r>
            <a:r>
              <a:rPr lang="en-US" dirty="0"/>
              <a:t>—poses as an authority figure to obtain actionable intel.</a:t>
            </a:r>
          </a:p>
          <a:p>
            <a:pPr lvl="1"/>
            <a:r>
              <a:rPr lang="en-US" b="1" dirty="0"/>
              <a:t>Surveys</a:t>
            </a:r>
            <a:r>
              <a:rPr lang="en-US" dirty="0"/>
              <a:t> are used to informally collect data from the target.</a:t>
            </a:r>
          </a:p>
          <a:p>
            <a:pPr lvl="1"/>
            <a:r>
              <a:rPr lang="en-US" b="1" dirty="0"/>
              <a:t>Observation</a:t>
            </a:r>
            <a:r>
              <a:rPr lang="en-US" dirty="0"/>
              <a:t>—observing the target's behavior and day-to-day routine</a:t>
            </a:r>
          </a:p>
          <a:p>
            <a:r>
              <a:rPr lang="en-US" dirty="0"/>
              <a:t>Elicitation is useful when used in a variant of phishing called a business email compromise </a:t>
            </a:r>
          </a:p>
          <a:p>
            <a:pPr lvl="1"/>
            <a:r>
              <a:rPr lang="en-US" dirty="0"/>
              <a:t>An attacker impersonates a high-level executive or hijack their email account.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4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Deceiving the Victim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Hoax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is when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the attacker presents a fictitious situation as real.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For example, a pop-up that says an antivirus program has identified the presence of malware on a target's system</a:t>
            </a: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</a:rPr>
              <a:t>Baiting – </a:t>
            </a:r>
            <a:r>
              <a:rPr lang="en-US" dirty="0">
                <a:solidFill>
                  <a:srgbClr val="000000"/>
                </a:solidFill>
              </a:rPr>
              <a:t>an attacker will leave bait, such as an infected USB drive, in an area where a victim can find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the device.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The goal is to get the victim to pick up the drive and then insert it into a computer so that the malware can infect the system.</a:t>
            </a:r>
          </a:p>
          <a:p>
            <a:pPr lvl="1"/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8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 and Pharming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Phishing</a:t>
            </a:r>
            <a:r>
              <a:rPr lang="en-US" dirty="0"/>
              <a:t> is a social engineering attack where the malicious actor tries to try to lure the victim into divulging sensitive information. </a:t>
            </a:r>
          </a:p>
          <a:p>
            <a:pPr lvl="1"/>
            <a:r>
              <a:rPr lang="en-US" dirty="0"/>
              <a:t>Leverages technical tricks—like spoofing the FROM headers in email—to make it more convincing. </a:t>
            </a: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</a:rPr>
              <a:t>Pharming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- An attacker entices the victim into navigating to a malicious web page that has been set up to look official.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The victim interacts with the site to provide sensitive information to the attacker, by filling out a fake "login" form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22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Dispatching 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Email is one of the original ways to send malware and continues to be an idea method to launch an attack. </a:t>
            </a:r>
          </a:p>
          <a:p>
            <a:r>
              <a:rPr lang="en-US" b="1" dirty="0"/>
              <a:t>Spam</a:t>
            </a:r>
            <a:r>
              <a:rPr lang="en-US" dirty="0"/>
              <a:t> is unsolicited email that is sent to multiple victims</a:t>
            </a:r>
          </a:p>
          <a:p>
            <a:pPr lvl="1"/>
            <a:r>
              <a:rPr lang="en-US" dirty="0"/>
              <a:t>Can also include malvertising, which is email that looks like a normal ad, but instead includes malicious code.</a:t>
            </a:r>
          </a:p>
          <a:p>
            <a:pPr lvl="1"/>
            <a:r>
              <a:rPr lang="en-US" dirty="0"/>
              <a:t>Is often used when phishing: the attacker sends unsolicited email to as many targets as possible, hoping that at least some users will act on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4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Spearphishing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phishing attack that targets a specific person or group</a:t>
            </a:r>
            <a:endParaRPr lang="en-US" sz="2000" dirty="0"/>
          </a:p>
          <a:p>
            <a:r>
              <a:rPr lang="en-US" dirty="0"/>
              <a:t>Requires the attacker to gather specific people-based information on their targets before launching the attack. </a:t>
            </a:r>
          </a:p>
          <a:p>
            <a:pPr lvl="1"/>
            <a:r>
              <a:rPr lang="en-US" dirty="0"/>
              <a:t>The information is then used to create a custom message. </a:t>
            </a:r>
          </a:p>
          <a:p>
            <a:r>
              <a:rPr lang="en-US" dirty="0"/>
              <a:t>The custom email has a better chance of having the target open the message and complete some action.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5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Targeting Using Text or VoIP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Vishing </a:t>
            </a:r>
            <a:r>
              <a:rPr lang="en-US" dirty="0"/>
              <a:t>(VoIP phishing) is like regular phishing in that a hacker will call the party and request confidential information. </a:t>
            </a:r>
          </a:p>
          <a:p>
            <a:r>
              <a:rPr lang="en-US" b="1" dirty="0"/>
              <a:t>SPIT </a:t>
            </a:r>
            <a:r>
              <a:rPr lang="en-US" dirty="0"/>
              <a:t>(spam over internet telephony) sends unwanted messages to phone recipients.</a:t>
            </a:r>
          </a:p>
          <a:p>
            <a:r>
              <a:rPr lang="en-US" dirty="0"/>
              <a:t>IM can also be used to launch an attack. Methods include:</a:t>
            </a:r>
          </a:p>
          <a:p>
            <a:pPr lvl="1"/>
            <a:r>
              <a:rPr lang="en-US" b="1" dirty="0"/>
              <a:t>Spim</a:t>
            </a:r>
            <a:r>
              <a:rPr lang="en-US" dirty="0"/>
              <a:t> (Instant messaging spam) uses instant messaging to send a large volume of unsolicited messages to multiple recipients on the same platform.</a:t>
            </a:r>
          </a:p>
          <a:p>
            <a:pPr lvl="1"/>
            <a:r>
              <a:rPr lang="en-US" b="1" dirty="0"/>
              <a:t>SMiShing</a:t>
            </a:r>
            <a:r>
              <a:rPr lang="en-US" dirty="0"/>
              <a:t> is a SMS phishing attack in which the attacker entices their victim through SMS text messages.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8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Baiting and Redirecting the Victim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Malicious actors use our sense of curiosity to bait victims into completing some action.</a:t>
            </a:r>
          </a:p>
          <a:p>
            <a:r>
              <a:rPr lang="en-US" dirty="0"/>
              <a:t>A common form of baiting is called a USB drop key attack.</a:t>
            </a:r>
          </a:p>
          <a:p>
            <a:pPr lvl="1"/>
            <a:r>
              <a:rPr lang="en-US" dirty="0"/>
              <a:t>A malicious actor drops a thumb drive preloaded with malicious software  in a public area to entice someone to pick it up and plug it into their computer. </a:t>
            </a:r>
          </a:p>
          <a:p>
            <a:pPr lvl="1"/>
            <a:r>
              <a:rPr lang="en-US" dirty="0"/>
              <a:t>This kind of attack will rely on the victim's computer having autorun enabled so that the malicious code is executed immediately. </a:t>
            </a:r>
          </a:p>
          <a:p>
            <a:pPr lvl="1"/>
            <a:r>
              <a:rPr lang="en-US" dirty="0"/>
              <a:t>The malware, depending on its nature, may then spread outward and start infecting other hosts on the network.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82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Enticing the Victim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attacker can entice a user to manually open a file and run the malicious code on by disguising it in the following ways:</a:t>
            </a:r>
          </a:p>
          <a:p>
            <a:pPr lvl="1"/>
            <a:r>
              <a:rPr lang="en-US" dirty="0"/>
              <a:t>As something fun, such as a video game</a:t>
            </a:r>
          </a:p>
          <a:p>
            <a:pPr lvl="1"/>
            <a:r>
              <a:rPr lang="en-US" dirty="0"/>
              <a:t>As something useful, such as an antivirus program</a:t>
            </a:r>
          </a:p>
          <a:p>
            <a:pPr lvl="1"/>
            <a:r>
              <a:rPr lang="en-US" dirty="0"/>
              <a:t>As something mysterious, such as a file with cryptic names</a:t>
            </a:r>
          </a:p>
          <a:p>
            <a:r>
              <a:rPr lang="en-US" dirty="0"/>
              <a:t>An attacker can also redirect victims using typosquatting</a:t>
            </a:r>
          </a:p>
          <a:p>
            <a:pPr lvl="1"/>
            <a:r>
              <a:rPr lang="en-US" dirty="0"/>
              <a:t>This method exploits the typing mistakes that users may make when attempting to navigate to a website.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Launching a Watering Hole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1"/>
            <a:ext cx="8870950" cy="3963262"/>
          </a:xfrm>
        </p:spPr>
        <p:txBody>
          <a:bodyPr>
            <a:normAutofit/>
          </a:bodyPr>
          <a:lstStyle/>
          <a:p>
            <a:r>
              <a:rPr lang="en-US" dirty="0"/>
              <a:t>Can download and trigger an exploit on a victim without any direct contact from the malicious actor. </a:t>
            </a:r>
          </a:p>
          <a:p>
            <a:r>
              <a:rPr lang="en-US" dirty="0"/>
              <a:t>The technique used in a watering hole attack can be used in other ways as well, such as a supply chain attack</a:t>
            </a:r>
          </a:p>
          <a:p>
            <a:pPr lvl="1"/>
            <a:r>
              <a:rPr lang="en-US" dirty="0"/>
              <a:t>Supply chain attack can have more damaging effects. </a:t>
            </a:r>
          </a:p>
          <a:p>
            <a:pPr lvl="1"/>
            <a:r>
              <a:rPr lang="en-US" dirty="0"/>
              <a:t>Infecting the target organization can result in downstream liability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3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Impersonating and Imitating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act of pretending to be someone or something. </a:t>
            </a:r>
          </a:p>
          <a:p>
            <a:r>
              <a:rPr lang="en-US" dirty="0"/>
              <a:t>Malicious actors couple pretexting and impersonation </a:t>
            </a:r>
          </a:p>
          <a:p>
            <a:pPr lvl="1"/>
            <a:r>
              <a:rPr lang="en-US" dirty="0"/>
              <a:t>Many times, is done using the phone or email. </a:t>
            </a:r>
          </a:p>
          <a:p>
            <a:r>
              <a:rPr lang="en-US" dirty="0"/>
              <a:t>Prior to launching an attack, they might conduct research on a target to create a credible story to d establish trust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66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Different Tactics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of the impersonation ploy involves different tactics:</a:t>
            </a:r>
          </a:p>
          <a:p>
            <a:pPr lvl="1"/>
            <a:r>
              <a:rPr lang="en-US" dirty="0"/>
              <a:t>Leverage our need to obey an authority figure. </a:t>
            </a:r>
          </a:p>
          <a:p>
            <a:pPr lvl="1"/>
            <a:r>
              <a:rPr lang="en-US" dirty="0"/>
              <a:t>Implying scarcity or a sense of urgency</a:t>
            </a:r>
          </a:p>
          <a:p>
            <a:pPr lvl="1"/>
            <a:r>
              <a:rPr lang="en-US" dirty="0"/>
              <a:t>Malicious actors also prey on fear</a:t>
            </a:r>
          </a:p>
          <a:p>
            <a:r>
              <a:rPr lang="en-US" b="1" dirty="0"/>
              <a:t>Social proof </a:t>
            </a:r>
            <a:r>
              <a:rPr lang="en-US" dirty="0"/>
              <a:t>is when someone copies the actions of others in order to appear competent or cooperative in the eyes of others. </a:t>
            </a:r>
          </a:p>
          <a:p>
            <a:r>
              <a:rPr lang="en-US" b="1" dirty="0"/>
              <a:t>Likeness </a:t>
            </a:r>
            <a:r>
              <a:rPr lang="en-US" dirty="0"/>
              <a:t>is another conformity quality. Demonstrating that you can </a:t>
            </a:r>
            <a:r>
              <a:rPr lang="en-US" i="1" dirty="0"/>
              <a:t>conform</a:t>
            </a:r>
            <a:r>
              <a:rPr lang="en-US" dirty="0"/>
              <a:t> with the group can increase your likability.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21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what’s involved when using social engineering</a:t>
            </a:r>
          </a:p>
          <a:p>
            <a:r>
              <a:rPr lang="en-US" dirty="0"/>
              <a:t>Explain some of the ways to deceive a victim</a:t>
            </a:r>
          </a:p>
          <a:p>
            <a:r>
              <a:rPr lang="en-US" dirty="0"/>
              <a:t>Compare and contrast phishing and pharming</a:t>
            </a:r>
          </a:p>
          <a:p>
            <a:r>
              <a:rPr lang="en-US" dirty="0"/>
              <a:t>Discuss why email is an ideal tool to use during social engineering.</a:t>
            </a:r>
          </a:p>
          <a:p>
            <a:r>
              <a:rPr lang="en-US" dirty="0"/>
              <a:t>Describe why Spearphishing is a better approach when launching a social engineering attack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 the Human Psyche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ways to use text or VoIP to target a victim</a:t>
            </a:r>
          </a:p>
          <a:p>
            <a:r>
              <a:rPr lang="en-US" dirty="0"/>
              <a:t>Explain how to bait, redirect and/or entice a victim</a:t>
            </a:r>
          </a:p>
          <a:p>
            <a:r>
              <a:rPr lang="en-US" dirty="0"/>
              <a:t>Outline how a watering hole attack works and how it can be used in a supply chain attack</a:t>
            </a:r>
          </a:p>
          <a:p>
            <a:r>
              <a:rPr lang="en-US" dirty="0"/>
              <a:t>Describe some of the different tactics such as impersonating, and imitating to get someone to do something</a:t>
            </a:r>
          </a:p>
          <a:p>
            <a:r>
              <a:rPr lang="en-US" dirty="0"/>
              <a:t>Discuss different tactics used to take advantage of human behavior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 the Human Psyche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7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Summarize Physical Attacks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4B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Physical Security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team will need to complete several tasks that can include:</a:t>
            </a:r>
          </a:p>
          <a:p>
            <a:pPr lvl="1"/>
            <a:r>
              <a:rPr lang="en-US" dirty="0"/>
              <a:t>Taking pictures of restricted areas and proprietary equipment</a:t>
            </a:r>
          </a:p>
          <a:p>
            <a:pPr lvl="1"/>
            <a:r>
              <a:rPr lang="en-US" dirty="0"/>
              <a:t>Stealing devices, documents, and electronic data</a:t>
            </a:r>
          </a:p>
          <a:p>
            <a:pPr lvl="1"/>
            <a:r>
              <a:rPr lang="en-US" dirty="0"/>
              <a:t>Bypassing security cameras and locks</a:t>
            </a:r>
          </a:p>
          <a:p>
            <a:r>
              <a:rPr lang="en-US" dirty="0"/>
              <a:t>Evaluate physical security controls </a:t>
            </a:r>
          </a:p>
          <a:p>
            <a:pPr lvl="1"/>
            <a:r>
              <a:rPr lang="en-US" dirty="0"/>
              <a:t>Door and hardware locks</a:t>
            </a:r>
          </a:p>
          <a:p>
            <a:pPr lvl="1"/>
            <a:r>
              <a:rPr lang="en-US" dirty="0"/>
              <a:t>Physical barriers such as fences, gates, and mantraps</a:t>
            </a:r>
          </a:p>
          <a:p>
            <a:pPr lvl="1"/>
            <a:r>
              <a:rPr lang="en-US" dirty="0"/>
              <a:t>Video surveillance cameras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25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Fences and Avoiding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there are fences, the team should evaluate whether it would be feasible for someone to try and climb the fence. </a:t>
            </a:r>
          </a:p>
          <a:p>
            <a:r>
              <a:rPr lang="en-US" dirty="0"/>
              <a:t>In addition to fences and barriers, the facility might have motion detection systems in place. </a:t>
            </a:r>
          </a:p>
          <a:p>
            <a:pPr lvl="1"/>
            <a:r>
              <a:rPr lang="en-US" dirty="0"/>
              <a:t>Sensors are placed in secure areas to detect movement, monitor activity, and identify unauthorized physical access.</a:t>
            </a:r>
          </a:p>
          <a:p>
            <a:r>
              <a:rPr lang="en-US" dirty="0"/>
              <a:t>The team will want to evaluate to see if someone can bypass the system and if there are blind spots as you move through a building.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Cloning an RFID Badge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badges use an RFID badge system for physical security. </a:t>
            </a:r>
          </a:p>
          <a:p>
            <a:pPr lvl="1"/>
            <a:r>
              <a:rPr lang="en-US" dirty="0"/>
              <a:t>The badge hold an individual’s authorization credentials and use a proximity reader that reads data from either an RFID or NFC tag when in range.</a:t>
            </a:r>
          </a:p>
          <a:p>
            <a:r>
              <a:rPr lang="en-US" dirty="0"/>
              <a:t>Badge cloning is the act of copying authentication data from an RFID badge's microchip to another badge. </a:t>
            </a:r>
          </a:p>
          <a:p>
            <a:pPr lvl="1"/>
            <a:r>
              <a:rPr lang="en-US" dirty="0"/>
              <a:t>Cloning can be done through handheld RFID writers, which are inexpensive and easy to use.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41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Bypassing 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organizations have at least one asset that is behind a lock. </a:t>
            </a:r>
          </a:p>
          <a:p>
            <a:r>
              <a:rPr lang="en-US" dirty="0"/>
              <a:t>The team may be tasked to find ways to circumvent locks</a:t>
            </a:r>
          </a:p>
          <a:p>
            <a:pPr lvl="1"/>
            <a:r>
              <a:rPr lang="en-US" dirty="0"/>
              <a:t>Keyless locks must be either destroyed or bypassed. </a:t>
            </a:r>
          </a:p>
          <a:p>
            <a:pPr lvl="1"/>
            <a:r>
              <a:rPr lang="en-US" dirty="0"/>
              <a:t>Simple combination locks can be brute-forced with enough permutations</a:t>
            </a:r>
          </a:p>
          <a:p>
            <a:pPr lvl="1"/>
            <a:r>
              <a:rPr lang="en-US" dirty="0"/>
              <a:t>Access card locks and biometric scanners are difficult to bypass without the proper item or biometric profile.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92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Tailgating and Piggybacking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Tailgating is when a malicious actor slips in through a secure area </a:t>
            </a:r>
          </a:p>
          <a:p>
            <a:pPr lvl="1"/>
            <a:r>
              <a:rPr lang="en-US" dirty="0"/>
              <a:t>This is done while covertly following an authorized employee who is unaware that anyone is behind them. </a:t>
            </a:r>
          </a:p>
          <a:p>
            <a:r>
              <a:rPr lang="en-US" dirty="0"/>
              <a:t>Piggybacking is essentially the same thing as tailgating, but in this case, the target knows someone is following behind them. </a:t>
            </a:r>
          </a:p>
          <a:p>
            <a:pPr lvl="1"/>
            <a:r>
              <a:rPr lang="en-US" dirty="0"/>
              <a:t>The target might either know the malicious actor personally and be involved somehow, or they might be ignorant of what the attacker is doing.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42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Rummaging through Trash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Dumpster diving is searching the contents of trash containers for something of value. </a:t>
            </a:r>
          </a:p>
          <a:p>
            <a:r>
              <a:rPr lang="en-US" dirty="0"/>
              <a:t>Can help discover documents that contain sensitive information that is relevant to the organization.</a:t>
            </a:r>
          </a:p>
          <a:p>
            <a:r>
              <a:rPr lang="en-US" dirty="0"/>
              <a:t>The team may be able to discover actionable intel that can give you an insight into the target's business operations.</a:t>
            </a:r>
          </a:p>
          <a:p>
            <a:pPr lvl="1"/>
            <a:r>
              <a:rPr lang="en-US" dirty="0"/>
              <a:t>Official documents</a:t>
            </a:r>
          </a:p>
          <a:p>
            <a:pPr lvl="1"/>
            <a:r>
              <a:rPr lang="en-US" dirty="0"/>
              <a:t>Storage drives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75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Observing Employees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Shoulder surfing is a social engineering attack in which the malicious actor observes a target's behavior without them noticing. </a:t>
            </a:r>
          </a:p>
          <a:p>
            <a:pPr lvl="1"/>
            <a:r>
              <a:rPr lang="en-US" dirty="0"/>
              <a:t>The malicious actor, who is behind the target, can see what's on the screen or the keys they are pressing.</a:t>
            </a:r>
          </a:p>
          <a:p>
            <a:r>
              <a:rPr lang="en-US" dirty="0"/>
              <a:t>Another methods is to use the camera on a smartphone and capture pictures or video at a distance. </a:t>
            </a:r>
          </a:p>
          <a:p>
            <a:pPr lvl="1"/>
            <a:r>
              <a:rPr lang="en-US" dirty="0"/>
              <a:t>They can also set the camera down on a nearby desk, press record, and leave. </a:t>
            </a:r>
          </a:p>
          <a:p>
            <a:r>
              <a:rPr lang="en-US" dirty="0"/>
              <a:t>Using a camera will allow the malicious actor to go back to that recording later and review the targets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25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List some tasks the team will need to complete when assessing physical security </a:t>
            </a:r>
          </a:p>
          <a:p>
            <a:r>
              <a:rPr lang="en-US" dirty="0"/>
              <a:t>Describe some of the considerations involved when scaling fences and avoiding detection</a:t>
            </a:r>
          </a:p>
          <a:p>
            <a:r>
              <a:rPr lang="en-US" dirty="0"/>
              <a:t>Outline why the team may need to clone an RFID badge, and how this can be achieved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 Physical Attacks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B4D64F-37D6-48BB-8FE7-47BDDCB26B0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what might happen if asset to be tested is behind a lock</a:t>
            </a:r>
          </a:p>
          <a:p>
            <a:r>
              <a:rPr lang="en-US" dirty="0"/>
              <a:t>Compare and contrast tailgating versus piggybacking</a:t>
            </a:r>
          </a:p>
          <a:p>
            <a:r>
              <a:rPr lang="en-US" dirty="0"/>
              <a:t>Describe the benefit of dumpster diving</a:t>
            </a:r>
          </a:p>
          <a:p>
            <a:r>
              <a:rPr lang="en-US" dirty="0"/>
              <a:t>Discuss ways to observe employees to learn actionable intel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428CE3-CB6C-4180-9F05-F531335C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 Physical Attacks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D45C5-D60B-4921-8D23-E734F060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75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Tools to Launch a Social Engineering Attack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4C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66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the Social Engineering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Social Engineering Toolkit is a Python-based collection of tools that can be used when conducting a social engineering PenTest. </a:t>
            </a:r>
          </a:p>
          <a:p>
            <a:r>
              <a:rPr lang="en-US" dirty="0"/>
              <a:t>You can download SET and install it on a Linux, Unix, and Windows machine or use it within Kali Linux. </a:t>
            </a:r>
          </a:p>
          <a:p>
            <a:r>
              <a:rPr lang="en-US" dirty="0"/>
              <a:t>SET allows you to select from several different options that includes attacking websites, mass mailings and Spearphishing attacks.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8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the Menu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978523"/>
          </a:xfrm>
        </p:spPr>
        <p:txBody>
          <a:bodyPr/>
          <a:lstStyle/>
          <a:p>
            <a:r>
              <a:rPr lang="en-US" dirty="0"/>
              <a:t>Once you launch SET, you’ll be presented with a menu that shows you the most common options, as shown below: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8DCAF0-6993-4AE1-BD78-9E7FD791F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87" y="1868793"/>
            <a:ext cx="4295625" cy="269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218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an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In many cases, you will need to provide additional input, such as IP addresses, port numbers, or website URLs.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When using SET, many of the attacks will walk you through what information is needed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Prior to using SET, the team should evaluate the best methods and approach to craft an attack.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2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Spoofing a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Today when you make a call from a home line, you are most likely using Voice over IP (VoIP). </a:t>
            </a:r>
          </a:p>
          <a:p>
            <a:pPr lvl="1"/>
            <a:r>
              <a:rPr lang="en-US" dirty="0"/>
              <a:t>VoIP uses the Internet and network to send and receive calls </a:t>
            </a:r>
          </a:p>
          <a:p>
            <a:r>
              <a:rPr lang="en-US" dirty="0"/>
              <a:t>On most phones when you get a call, the caller’s identification will come up on the device so that you can easily identify the caller.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7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Launching an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7F226-5D59-49E0-B308-A7CEE4256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VoIP uses software to make configuration changes. </a:t>
            </a:r>
          </a:p>
          <a:p>
            <a:r>
              <a:rPr lang="en-US" dirty="0"/>
              <a:t>When spoofing a call, the malicious actor can make the call appear to be coming from a trusted source, such as:</a:t>
            </a:r>
          </a:p>
          <a:p>
            <a:pPr lvl="1"/>
            <a:r>
              <a:rPr lang="en-US" dirty="0"/>
              <a:t>A recognized vendor</a:t>
            </a:r>
          </a:p>
          <a:p>
            <a:pPr lvl="1"/>
            <a:r>
              <a:rPr lang="en-US" dirty="0"/>
              <a:t>A remote office</a:t>
            </a:r>
          </a:p>
          <a:p>
            <a:pPr lvl="1"/>
            <a:r>
              <a:rPr lang="en-US" dirty="0"/>
              <a:t>The president of the company</a:t>
            </a:r>
          </a:p>
        </p:txBody>
      </p:sp>
    </p:spTree>
    <p:extLst>
      <p:ext uri="{BB962C8B-B14F-4D97-AF65-F5344CB8AC3E}">
        <p14:creationId xmlns:p14="http://schemas.microsoft.com/office/powerpoint/2010/main" val="2187830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Spoof a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To spoof a VoIP call, there are a few methods you can use.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Use an app where you enter the spoofed name and number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Use Asterisk, a free, open-source tool to create a spoofed call. </a:t>
            </a:r>
          </a:p>
          <a:p>
            <a:r>
              <a:rPr lang="en-US" dirty="0"/>
              <a:t>In addition, a malicious actor can use the spoofed phone number to listen to voicemail. </a:t>
            </a:r>
          </a:p>
          <a:p>
            <a:pPr lvl="1"/>
            <a:r>
              <a:rPr lang="en-US" dirty="0"/>
              <a:t>In some cases, the voicemail system will recognize the phone number and then prompt the user to enter a selection to listen to their voicemail. </a:t>
            </a:r>
          </a:p>
          <a:p>
            <a:pPr lvl="1"/>
            <a:r>
              <a:rPr lang="en-US" dirty="0"/>
              <a:t>The app may prompt the user to enter a password. If that is the case, the malicious actor will need to use the correct password. </a:t>
            </a:r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42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Password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If they don’t have the password, they can search online for the default password to try on the targeted system. </a:t>
            </a:r>
          </a:p>
          <a:p>
            <a:r>
              <a:rPr lang="en-US" dirty="0">
                <a:solidFill>
                  <a:srgbClr val="000000"/>
                </a:solidFill>
              </a:rPr>
              <a:t>You can try to Google Hacking to find more information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on VoIP phones, as shown: 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Cisco CallManager: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inurl:"ccmuser/logon.asp"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D -Link Phones: intitle:"D-Link DPH" "web login setting"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Grandstream Phones: intitle:"Grandstream Device Configuration" password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6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Discuss the features of the Social Engineering Toolkit</a:t>
            </a:r>
          </a:p>
          <a:p>
            <a:r>
              <a:rPr lang="en-US" dirty="0"/>
              <a:t>Explain what is required after selecting an option in SET</a:t>
            </a:r>
          </a:p>
          <a:p>
            <a:r>
              <a:rPr lang="en-US" dirty="0"/>
              <a:t>Outline what’s involved when spoofing a phone call.</a:t>
            </a:r>
          </a:p>
          <a:p>
            <a:r>
              <a:rPr lang="en-US" dirty="0"/>
              <a:t>Describe what a malicious actor can do when spoofing a </a:t>
            </a:r>
            <a:r>
              <a:rPr lang="en-US"/>
              <a:t>phone number.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Tools to Launch a Social Engineering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39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59B2B-48E2-4647-ABDD-6BF7993BEC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08AE-48ED-4852-AE39-86C44E3C31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50" y="748621"/>
            <a:ext cx="3742072" cy="4044357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Assisted Lab: Performing Social Engineering using SET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E43AC-45A4-4D84-834A-CE8499000767}"/>
              </a:ext>
            </a:extLst>
          </p:cNvPr>
          <p:cNvSpPr txBox="1"/>
          <p:nvPr/>
        </p:nvSpPr>
        <p:spPr>
          <a:xfrm>
            <a:off x="3975101" y="742950"/>
            <a:ext cx="5120843" cy="3986972"/>
          </a:xfrm>
          <a:custGeom>
            <a:avLst/>
            <a:gdLst>
              <a:gd name="connsiteX0" fmla="*/ 0 w 5120843"/>
              <a:gd name="connsiteY0" fmla="*/ 0 h 3986972"/>
              <a:gd name="connsiteX1" fmla="*/ 620191 w 5120843"/>
              <a:gd name="connsiteY1" fmla="*/ 0 h 3986972"/>
              <a:gd name="connsiteX2" fmla="*/ 1035548 w 5120843"/>
              <a:gd name="connsiteY2" fmla="*/ 0 h 3986972"/>
              <a:gd name="connsiteX3" fmla="*/ 1655739 w 5120843"/>
              <a:gd name="connsiteY3" fmla="*/ 0 h 3986972"/>
              <a:gd name="connsiteX4" fmla="*/ 2173513 w 5120843"/>
              <a:gd name="connsiteY4" fmla="*/ 0 h 3986972"/>
              <a:gd name="connsiteX5" fmla="*/ 2793704 w 5120843"/>
              <a:gd name="connsiteY5" fmla="*/ 0 h 3986972"/>
              <a:gd name="connsiteX6" fmla="*/ 3260270 w 5120843"/>
              <a:gd name="connsiteY6" fmla="*/ 0 h 3986972"/>
              <a:gd name="connsiteX7" fmla="*/ 3931669 w 5120843"/>
              <a:gd name="connsiteY7" fmla="*/ 0 h 3986972"/>
              <a:gd name="connsiteX8" fmla="*/ 4603069 w 5120843"/>
              <a:gd name="connsiteY8" fmla="*/ 0 h 3986972"/>
              <a:gd name="connsiteX9" fmla="*/ 5120843 w 5120843"/>
              <a:gd name="connsiteY9" fmla="*/ 0 h 3986972"/>
              <a:gd name="connsiteX10" fmla="*/ 5120843 w 5120843"/>
              <a:gd name="connsiteY10" fmla="*/ 489828 h 3986972"/>
              <a:gd name="connsiteX11" fmla="*/ 5120843 w 5120843"/>
              <a:gd name="connsiteY11" fmla="*/ 1139135 h 3986972"/>
              <a:gd name="connsiteX12" fmla="*/ 5120843 w 5120843"/>
              <a:gd name="connsiteY12" fmla="*/ 1788442 h 3986972"/>
              <a:gd name="connsiteX13" fmla="*/ 5120843 w 5120843"/>
              <a:gd name="connsiteY13" fmla="*/ 2437749 h 3986972"/>
              <a:gd name="connsiteX14" fmla="*/ 5120843 w 5120843"/>
              <a:gd name="connsiteY14" fmla="*/ 2887707 h 3986972"/>
              <a:gd name="connsiteX15" fmla="*/ 5120843 w 5120843"/>
              <a:gd name="connsiteY15" fmla="*/ 3377535 h 3986972"/>
              <a:gd name="connsiteX16" fmla="*/ 5120843 w 5120843"/>
              <a:gd name="connsiteY16" fmla="*/ 3986972 h 3986972"/>
              <a:gd name="connsiteX17" fmla="*/ 4500652 w 5120843"/>
              <a:gd name="connsiteY17" fmla="*/ 3986972 h 3986972"/>
              <a:gd name="connsiteX18" fmla="*/ 4034086 w 5120843"/>
              <a:gd name="connsiteY18" fmla="*/ 3986972 h 3986972"/>
              <a:gd name="connsiteX19" fmla="*/ 3362687 w 5120843"/>
              <a:gd name="connsiteY19" fmla="*/ 3986972 h 3986972"/>
              <a:gd name="connsiteX20" fmla="*/ 2691287 w 5120843"/>
              <a:gd name="connsiteY20" fmla="*/ 3986972 h 3986972"/>
              <a:gd name="connsiteX21" fmla="*/ 2224722 w 5120843"/>
              <a:gd name="connsiteY21" fmla="*/ 3986972 h 3986972"/>
              <a:gd name="connsiteX22" fmla="*/ 1809365 w 5120843"/>
              <a:gd name="connsiteY22" fmla="*/ 3986972 h 3986972"/>
              <a:gd name="connsiteX23" fmla="*/ 1394007 w 5120843"/>
              <a:gd name="connsiteY23" fmla="*/ 3986972 h 3986972"/>
              <a:gd name="connsiteX24" fmla="*/ 876233 w 5120843"/>
              <a:gd name="connsiteY24" fmla="*/ 3986972 h 3986972"/>
              <a:gd name="connsiteX25" fmla="*/ 0 w 5120843"/>
              <a:gd name="connsiteY25" fmla="*/ 3986972 h 3986972"/>
              <a:gd name="connsiteX26" fmla="*/ 0 w 5120843"/>
              <a:gd name="connsiteY26" fmla="*/ 3457274 h 3986972"/>
              <a:gd name="connsiteX27" fmla="*/ 0 w 5120843"/>
              <a:gd name="connsiteY27" fmla="*/ 2927577 h 3986972"/>
              <a:gd name="connsiteX28" fmla="*/ 0 w 5120843"/>
              <a:gd name="connsiteY28" fmla="*/ 2278270 h 3986972"/>
              <a:gd name="connsiteX29" fmla="*/ 0 w 5120843"/>
              <a:gd name="connsiteY29" fmla="*/ 1748572 h 3986972"/>
              <a:gd name="connsiteX30" fmla="*/ 0 w 5120843"/>
              <a:gd name="connsiteY30" fmla="*/ 1298614 h 3986972"/>
              <a:gd name="connsiteX31" fmla="*/ 0 w 5120843"/>
              <a:gd name="connsiteY31" fmla="*/ 768916 h 3986972"/>
              <a:gd name="connsiteX32" fmla="*/ 0 w 5120843"/>
              <a:gd name="connsiteY32" fmla="*/ 0 h 398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120843" h="3986972" fill="none" extrusionOk="0">
                <a:moveTo>
                  <a:pt x="0" y="0"/>
                </a:moveTo>
                <a:cubicBezTo>
                  <a:pt x="181082" y="-44144"/>
                  <a:pt x="332351" y="17296"/>
                  <a:pt x="620191" y="0"/>
                </a:cubicBezTo>
                <a:cubicBezTo>
                  <a:pt x="908031" y="-17296"/>
                  <a:pt x="913865" y="31805"/>
                  <a:pt x="1035548" y="0"/>
                </a:cubicBezTo>
                <a:cubicBezTo>
                  <a:pt x="1157231" y="-31805"/>
                  <a:pt x="1401820" y="28595"/>
                  <a:pt x="1655739" y="0"/>
                </a:cubicBezTo>
                <a:cubicBezTo>
                  <a:pt x="1909658" y="-28595"/>
                  <a:pt x="2005301" y="20107"/>
                  <a:pt x="2173513" y="0"/>
                </a:cubicBezTo>
                <a:cubicBezTo>
                  <a:pt x="2341725" y="-20107"/>
                  <a:pt x="2581271" y="43917"/>
                  <a:pt x="2793704" y="0"/>
                </a:cubicBezTo>
                <a:cubicBezTo>
                  <a:pt x="3006137" y="-43917"/>
                  <a:pt x="3042637" y="10045"/>
                  <a:pt x="3260270" y="0"/>
                </a:cubicBezTo>
                <a:cubicBezTo>
                  <a:pt x="3477903" y="-10045"/>
                  <a:pt x="3644284" y="77189"/>
                  <a:pt x="3931669" y="0"/>
                </a:cubicBezTo>
                <a:cubicBezTo>
                  <a:pt x="4219054" y="-77189"/>
                  <a:pt x="4316130" y="46666"/>
                  <a:pt x="4603069" y="0"/>
                </a:cubicBezTo>
                <a:cubicBezTo>
                  <a:pt x="4890008" y="-46666"/>
                  <a:pt x="4998350" y="36197"/>
                  <a:pt x="5120843" y="0"/>
                </a:cubicBezTo>
                <a:cubicBezTo>
                  <a:pt x="5128488" y="186839"/>
                  <a:pt x="5112671" y="254479"/>
                  <a:pt x="5120843" y="489828"/>
                </a:cubicBezTo>
                <a:cubicBezTo>
                  <a:pt x="5129015" y="725177"/>
                  <a:pt x="5060647" y="965704"/>
                  <a:pt x="5120843" y="1139135"/>
                </a:cubicBezTo>
                <a:cubicBezTo>
                  <a:pt x="5181039" y="1312566"/>
                  <a:pt x="5049372" y="1539935"/>
                  <a:pt x="5120843" y="1788442"/>
                </a:cubicBezTo>
                <a:cubicBezTo>
                  <a:pt x="5192314" y="2036949"/>
                  <a:pt x="5061265" y="2214741"/>
                  <a:pt x="5120843" y="2437749"/>
                </a:cubicBezTo>
                <a:cubicBezTo>
                  <a:pt x="5180421" y="2660757"/>
                  <a:pt x="5078268" y="2666755"/>
                  <a:pt x="5120843" y="2887707"/>
                </a:cubicBezTo>
                <a:cubicBezTo>
                  <a:pt x="5163418" y="3108659"/>
                  <a:pt x="5103872" y="3212463"/>
                  <a:pt x="5120843" y="3377535"/>
                </a:cubicBezTo>
                <a:cubicBezTo>
                  <a:pt x="5137814" y="3542607"/>
                  <a:pt x="5090777" y="3838116"/>
                  <a:pt x="5120843" y="3986972"/>
                </a:cubicBezTo>
                <a:cubicBezTo>
                  <a:pt x="4958232" y="4008270"/>
                  <a:pt x="4738321" y="3954766"/>
                  <a:pt x="4500652" y="3986972"/>
                </a:cubicBezTo>
                <a:cubicBezTo>
                  <a:pt x="4262983" y="4019178"/>
                  <a:pt x="4225098" y="3932484"/>
                  <a:pt x="4034086" y="3986972"/>
                </a:cubicBezTo>
                <a:cubicBezTo>
                  <a:pt x="3843074" y="4041460"/>
                  <a:pt x="3602078" y="3914575"/>
                  <a:pt x="3362687" y="3986972"/>
                </a:cubicBezTo>
                <a:cubicBezTo>
                  <a:pt x="3123296" y="4059369"/>
                  <a:pt x="2951314" y="3919249"/>
                  <a:pt x="2691287" y="3986972"/>
                </a:cubicBezTo>
                <a:cubicBezTo>
                  <a:pt x="2431260" y="4054695"/>
                  <a:pt x="2350391" y="3956158"/>
                  <a:pt x="2224722" y="3986972"/>
                </a:cubicBezTo>
                <a:cubicBezTo>
                  <a:pt x="2099054" y="4017786"/>
                  <a:pt x="1991047" y="3955209"/>
                  <a:pt x="1809365" y="3986972"/>
                </a:cubicBezTo>
                <a:cubicBezTo>
                  <a:pt x="1627683" y="4018735"/>
                  <a:pt x="1518268" y="3941113"/>
                  <a:pt x="1394007" y="3986972"/>
                </a:cubicBezTo>
                <a:cubicBezTo>
                  <a:pt x="1269746" y="4032831"/>
                  <a:pt x="1001496" y="3974555"/>
                  <a:pt x="876233" y="3986972"/>
                </a:cubicBezTo>
                <a:cubicBezTo>
                  <a:pt x="750970" y="3999389"/>
                  <a:pt x="342774" y="3907284"/>
                  <a:pt x="0" y="3986972"/>
                </a:cubicBezTo>
                <a:cubicBezTo>
                  <a:pt x="-41093" y="3761640"/>
                  <a:pt x="12633" y="3591114"/>
                  <a:pt x="0" y="3457274"/>
                </a:cubicBezTo>
                <a:cubicBezTo>
                  <a:pt x="-12633" y="3323434"/>
                  <a:pt x="53828" y="3048359"/>
                  <a:pt x="0" y="2927577"/>
                </a:cubicBezTo>
                <a:cubicBezTo>
                  <a:pt x="-53828" y="2806795"/>
                  <a:pt x="22417" y="2456264"/>
                  <a:pt x="0" y="2278270"/>
                </a:cubicBezTo>
                <a:cubicBezTo>
                  <a:pt x="-22417" y="2100276"/>
                  <a:pt x="52072" y="1993161"/>
                  <a:pt x="0" y="1748572"/>
                </a:cubicBezTo>
                <a:cubicBezTo>
                  <a:pt x="-52072" y="1503983"/>
                  <a:pt x="23634" y="1446189"/>
                  <a:pt x="0" y="1298614"/>
                </a:cubicBezTo>
                <a:cubicBezTo>
                  <a:pt x="-23634" y="1151039"/>
                  <a:pt x="2064" y="1023762"/>
                  <a:pt x="0" y="768916"/>
                </a:cubicBezTo>
                <a:cubicBezTo>
                  <a:pt x="-2064" y="514070"/>
                  <a:pt x="41086" y="192150"/>
                  <a:pt x="0" y="0"/>
                </a:cubicBezTo>
                <a:close/>
              </a:path>
              <a:path w="5120843" h="3986972" stroke="0" extrusionOk="0">
                <a:moveTo>
                  <a:pt x="0" y="0"/>
                </a:moveTo>
                <a:cubicBezTo>
                  <a:pt x="196917" y="-3664"/>
                  <a:pt x="331007" y="36965"/>
                  <a:pt x="568983" y="0"/>
                </a:cubicBezTo>
                <a:cubicBezTo>
                  <a:pt x="806959" y="-36965"/>
                  <a:pt x="895566" y="12616"/>
                  <a:pt x="1137965" y="0"/>
                </a:cubicBezTo>
                <a:cubicBezTo>
                  <a:pt x="1380364" y="-12616"/>
                  <a:pt x="1373421" y="28097"/>
                  <a:pt x="1604531" y="0"/>
                </a:cubicBezTo>
                <a:cubicBezTo>
                  <a:pt x="1835641" y="-28097"/>
                  <a:pt x="1991050" y="62516"/>
                  <a:pt x="2275930" y="0"/>
                </a:cubicBezTo>
                <a:cubicBezTo>
                  <a:pt x="2560810" y="-62516"/>
                  <a:pt x="2764877" y="24309"/>
                  <a:pt x="2896121" y="0"/>
                </a:cubicBezTo>
                <a:cubicBezTo>
                  <a:pt x="3027365" y="-24309"/>
                  <a:pt x="3333223" y="68499"/>
                  <a:pt x="3567521" y="0"/>
                </a:cubicBezTo>
                <a:cubicBezTo>
                  <a:pt x="3801819" y="-68499"/>
                  <a:pt x="3880549" y="26681"/>
                  <a:pt x="4034086" y="0"/>
                </a:cubicBezTo>
                <a:cubicBezTo>
                  <a:pt x="4187623" y="-26681"/>
                  <a:pt x="4292075" y="6610"/>
                  <a:pt x="4449444" y="0"/>
                </a:cubicBezTo>
                <a:cubicBezTo>
                  <a:pt x="4606813" y="-6610"/>
                  <a:pt x="4924858" y="50377"/>
                  <a:pt x="5120843" y="0"/>
                </a:cubicBezTo>
                <a:cubicBezTo>
                  <a:pt x="5124064" y="177052"/>
                  <a:pt x="5075000" y="364208"/>
                  <a:pt x="5120843" y="609437"/>
                </a:cubicBezTo>
                <a:cubicBezTo>
                  <a:pt x="5166686" y="854666"/>
                  <a:pt x="5080602" y="1006665"/>
                  <a:pt x="5120843" y="1258744"/>
                </a:cubicBezTo>
                <a:cubicBezTo>
                  <a:pt x="5161084" y="1510823"/>
                  <a:pt x="5065440" y="1665073"/>
                  <a:pt x="5120843" y="1908051"/>
                </a:cubicBezTo>
                <a:cubicBezTo>
                  <a:pt x="5176246" y="2151029"/>
                  <a:pt x="5063729" y="2204958"/>
                  <a:pt x="5120843" y="2477618"/>
                </a:cubicBezTo>
                <a:cubicBezTo>
                  <a:pt x="5177957" y="2750278"/>
                  <a:pt x="5087919" y="2838664"/>
                  <a:pt x="5120843" y="3126925"/>
                </a:cubicBezTo>
                <a:cubicBezTo>
                  <a:pt x="5153767" y="3415186"/>
                  <a:pt x="5044073" y="3617059"/>
                  <a:pt x="5120843" y="3986972"/>
                </a:cubicBezTo>
                <a:cubicBezTo>
                  <a:pt x="4997668" y="3999707"/>
                  <a:pt x="4820200" y="3951302"/>
                  <a:pt x="4705486" y="3986972"/>
                </a:cubicBezTo>
                <a:cubicBezTo>
                  <a:pt x="4590772" y="4022642"/>
                  <a:pt x="4451539" y="3944457"/>
                  <a:pt x="4238920" y="3986972"/>
                </a:cubicBezTo>
                <a:cubicBezTo>
                  <a:pt x="4026301" y="4029487"/>
                  <a:pt x="3838266" y="3921800"/>
                  <a:pt x="3618729" y="3986972"/>
                </a:cubicBezTo>
                <a:cubicBezTo>
                  <a:pt x="3399192" y="4052144"/>
                  <a:pt x="3343191" y="3981849"/>
                  <a:pt x="3152163" y="3986972"/>
                </a:cubicBezTo>
                <a:cubicBezTo>
                  <a:pt x="2961135" y="3992095"/>
                  <a:pt x="2783312" y="3927901"/>
                  <a:pt x="2583181" y="3986972"/>
                </a:cubicBezTo>
                <a:cubicBezTo>
                  <a:pt x="2383050" y="4046043"/>
                  <a:pt x="2319553" y="3935605"/>
                  <a:pt x="2065407" y="3986972"/>
                </a:cubicBezTo>
                <a:cubicBezTo>
                  <a:pt x="1811261" y="4038339"/>
                  <a:pt x="1855188" y="3971939"/>
                  <a:pt x="1650049" y="3986972"/>
                </a:cubicBezTo>
                <a:cubicBezTo>
                  <a:pt x="1444910" y="4002005"/>
                  <a:pt x="1360394" y="3981690"/>
                  <a:pt x="1081067" y="3986972"/>
                </a:cubicBezTo>
                <a:cubicBezTo>
                  <a:pt x="801740" y="3992254"/>
                  <a:pt x="814428" y="3941863"/>
                  <a:pt x="665710" y="3986972"/>
                </a:cubicBezTo>
                <a:cubicBezTo>
                  <a:pt x="516992" y="4032081"/>
                  <a:pt x="318869" y="3967429"/>
                  <a:pt x="0" y="3986972"/>
                </a:cubicBezTo>
                <a:cubicBezTo>
                  <a:pt x="-38782" y="3876890"/>
                  <a:pt x="24531" y="3734988"/>
                  <a:pt x="0" y="3537014"/>
                </a:cubicBezTo>
                <a:cubicBezTo>
                  <a:pt x="-24531" y="3339040"/>
                  <a:pt x="3800" y="3024723"/>
                  <a:pt x="0" y="2887707"/>
                </a:cubicBezTo>
                <a:cubicBezTo>
                  <a:pt x="-3800" y="2750691"/>
                  <a:pt x="22496" y="2499081"/>
                  <a:pt x="0" y="2358009"/>
                </a:cubicBezTo>
                <a:cubicBezTo>
                  <a:pt x="-22496" y="2216937"/>
                  <a:pt x="26334" y="2017386"/>
                  <a:pt x="0" y="1868181"/>
                </a:cubicBezTo>
                <a:cubicBezTo>
                  <a:pt x="-26334" y="1718976"/>
                  <a:pt x="31746" y="1426559"/>
                  <a:pt x="0" y="1218874"/>
                </a:cubicBezTo>
                <a:cubicBezTo>
                  <a:pt x="-31746" y="1011189"/>
                  <a:pt x="40466" y="846605"/>
                  <a:pt x="0" y="729046"/>
                </a:cubicBezTo>
                <a:cubicBezTo>
                  <a:pt x="-40466" y="611487"/>
                  <a:pt x="3188" y="174080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3684944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57175" lvl="0" indent="-257175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lvl="1" indent="-34290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857250" lvl="2" indent="-171450" defTabSz="342900">
              <a:spcBef>
                <a:spcPts val="10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00150" lvl="3" indent="-17145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43050" lvl="4" indent="-17145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1885950" indent="-171450" defTabSz="342900">
              <a:spcBef>
                <a:spcPct val="20000"/>
              </a:spcBef>
              <a:buFont typeface="Arial"/>
              <a:buChar char="•"/>
              <a:defRPr sz="1500"/>
            </a:lvl6pPr>
            <a:lvl7pPr marL="2228850" indent="-171450" defTabSz="342900">
              <a:spcBef>
                <a:spcPct val="20000"/>
              </a:spcBef>
              <a:buFont typeface="Arial"/>
              <a:buChar char="•"/>
              <a:defRPr sz="1500"/>
            </a:lvl7pPr>
            <a:lvl8pPr marL="2571750" indent="-171450" defTabSz="342900">
              <a:spcBef>
                <a:spcPct val="20000"/>
              </a:spcBef>
              <a:buFont typeface="Arial"/>
              <a:buChar char="•"/>
              <a:defRPr sz="1500"/>
            </a:lvl8pPr>
            <a:lvl9pPr marL="2914650" indent="-171450" defTabSz="342900">
              <a:spcBef>
                <a:spcPct val="20000"/>
              </a:spcBef>
              <a:buFont typeface="Arial"/>
              <a:buChar char="•"/>
              <a:defRPr sz="1500"/>
            </a:lvl9pPr>
          </a:lstStyle>
          <a:p>
            <a:pPr lvl="0"/>
            <a:r>
              <a:rPr lang="en-US" dirty="0">
                <a:solidFill>
                  <a:schemeClr val="accent1"/>
                </a:solidFill>
              </a:rPr>
              <a:t>Lab types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Assisted labs guide you step-by-step through tasks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Applied labs set goals with limited guidance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Complete lab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Submit all items for grading and check each progress box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Select “Grade Lab” from final page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Save lab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Select the hamburger menu and select “Save”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Save up to two labs in progress for up to 7 days</a:t>
            </a:r>
            <a:endParaRPr lang="en-GB" dirty="0">
              <a:solidFill>
                <a:schemeClr val="accent1"/>
              </a:solidFill>
            </a:endParaRPr>
          </a:p>
          <a:p>
            <a:pPr lvl="0"/>
            <a:r>
              <a:rPr lang="en-US" dirty="0">
                <a:solidFill>
                  <a:schemeClr val="accent1"/>
                </a:solidFill>
              </a:rPr>
              <a:t>Cancel lab without grading</a:t>
            </a:r>
          </a:p>
          <a:p>
            <a:pPr marL="685800" marR="0" lvl="1" indent="-342900" algn="l" defTabSz="3429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accent1"/>
                </a:solidFill>
              </a:rPr>
              <a:t>Select the hamburger menu and select “End”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BE2E88-1023-417C-91BD-53B87CC9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421816">
            <a:off x="3988506" y="507806"/>
            <a:ext cx="2225591" cy="57523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1E5D5AE-DD5E-43DF-9E59-06879D1C3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457" y="2041782"/>
            <a:ext cx="1275893" cy="190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3C5ED1D-C224-4E8C-A1A6-7BA094A47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042424" y="2922609"/>
            <a:ext cx="1694926" cy="42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2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ADF67C5-2A3C-4FBD-9195-B7DE2A17B5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4732</TotalTime>
  <Words>2634</Words>
  <Application>Microsoft Office PowerPoint</Application>
  <PresentationFormat>On-screen Show (16:9)</PresentationFormat>
  <Paragraphs>258</Paragraphs>
  <Slides>39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Calibri</vt:lpstr>
      <vt:lpstr>Open Sans</vt:lpstr>
      <vt:lpstr>Arial</vt:lpstr>
      <vt:lpstr>comptia_ov</vt:lpstr>
      <vt:lpstr>Exam PT0-002</vt:lpstr>
      <vt:lpstr>Evaluating Human and Physical Vulnerabilities Intelligence</vt:lpstr>
      <vt:lpstr>Objectives</vt:lpstr>
      <vt:lpstr>Exploit the Human Psyche</vt:lpstr>
      <vt:lpstr>Using Social Engineering </vt:lpstr>
      <vt:lpstr>Obtaining Intel using Elicitation</vt:lpstr>
      <vt:lpstr>Deceiving the Victim</vt:lpstr>
      <vt:lpstr>Phishing and Pharming</vt:lpstr>
      <vt:lpstr>Dispatching Email</vt:lpstr>
      <vt:lpstr>Using Spearphishing</vt:lpstr>
      <vt:lpstr>Targeting Using Text or VoIP</vt:lpstr>
      <vt:lpstr>Baiting and Redirecting the Victim</vt:lpstr>
      <vt:lpstr>Enticing the Victim</vt:lpstr>
      <vt:lpstr>Launching a Watering Hole Attack</vt:lpstr>
      <vt:lpstr>Impersonating and Imitating</vt:lpstr>
      <vt:lpstr>Using Different Tactics</vt:lpstr>
      <vt:lpstr>Exploit the Human Psyche</vt:lpstr>
      <vt:lpstr>Exploit the Human Psyche</vt:lpstr>
      <vt:lpstr>Summarize Physical Attacks</vt:lpstr>
      <vt:lpstr>Assessing Physical Security </vt:lpstr>
      <vt:lpstr>Scaling Fences and Avoiding Detection</vt:lpstr>
      <vt:lpstr>Cloning an RFID Badge</vt:lpstr>
      <vt:lpstr>Bypassing Locks</vt:lpstr>
      <vt:lpstr>Tailgating and Piggybacking</vt:lpstr>
      <vt:lpstr>Rummaging through Trash</vt:lpstr>
      <vt:lpstr>Observing Employees</vt:lpstr>
      <vt:lpstr>Summarize Physical Attacks</vt:lpstr>
      <vt:lpstr>Summarize Physical Attacks</vt:lpstr>
      <vt:lpstr>Use Tools to Launch a Social Engineering Attack</vt:lpstr>
      <vt:lpstr>Discovering the Social Engineering Toolkit</vt:lpstr>
      <vt:lpstr>Exploring the Menu</vt:lpstr>
      <vt:lpstr>Selecting an Option</vt:lpstr>
      <vt:lpstr>Spoofing a Call</vt:lpstr>
      <vt:lpstr>Launching an Attack</vt:lpstr>
      <vt:lpstr>Methods to Spoof a Call</vt:lpstr>
      <vt:lpstr>Finding the Password</vt:lpstr>
      <vt:lpstr>Use Tools to Launch a Social Engineering Attack</vt:lpstr>
      <vt:lpstr>PowerPoint Presentation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5</cp:revision>
  <dcterms:created xsi:type="dcterms:W3CDTF">2021-09-23T15:15:08Z</dcterms:created>
  <dcterms:modified xsi:type="dcterms:W3CDTF">2022-10-19T21:26:16Z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