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6"/>
  </p:notesMasterIdLst>
  <p:handoutMasterIdLst>
    <p:handoutMasterId r:id="rId37"/>
  </p:handoutMasterIdLst>
  <p:sldIdLst>
    <p:sldId id="258" r:id="rId5"/>
    <p:sldId id="256" r:id="rId6"/>
    <p:sldId id="259" r:id="rId7"/>
    <p:sldId id="260" r:id="rId8"/>
    <p:sldId id="267" r:id="rId9"/>
    <p:sldId id="265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11" r:id="rId18"/>
    <p:sldId id="312" r:id="rId19"/>
    <p:sldId id="266" r:id="rId20"/>
    <p:sldId id="268" r:id="rId21"/>
    <p:sldId id="269" r:id="rId22"/>
    <p:sldId id="291" r:id="rId23"/>
    <p:sldId id="292" r:id="rId24"/>
    <p:sldId id="293" r:id="rId25"/>
    <p:sldId id="304" r:id="rId26"/>
    <p:sldId id="305" r:id="rId27"/>
    <p:sldId id="306" r:id="rId28"/>
    <p:sldId id="270" r:id="rId29"/>
    <p:sldId id="285" r:id="rId30"/>
    <p:sldId id="286" r:id="rId31"/>
    <p:sldId id="287" r:id="rId32"/>
    <p:sldId id="288" r:id="rId33"/>
    <p:sldId id="289" r:id="rId34"/>
    <p:sldId id="281" r:id="rId3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9444" autoAdjust="0"/>
  </p:normalViewPr>
  <p:slideViewPr>
    <p:cSldViewPr snapToGrid="0">
      <p:cViewPr varScale="1">
        <p:scale>
          <a:sx n="132" d="100"/>
          <a:sy n="132" d="100"/>
        </p:scale>
        <p:origin x="105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CA3AB50D-96BE-4806-B967-67D951C3AA2E}"/>
    <pc:docChg chg="custSel delSld modSld">
      <pc:chgData name="Danielle Andries" userId="93d179e4-3c18-40f7-920e-ae80b202540d" providerId="ADAL" clId="{CA3AB50D-96BE-4806-B967-67D951C3AA2E}" dt="2021-10-13T14:38:32.235" v="153" actId="20577"/>
      <pc:docMkLst>
        <pc:docMk/>
      </pc:docMkLst>
      <pc:sldChg chg="modSp mod">
        <pc:chgData name="Danielle Andries" userId="93d179e4-3c18-40f7-920e-ae80b202540d" providerId="ADAL" clId="{CA3AB50D-96BE-4806-B967-67D951C3AA2E}" dt="2021-10-13T14:34:53.592" v="128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CA3AB50D-96BE-4806-B967-67D951C3AA2E}" dt="2021-10-13T14:34:53.592" v="128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CA3AB50D-96BE-4806-B967-67D951C3AA2E}" dt="2021-10-13T14:32:48.247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CA3AB50D-96BE-4806-B967-67D951C3AA2E}" dt="2021-10-13T14:32:48.247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CA3AB50D-96BE-4806-B967-67D951C3AA2E}" dt="2021-10-13T14:32:41.882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CA3AB50D-96BE-4806-B967-67D951C3AA2E}" dt="2021-10-13T14:33:24.248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CA3AB50D-96BE-4806-B967-67D951C3AA2E}" dt="2021-10-13T14:33:24.248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CA3AB50D-96BE-4806-B967-67D951C3AA2E}" dt="2021-10-13T14:33:17.233" v="36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CA3AB50D-96BE-4806-B967-67D951C3AA2E}" dt="2021-10-13T14:33:13.127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CA3AB50D-96BE-4806-B967-67D951C3AA2E}" dt="2021-10-13T14:34:06.652" v="123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CA3AB50D-96BE-4806-B967-67D951C3AA2E}" dt="2021-10-13T14:34:06.652" v="123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CA3AB50D-96BE-4806-B967-67D951C3AA2E}" dt="2021-10-13T14:33:56.277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CA3AB50D-96BE-4806-B967-67D951C3AA2E}" dt="2021-10-13T14:33:54.408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CA3AB50D-96BE-4806-B967-67D951C3AA2E}" dt="2021-10-13T14:38:32.235" v="153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CA3AB50D-96BE-4806-B967-67D951C3AA2E}" dt="2021-10-13T14:38:32.235" v="153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del">
        <pc:chgData name="Danielle Andries" userId="93d179e4-3c18-40f7-920e-ae80b202540d" providerId="ADAL" clId="{CA3AB50D-96BE-4806-B967-67D951C3AA2E}" dt="2021-10-13T14:38:27.126" v="151" actId="47"/>
        <pc:sldMkLst>
          <pc:docMk/>
          <pc:sldMk cId="3073644457" sldId="284"/>
        </pc:sldMkLst>
      </pc:sldChg>
      <pc:sldChg chg="modSp mod">
        <pc:chgData name="Danielle Andries" userId="93d179e4-3c18-40f7-920e-ae80b202540d" providerId="ADAL" clId="{CA3AB50D-96BE-4806-B967-67D951C3AA2E}" dt="2021-10-13T14:38:07.761" v="150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CA3AB50D-96BE-4806-B967-67D951C3AA2E}" dt="2021-10-13T14:38:07.761" v="150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CA3AB50D-96BE-4806-B967-67D951C3AA2E}" dt="2021-10-13T14:38:03.674" v="13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CA3AB50D-96BE-4806-B967-67D951C3AA2E}" dt="2021-10-13T14:38:01.827" v="13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mod">
        <pc:chgData name="Danielle Andries" userId="93d179e4-3c18-40f7-920e-ae80b202540d" providerId="ADAL" clId="{CA3AB50D-96BE-4806-B967-67D951C3AA2E}" dt="2021-10-13T14:33:46.880" v="62"/>
        <pc:sldMkLst>
          <pc:docMk/>
          <pc:sldMk cId="374999572" sldId="290"/>
        </pc:sldMkLst>
        <pc:spChg chg="mod">
          <ac:chgData name="Danielle Andries" userId="93d179e4-3c18-40f7-920e-ae80b202540d" providerId="ADAL" clId="{CA3AB50D-96BE-4806-B967-67D951C3AA2E}" dt="2021-10-13T14:33:46.880" v="62"/>
          <ac:spMkLst>
            <pc:docMk/>
            <pc:sldMk cId="374999572" sldId="290"/>
            <ac:spMk id="3" creationId="{568708AE-48ED-4852-AE39-86C44E3C3102}"/>
          </ac:spMkLst>
        </pc:spChg>
      </pc:sldChg>
    </pc:docChg>
  </pc:docChgLst>
  <pc:docChgLst>
    <pc:chgData name="Danielle Andries" userId="93d179e4-3c18-40f7-920e-ae80b202540d" providerId="ADAL" clId="{348E9862-D425-405C-A9AF-ED6C07291DD7}"/>
    <pc:docChg chg="delSld">
      <pc:chgData name="Danielle Andries" userId="93d179e4-3c18-40f7-920e-ae80b202540d" providerId="ADAL" clId="{348E9862-D425-405C-A9AF-ED6C07291DD7}" dt="2022-10-19T21:46:53.997" v="1" actId="47"/>
      <pc:docMkLst>
        <pc:docMk/>
      </pc:docMkLst>
      <pc:sldChg chg="del">
        <pc:chgData name="Danielle Andries" userId="93d179e4-3c18-40f7-920e-ae80b202540d" providerId="ADAL" clId="{348E9862-D425-405C-A9AF-ED6C07291DD7}" dt="2022-10-19T21:46:50.497" v="0" actId="47"/>
        <pc:sldMkLst>
          <pc:docMk/>
          <pc:sldMk cId="63253359" sldId="257"/>
        </pc:sldMkLst>
      </pc:sldChg>
      <pc:sldChg chg="del">
        <pc:chgData name="Danielle Andries" userId="93d179e4-3c18-40f7-920e-ae80b202540d" providerId="ADAL" clId="{348E9862-D425-405C-A9AF-ED6C07291DD7}" dt="2022-10-19T21:46:53.997" v="1" actId="47"/>
        <pc:sldMkLst>
          <pc:docMk/>
          <pc:sldMk cId="374999572" sldId="290"/>
        </pc:sldMkLst>
      </pc:sldChg>
    </pc:docChg>
  </pc:docChgLst>
  <pc:docChgLst>
    <pc:chgData name="Danielle Andries" userId="93d179e4-3c18-40f7-920e-ae80b202540d" providerId="ADAL" clId="{D0A63A30-3C64-41F6-9171-C9B50F8F7993}"/>
    <pc:docChg chg="custSel addSld delSld modSld sldOrd">
      <pc:chgData name="Danielle Andries" userId="93d179e4-3c18-40f7-920e-ae80b202540d" providerId="ADAL" clId="{D0A63A30-3C64-41F6-9171-C9B50F8F7993}" dt="2021-10-13T14:17:56.382" v="144"/>
      <pc:docMkLst>
        <pc:docMk/>
      </pc:docMkLst>
      <pc:sldChg chg="modSp mod">
        <pc:chgData name="Danielle Andries" userId="93d179e4-3c18-40f7-920e-ae80b202540d" providerId="ADAL" clId="{D0A63A30-3C64-41F6-9171-C9B50F8F7993}" dt="2021-10-13T14:16:03.365" v="77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D0A63A30-3C64-41F6-9171-C9B50F8F7993}" dt="2021-10-13T14:16:03.365" v="77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0A63A30-3C64-41F6-9171-C9B50F8F7993}" dt="2021-10-13T14:15:11.322" v="3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0A63A30-3C64-41F6-9171-C9B50F8F7993}" dt="2021-10-13T14:15:11.322" v="3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0A63A30-3C64-41F6-9171-C9B50F8F7993}" dt="2021-10-13T14:15:02.51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0A63A30-3C64-41F6-9171-C9B50F8F7993}" dt="2021-10-13T14:15:45.699" v="7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0A63A30-3C64-41F6-9171-C9B50F8F7993}" dt="2021-10-13T14:15:45.699" v="7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0A63A30-3C64-41F6-9171-C9B50F8F7993}" dt="2021-10-13T14:15:37.974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0A63A30-3C64-41F6-9171-C9B50F8F7993}" dt="2021-10-13T14:15:36.077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0A63A30-3C64-41F6-9171-C9B50F8F7993}" dt="2021-10-13T14:16:17.782" v="10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0A63A30-3C64-41F6-9171-C9B50F8F7993}" dt="2021-10-13T14:16:17.782" v="10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0A63A30-3C64-41F6-9171-C9B50F8F7993}" dt="2021-10-13T14:16:09.454" v="81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0A63A30-3C64-41F6-9171-C9B50F8F7993}" dt="2021-10-13T14:16:07.846" v="79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0A63A30-3C64-41F6-9171-C9B50F8F7993}" dt="2021-10-13T14:17:09.546" v="13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0A63A30-3C64-41F6-9171-C9B50F8F7993}" dt="2021-10-13T14:17:09.546" v="13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0A63A30-3C64-41F6-9171-C9B50F8F7993}" dt="2021-10-13T14:17:37.098" v="142"/>
        <pc:sldMkLst>
          <pc:docMk/>
          <pc:sldMk cId="3073644457" sldId="284"/>
        </pc:sldMkLst>
        <pc:spChg chg="mod">
          <ac:chgData name="Danielle Andries" userId="93d179e4-3c18-40f7-920e-ae80b202540d" providerId="ADAL" clId="{D0A63A30-3C64-41F6-9171-C9B50F8F7993}" dt="2021-10-13T14:17:37.098" v="142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0A63A30-3C64-41F6-9171-C9B50F8F7993}" dt="2021-10-13T14:16:43.117" v="13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0A63A30-3C64-41F6-9171-C9B50F8F7993}" dt="2021-10-13T14:16:39.367" v="132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0A63A30-3C64-41F6-9171-C9B50F8F7993}" dt="2021-10-13T14:16:43.117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0A63A30-3C64-41F6-9171-C9B50F8F7993}" dt="2021-10-13T14:16:41.537" v="13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D0A63A30-3C64-41F6-9171-C9B50F8F7993}" dt="2021-10-13T14:17:56.382" v="144"/>
        <pc:sldMkLst>
          <pc:docMk/>
          <pc:sldMk cId="374999572" sldId="290"/>
        </pc:sldMkLst>
        <pc:spChg chg="mod">
          <ac:chgData name="Danielle Andries" userId="93d179e4-3c18-40f7-920e-ae80b202540d" providerId="ADAL" clId="{D0A63A30-3C64-41F6-9171-C9B50F8F7993}" dt="2021-10-13T14:17:56.382" v="144"/>
          <ac:spMkLst>
            <pc:docMk/>
            <pc:sldMk cId="374999572" sldId="290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Lisa Bock" userId="1f2a7945151d6011" providerId="LiveId" clId="{4C111E69-244E-4630-9209-CE9F1A47EEA2}"/>
    <pc:docChg chg="undo redo custSel addSld delSld modSld sldOrd">
      <pc:chgData name="Lisa Bock" userId="1f2a7945151d6011" providerId="LiveId" clId="{4C111E69-244E-4630-9209-CE9F1A47EEA2}" dt="2021-10-25T20:39:11.041" v="4107" actId="108"/>
      <pc:docMkLst>
        <pc:docMk/>
      </pc:docMkLst>
      <pc:sldChg chg="modSp mod modNotesTx">
        <pc:chgData name="Lisa Bock" userId="1f2a7945151d6011" providerId="LiveId" clId="{4C111E69-244E-4630-9209-CE9F1A47EEA2}" dt="2021-10-25T00:07:29.420" v="1677"/>
        <pc:sldMkLst>
          <pc:docMk/>
          <pc:sldMk cId="2700514735" sldId="260"/>
        </pc:sldMkLst>
        <pc:spChg chg="mod">
          <ac:chgData name="Lisa Bock" userId="1f2a7945151d6011" providerId="LiveId" clId="{4C111E69-244E-4630-9209-CE9F1A47EEA2}" dt="2021-10-21T18:55:16.150" v="19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1T18:58:33.041" v="106" actId="20577"/>
          <ac:spMkLst>
            <pc:docMk/>
            <pc:sldMk cId="2700514735" sldId="260"/>
            <ac:spMk id="3" creationId="{D265882B-10E2-446D-A76D-9CAE7BFA8BE6}"/>
          </ac:spMkLst>
        </pc:spChg>
      </pc:sldChg>
      <pc:sldChg chg="modSp del mod">
        <pc:chgData name="Lisa Bock" userId="1f2a7945151d6011" providerId="LiveId" clId="{4C111E69-244E-4630-9209-CE9F1A47EEA2}" dt="2021-10-25T02:21:31.174" v="2584" actId="47"/>
        <pc:sldMkLst>
          <pc:docMk/>
          <pc:sldMk cId="1379302974" sldId="261"/>
        </pc:sldMkLst>
        <pc:spChg chg="mod">
          <ac:chgData name="Lisa Bock" userId="1f2a7945151d6011" providerId="LiveId" clId="{4C111E69-244E-4630-9209-CE9F1A47EEA2}" dt="2021-10-25T02:13:30.811" v="2580" actId="27636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4C111E69-244E-4630-9209-CE9F1A47EEA2}" dt="2021-10-21T18:59:13.191" v="156"/>
          <ac:spMkLst>
            <pc:docMk/>
            <pc:sldMk cId="1379302974" sldId="261"/>
            <ac:spMk id="3" creationId="{741BF6B6-2A64-4049-9A00-5F58CF8B2C57}"/>
          </ac:spMkLst>
        </pc:spChg>
      </pc:sldChg>
      <pc:sldChg chg="del ord">
        <pc:chgData name="Lisa Bock" userId="1f2a7945151d6011" providerId="LiveId" clId="{4C111E69-244E-4630-9209-CE9F1A47EEA2}" dt="2021-10-25T17:47:46.671" v="3091" actId="2696"/>
        <pc:sldMkLst>
          <pc:docMk/>
          <pc:sldMk cId="1766491834" sldId="264"/>
        </pc:sldMkLst>
      </pc:sldChg>
      <pc:sldChg chg="modSp mod ord">
        <pc:chgData name="Lisa Bock" userId="1f2a7945151d6011" providerId="LiveId" clId="{4C111E69-244E-4630-9209-CE9F1A47EEA2}" dt="2021-10-21T21:39:24.642" v="392" actId="6549"/>
        <pc:sldMkLst>
          <pc:docMk/>
          <pc:sldMk cId="2528030650" sldId="265"/>
        </pc:sldMkLst>
        <pc:spChg chg="mod">
          <ac:chgData name="Lisa Bock" userId="1f2a7945151d6011" providerId="LiveId" clId="{4C111E69-244E-4630-9209-CE9F1A47EEA2}" dt="2021-10-21T21:34:00.170" v="289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1T21:39:24.642" v="392" actId="6549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4C111E69-244E-4630-9209-CE9F1A47EEA2}" dt="2021-10-21T18:59:20.599" v="159" actId="14100"/>
        <pc:sldMkLst>
          <pc:docMk/>
          <pc:sldMk cId="2476087910" sldId="266"/>
        </pc:sldMkLst>
        <pc:spChg chg="mod">
          <ac:chgData name="Lisa Bock" userId="1f2a7945151d6011" providerId="LiveId" clId="{4C111E69-244E-4630-9209-CE9F1A47EEA2}" dt="2021-10-21T18:59:20.599" v="159" actId="14100"/>
          <ac:spMkLst>
            <pc:docMk/>
            <pc:sldMk cId="2476087910" sldId="266"/>
            <ac:spMk id="2" creationId="{897A5AF4-7AED-4A32-8826-AA455EAA7711}"/>
          </ac:spMkLst>
        </pc:spChg>
      </pc:sldChg>
      <pc:sldChg chg="modSp mod ord">
        <pc:chgData name="Lisa Bock" userId="1f2a7945151d6011" providerId="LiveId" clId="{4C111E69-244E-4630-9209-CE9F1A47EEA2}" dt="2021-10-25T00:15:44.744" v="1740" actId="20577"/>
        <pc:sldMkLst>
          <pc:docMk/>
          <pc:sldMk cId="2996616140" sldId="267"/>
        </pc:sldMkLst>
        <pc:spChg chg="mod">
          <ac:chgData name="Lisa Bock" userId="1f2a7945151d6011" providerId="LiveId" clId="{4C111E69-244E-4630-9209-CE9F1A47EEA2}" dt="2021-10-21T21:40:41.144" v="415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00:15:44.744" v="1740" actId="20577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4C111E69-244E-4630-9209-CE9F1A47EEA2}" dt="2021-10-25T17:49:14.507" v="3100" actId="20577"/>
        <pc:sldMkLst>
          <pc:docMk/>
          <pc:sldMk cId="443996997" sldId="268"/>
        </pc:sldMkLst>
        <pc:spChg chg="mod">
          <ac:chgData name="Lisa Bock" userId="1f2a7945151d6011" providerId="LiveId" clId="{4C111E69-244E-4630-9209-CE9F1A47EEA2}" dt="2021-10-22T02:41:59.079" v="823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49:14.507" v="3100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mod modNotes">
        <pc:chgData name="Lisa Bock" userId="1f2a7945151d6011" providerId="LiveId" clId="{4C111E69-244E-4630-9209-CE9F1A47EEA2}" dt="2021-10-25T17:53:36.005" v="3258" actId="20577"/>
        <pc:sldMkLst>
          <pc:docMk/>
          <pc:sldMk cId="1387039101" sldId="269"/>
        </pc:sldMkLst>
        <pc:spChg chg="mod">
          <ac:chgData name="Lisa Bock" userId="1f2a7945151d6011" providerId="LiveId" clId="{4C111E69-244E-4630-9209-CE9F1A47EEA2}" dt="2021-10-22T02:56:28.052" v="1028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53:36.005" v="3258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4C111E69-244E-4630-9209-CE9F1A47EEA2}" dt="2021-10-25T19:50:03.228" v="4087" actId="6549"/>
        <pc:sldMkLst>
          <pc:docMk/>
          <pc:sldMk cId="1555248704" sldId="270"/>
        </pc:sldMkLst>
        <pc:spChg chg="mod">
          <ac:chgData name="Lisa Bock" userId="1f2a7945151d6011" providerId="LiveId" clId="{4C111E69-244E-4630-9209-CE9F1A47EEA2}" dt="2021-10-25T19:50:03.228" v="4087" actId="6549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4C111E69-244E-4630-9209-CE9F1A47EEA2}" dt="2021-10-21T18:59:26.641" v="160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4C111E69-244E-4630-9209-CE9F1A47EEA2}" dt="2021-10-25T17:17:17.003" v="2921" actId="6549"/>
        <pc:sldMkLst>
          <pc:docMk/>
          <pc:sldMk cId="685463285" sldId="286"/>
        </pc:sldMkLst>
        <pc:spChg chg="mod">
          <ac:chgData name="Lisa Bock" userId="1f2a7945151d6011" providerId="LiveId" clId="{4C111E69-244E-4630-9209-CE9F1A47EEA2}" dt="2021-10-23T01:03:29.759" v="1573" actId="20577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17:17.003" v="2921" actId="6549"/>
          <ac:spMkLst>
            <pc:docMk/>
            <pc:sldMk cId="685463285" sldId="286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4C111E69-244E-4630-9209-CE9F1A47EEA2}" dt="2021-10-25T17:06:35.247" v="2723" actId="20577"/>
        <pc:sldMkLst>
          <pc:docMk/>
          <pc:sldMk cId="2554177378" sldId="287"/>
        </pc:sldMkLst>
        <pc:spChg chg="mod">
          <ac:chgData name="Lisa Bock" userId="1f2a7945151d6011" providerId="LiveId" clId="{4C111E69-244E-4630-9209-CE9F1A47EEA2}" dt="2021-10-23T01:04:22.025" v="1621" actId="20577"/>
          <ac:spMkLst>
            <pc:docMk/>
            <pc:sldMk cId="2554177378" sldId="287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06:35.247" v="2723" actId="20577"/>
          <ac:spMkLst>
            <pc:docMk/>
            <pc:sldMk cId="2554177378" sldId="28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4C111E69-244E-4630-9209-CE9F1A47EEA2}" dt="2021-10-25T17:05:55.344" v="2714" actId="6549"/>
        <pc:sldMkLst>
          <pc:docMk/>
          <pc:sldMk cId="1567903217" sldId="288"/>
        </pc:sldMkLst>
        <pc:spChg chg="mod">
          <ac:chgData name="Lisa Bock" userId="1f2a7945151d6011" providerId="LiveId" clId="{4C111E69-244E-4630-9209-CE9F1A47EEA2}" dt="2021-10-23T01:05:24.849" v="1656" actId="313"/>
          <ac:spMkLst>
            <pc:docMk/>
            <pc:sldMk cId="1567903217" sldId="288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05:55.344" v="2714" actId="6549"/>
          <ac:spMkLst>
            <pc:docMk/>
            <pc:sldMk cId="1567903217" sldId="288"/>
            <ac:spMk id="3" creationId="{D265882B-10E2-446D-A76D-9CAE7BFA8BE6}"/>
          </ac:spMkLst>
        </pc:spChg>
      </pc:sldChg>
      <pc:sldChg chg="modSp mod">
        <pc:chgData name="Lisa Bock" userId="1f2a7945151d6011" providerId="LiveId" clId="{4C111E69-244E-4630-9209-CE9F1A47EEA2}" dt="2021-10-25T17:21:57.947" v="3089" actId="20577"/>
        <pc:sldMkLst>
          <pc:docMk/>
          <pc:sldMk cId="3965838131" sldId="289"/>
        </pc:sldMkLst>
        <pc:spChg chg="mod">
          <ac:chgData name="Lisa Bock" userId="1f2a7945151d6011" providerId="LiveId" clId="{4C111E69-244E-4630-9209-CE9F1A47EEA2}" dt="2021-10-25T17:21:57.947" v="3089" actId="20577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4C111E69-244E-4630-9209-CE9F1A47EEA2}" dt="2021-10-21T19:00:01.906" v="162"/>
          <ac:spMkLst>
            <pc:docMk/>
            <pc:sldMk cId="3965838131" sldId="289"/>
            <ac:spMk id="3" creationId="{741BF6B6-2A64-4049-9A00-5F58CF8B2C57}"/>
          </ac:spMkLst>
        </pc:spChg>
      </pc:sldChg>
      <pc:sldChg chg="modSp add mod modNotesTx">
        <pc:chgData name="Lisa Bock" userId="1f2a7945151d6011" providerId="LiveId" clId="{4C111E69-244E-4630-9209-CE9F1A47EEA2}" dt="2021-10-25T17:57:11.892" v="3328" actId="20577"/>
        <pc:sldMkLst>
          <pc:docMk/>
          <pc:sldMk cId="459961128" sldId="291"/>
        </pc:sldMkLst>
        <pc:spChg chg="mod">
          <ac:chgData name="Lisa Bock" userId="1f2a7945151d6011" providerId="LiveId" clId="{4C111E69-244E-4630-9209-CE9F1A47EEA2}" dt="2021-10-22T02:57:25.036" v="1073" actId="20577"/>
          <ac:spMkLst>
            <pc:docMk/>
            <pc:sldMk cId="459961128" sldId="291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57:11.892" v="3328" actId="20577"/>
          <ac:spMkLst>
            <pc:docMk/>
            <pc:sldMk cId="459961128" sldId="291"/>
            <ac:spMk id="3" creationId="{D265882B-10E2-446D-A76D-9CAE7BFA8BE6}"/>
          </ac:spMkLst>
        </pc:spChg>
      </pc:sldChg>
      <pc:sldChg chg="modSp add mod">
        <pc:chgData name="Lisa Bock" userId="1f2a7945151d6011" providerId="LiveId" clId="{4C111E69-244E-4630-9209-CE9F1A47EEA2}" dt="2021-10-25T18:00:58.514" v="3387" actId="20577"/>
        <pc:sldMkLst>
          <pc:docMk/>
          <pc:sldMk cId="2486381049" sldId="292"/>
        </pc:sldMkLst>
        <pc:spChg chg="mod">
          <ac:chgData name="Lisa Bock" userId="1f2a7945151d6011" providerId="LiveId" clId="{4C111E69-244E-4630-9209-CE9F1A47EEA2}" dt="2021-10-22T18:33:09.268" v="1247" actId="20577"/>
          <ac:spMkLst>
            <pc:docMk/>
            <pc:sldMk cId="2486381049" sldId="292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8:00:58.514" v="3387" actId="20577"/>
          <ac:spMkLst>
            <pc:docMk/>
            <pc:sldMk cId="2486381049" sldId="292"/>
            <ac:spMk id="3" creationId="{D265882B-10E2-446D-A76D-9CAE7BFA8BE6}"/>
          </ac:spMkLst>
        </pc:spChg>
      </pc:sldChg>
      <pc:sldChg chg="modSp add mod">
        <pc:chgData name="Lisa Bock" userId="1f2a7945151d6011" providerId="LiveId" clId="{4C111E69-244E-4630-9209-CE9F1A47EEA2}" dt="2021-10-25T17:58:55.434" v="3350" actId="15"/>
        <pc:sldMkLst>
          <pc:docMk/>
          <pc:sldMk cId="547934635" sldId="293"/>
        </pc:sldMkLst>
        <pc:spChg chg="mod">
          <ac:chgData name="Lisa Bock" userId="1f2a7945151d6011" providerId="LiveId" clId="{4C111E69-244E-4630-9209-CE9F1A47EEA2}" dt="2021-10-22T18:34:59.722" v="1300"/>
          <ac:spMkLst>
            <pc:docMk/>
            <pc:sldMk cId="547934635" sldId="293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17:58:55.434" v="3350" actId="15"/>
          <ac:spMkLst>
            <pc:docMk/>
            <pc:sldMk cId="547934635" sldId="293"/>
            <ac:spMk id="3" creationId="{D265882B-10E2-446D-A76D-9CAE7BFA8BE6}"/>
          </ac:spMkLst>
        </pc:spChg>
      </pc:sldChg>
      <pc:sldChg chg="add del">
        <pc:chgData name="Lisa Bock" userId="1f2a7945151d6011" providerId="LiveId" clId="{4C111E69-244E-4630-9209-CE9F1A47EEA2}" dt="2021-10-23T01:05:59.560" v="1670" actId="47"/>
        <pc:sldMkLst>
          <pc:docMk/>
          <pc:sldMk cId="1409921223" sldId="294"/>
        </pc:sldMkLst>
      </pc:sldChg>
      <pc:sldChg chg="add del">
        <pc:chgData name="Lisa Bock" userId="1f2a7945151d6011" providerId="LiveId" clId="{4C111E69-244E-4630-9209-CE9F1A47EEA2}" dt="2021-10-23T01:06:00.489" v="1671" actId="47"/>
        <pc:sldMkLst>
          <pc:docMk/>
          <pc:sldMk cId="2269172002" sldId="295"/>
        </pc:sldMkLst>
      </pc:sldChg>
      <pc:sldChg chg="add del">
        <pc:chgData name="Lisa Bock" userId="1f2a7945151d6011" providerId="LiveId" clId="{4C111E69-244E-4630-9209-CE9F1A47EEA2}" dt="2021-10-23T01:06:01.631" v="1672" actId="47"/>
        <pc:sldMkLst>
          <pc:docMk/>
          <pc:sldMk cId="251422527" sldId="296"/>
        </pc:sldMkLst>
      </pc:sldChg>
      <pc:sldChg chg="modSp add mod modNotesTx">
        <pc:chgData name="Lisa Bock" userId="1f2a7945151d6011" providerId="LiveId" clId="{4C111E69-244E-4630-9209-CE9F1A47EEA2}" dt="2021-10-25T00:27:35.299" v="1864" actId="20578"/>
        <pc:sldMkLst>
          <pc:docMk/>
          <pc:sldMk cId="3955787952" sldId="297"/>
        </pc:sldMkLst>
        <pc:spChg chg="mod">
          <ac:chgData name="Lisa Bock" userId="1f2a7945151d6011" providerId="LiveId" clId="{4C111E69-244E-4630-9209-CE9F1A47EEA2}" dt="2021-10-21T21:52:40.072" v="539" actId="20577"/>
          <ac:spMkLst>
            <pc:docMk/>
            <pc:sldMk cId="3955787952" sldId="297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00:27:35.299" v="1864" actId="20578"/>
          <ac:spMkLst>
            <pc:docMk/>
            <pc:sldMk cId="3955787952" sldId="297"/>
            <ac:spMk id="3" creationId="{D265882B-10E2-446D-A76D-9CAE7BFA8BE6}"/>
          </ac:spMkLst>
        </pc:spChg>
      </pc:sldChg>
      <pc:sldChg chg="modSp add mod">
        <pc:chgData name="Lisa Bock" userId="1f2a7945151d6011" providerId="LiveId" clId="{4C111E69-244E-4630-9209-CE9F1A47EEA2}" dt="2021-10-25T00:57:10.865" v="2052" actId="20577"/>
        <pc:sldMkLst>
          <pc:docMk/>
          <pc:sldMk cId="3291255736" sldId="298"/>
        </pc:sldMkLst>
        <pc:spChg chg="mod">
          <ac:chgData name="Lisa Bock" userId="1f2a7945151d6011" providerId="LiveId" clId="{4C111E69-244E-4630-9209-CE9F1A47EEA2}" dt="2021-10-25T00:29:01.509" v="1870" actId="20577"/>
          <ac:spMkLst>
            <pc:docMk/>
            <pc:sldMk cId="3291255736" sldId="298"/>
            <ac:spMk id="2" creationId="{A92B708E-4083-4962-9240-C5792BEC3394}"/>
          </ac:spMkLst>
        </pc:spChg>
        <pc:spChg chg="mod">
          <ac:chgData name="Lisa Bock" userId="1f2a7945151d6011" providerId="LiveId" clId="{4C111E69-244E-4630-9209-CE9F1A47EEA2}" dt="2021-10-25T00:57:10.865" v="2052" actId="20577"/>
          <ac:spMkLst>
            <pc:docMk/>
            <pc:sldMk cId="3291255736" sldId="298"/>
            <ac:spMk id="3" creationId="{D265882B-10E2-446D-A76D-9CAE7BFA8BE6}"/>
          </ac:spMkLst>
        </pc:spChg>
      </pc:sldChg>
      <pc:sldChg chg="modSp new mod modNotesTx">
        <pc:chgData name="Lisa Bock" userId="1f2a7945151d6011" providerId="LiveId" clId="{4C111E69-244E-4630-9209-CE9F1A47EEA2}" dt="2021-10-25T20:34:25.406" v="4096" actId="6549"/>
        <pc:sldMkLst>
          <pc:docMk/>
          <pc:sldMk cId="2325241742" sldId="299"/>
        </pc:sldMkLst>
        <pc:spChg chg="mod">
          <ac:chgData name="Lisa Bock" userId="1f2a7945151d6011" providerId="LiveId" clId="{4C111E69-244E-4630-9209-CE9F1A47EEA2}" dt="2021-10-21T22:20:16.037" v="577" actId="20577"/>
          <ac:spMkLst>
            <pc:docMk/>
            <pc:sldMk cId="2325241742" sldId="299"/>
            <ac:spMk id="2" creationId="{4C5631EA-A44B-4EA9-B6BD-F5CE35035587}"/>
          </ac:spMkLst>
        </pc:spChg>
        <pc:spChg chg="mod">
          <ac:chgData name="Lisa Bock" userId="1f2a7945151d6011" providerId="LiveId" clId="{4C111E69-244E-4630-9209-CE9F1A47EEA2}" dt="2021-10-25T20:34:25.406" v="4096" actId="6549"/>
          <ac:spMkLst>
            <pc:docMk/>
            <pc:sldMk cId="2325241742" sldId="299"/>
            <ac:spMk id="3" creationId="{A5566347-4644-459B-A636-5E35E3E2E91D}"/>
          </ac:spMkLst>
        </pc:spChg>
      </pc:sldChg>
      <pc:sldChg chg="modSp new mod">
        <pc:chgData name="Lisa Bock" userId="1f2a7945151d6011" providerId="LiveId" clId="{4C111E69-244E-4630-9209-CE9F1A47EEA2}" dt="2021-10-25T01:07:18.498" v="2195" actId="20577"/>
        <pc:sldMkLst>
          <pc:docMk/>
          <pc:sldMk cId="128333732" sldId="300"/>
        </pc:sldMkLst>
        <pc:spChg chg="mod">
          <ac:chgData name="Lisa Bock" userId="1f2a7945151d6011" providerId="LiveId" clId="{4C111E69-244E-4630-9209-CE9F1A47EEA2}" dt="2021-10-25T01:06:36.009" v="2181" actId="20577"/>
          <ac:spMkLst>
            <pc:docMk/>
            <pc:sldMk cId="128333732" sldId="300"/>
            <ac:spMk id="2" creationId="{6243EFA4-0C3F-48C7-8FE2-C917615924A1}"/>
          </ac:spMkLst>
        </pc:spChg>
        <pc:spChg chg="mod">
          <ac:chgData name="Lisa Bock" userId="1f2a7945151d6011" providerId="LiveId" clId="{4C111E69-244E-4630-9209-CE9F1A47EEA2}" dt="2021-10-25T01:07:18.498" v="2195" actId="20577"/>
          <ac:spMkLst>
            <pc:docMk/>
            <pc:sldMk cId="128333732" sldId="300"/>
            <ac:spMk id="3" creationId="{20F7B3CD-43CC-416C-A9CC-E286C38F8F08}"/>
          </ac:spMkLst>
        </pc:spChg>
      </pc:sldChg>
      <pc:sldChg chg="modSp new mod">
        <pc:chgData name="Lisa Bock" userId="1f2a7945151d6011" providerId="LiveId" clId="{4C111E69-244E-4630-9209-CE9F1A47EEA2}" dt="2021-10-25T02:02:43.956" v="2380" actId="20577"/>
        <pc:sldMkLst>
          <pc:docMk/>
          <pc:sldMk cId="4284551055" sldId="301"/>
        </pc:sldMkLst>
        <pc:spChg chg="mod">
          <ac:chgData name="Lisa Bock" userId="1f2a7945151d6011" providerId="LiveId" clId="{4C111E69-244E-4630-9209-CE9F1A47EEA2}" dt="2021-10-25T02:00:19.136" v="2323" actId="20577"/>
          <ac:spMkLst>
            <pc:docMk/>
            <pc:sldMk cId="4284551055" sldId="301"/>
            <ac:spMk id="2" creationId="{25A0995B-D3BE-4640-9FF9-D514F5342757}"/>
          </ac:spMkLst>
        </pc:spChg>
        <pc:spChg chg="mod">
          <ac:chgData name="Lisa Bock" userId="1f2a7945151d6011" providerId="LiveId" clId="{4C111E69-244E-4630-9209-CE9F1A47EEA2}" dt="2021-10-25T02:02:43.956" v="2380" actId="20577"/>
          <ac:spMkLst>
            <pc:docMk/>
            <pc:sldMk cId="4284551055" sldId="301"/>
            <ac:spMk id="3" creationId="{B8D57EAF-1F93-4D6C-B534-8B74988DA85B}"/>
          </ac:spMkLst>
        </pc:spChg>
      </pc:sldChg>
      <pc:sldChg chg="modSp new mod">
        <pc:chgData name="Lisa Bock" userId="1f2a7945151d6011" providerId="LiveId" clId="{4C111E69-244E-4630-9209-CE9F1A47EEA2}" dt="2021-10-25T01:08:41.133" v="2275" actId="20577"/>
        <pc:sldMkLst>
          <pc:docMk/>
          <pc:sldMk cId="3513327290" sldId="302"/>
        </pc:sldMkLst>
        <pc:spChg chg="mod">
          <ac:chgData name="Lisa Bock" userId="1f2a7945151d6011" providerId="LiveId" clId="{4C111E69-244E-4630-9209-CE9F1A47EEA2}" dt="2021-10-25T01:08:29.195" v="2271" actId="20577"/>
          <ac:spMkLst>
            <pc:docMk/>
            <pc:sldMk cId="3513327290" sldId="302"/>
            <ac:spMk id="2" creationId="{8F6E2370-863E-4E7C-866E-EFC370CDA307}"/>
          </ac:spMkLst>
        </pc:spChg>
        <pc:spChg chg="mod">
          <ac:chgData name="Lisa Bock" userId="1f2a7945151d6011" providerId="LiveId" clId="{4C111E69-244E-4630-9209-CE9F1A47EEA2}" dt="2021-10-25T01:08:41.133" v="2275" actId="20577"/>
          <ac:spMkLst>
            <pc:docMk/>
            <pc:sldMk cId="3513327290" sldId="302"/>
            <ac:spMk id="3" creationId="{93D7F82F-19F3-4CFA-A4AE-9D4AF7DD170B}"/>
          </ac:spMkLst>
        </pc:spChg>
      </pc:sldChg>
      <pc:sldChg chg="modSp new mod modNotesTx">
        <pc:chgData name="Lisa Bock" userId="1f2a7945151d6011" providerId="LiveId" clId="{4C111E69-244E-4630-9209-CE9F1A47EEA2}" dt="2021-10-25T20:36:15.407" v="4098" actId="20577"/>
        <pc:sldMkLst>
          <pc:docMk/>
          <pc:sldMk cId="476506065" sldId="303"/>
        </pc:sldMkLst>
        <pc:spChg chg="mod">
          <ac:chgData name="Lisa Bock" userId="1f2a7945151d6011" providerId="LiveId" clId="{4C111E69-244E-4630-9209-CE9F1A47EEA2}" dt="2021-10-25T02:02:55.813" v="2382"/>
          <ac:spMkLst>
            <pc:docMk/>
            <pc:sldMk cId="476506065" sldId="303"/>
            <ac:spMk id="2" creationId="{802A3B3A-0404-4C40-93A3-33A031DFD70C}"/>
          </ac:spMkLst>
        </pc:spChg>
        <pc:spChg chg="mod">
          <ac:chgData name="Lisa Bock" userId="1f2a7945151d6011" providerId="LiveId" clId="{4C111E69-244E-4630-9209-CE9F1A47EEA2}" dt="2021-10-25T02:11:05.061" v="2500"/>
          <ac:spMkLst>
            <pc:docMk/>
            <pc:sldMk cId="476506065" sldId="303"/>
            <ac:spMk id="3" creationId="{6AE52260-4CC6-4B36-84F4-F6C132C8A380}"/>
          </ac:spMkLst>
        </pc:spChg>
      </pc:sldChg>
      <pc:sldChg chg="modSp new mod modNotesTx">
        <pc:chgData name="Lisa Bock" userId="1f2a7945151d6011" providerId="LiveId" clId="{4C111E69-244E-4630-9209-CE9F1A47EEA2}" dt="2021-10-25T19:35:57.382" v="3557" actId="313"/>
        <pc:sldMkLst>
          <pc:docMk/>
          <pc:sldMk cId="4037118279" sldId="304"/>
        </pc:sldMkLst>
        <pc:spChg chg="mod">
          <ac:chgData name="Lisa Bock" userId="1f2a7945151d6011" providerId="LiveId" clId="{4C111E69-244E-4630-9209-CE9F1A47EEA2}" dt="2021-10-25T19:26:25.575" v="3458" actId="20577"/>
          <ac:spMkLst>
            <pc:docMk/>
            <pc:sldMk cId="4037118279" sldId="304"/>
            <ac:spMk id="2" creationId="{C9EFC0E2-B21D-4901-98E7-5632D074317D}"/>
          </ac:spMkLst>
        </pc:spChg>
        <pc:spChg chg="mod">
          <ac:chgData name="Lisa Bock" userId="1f2a7945151d6011" providerId="LiveId" clId="{4C111E69-244E-4630-9209-CE9F1A47EEA2}" dt="2021-10-25T19:35:57.382" v="3557" actId="313"/>
          <ac:spMkLst>
            <pc:docMk/>
            <pc:sldMk cId="4037118279" sldId="304"/>
            <ac:spMk id="3" creationId="{8EDB7867-F883-4CBA-82E5-641F14CB161E}"/>
          </ac:spMkLst>
        </pc:spChg>
      </pc:sldChg>
      <pc:sldChg chg="modSp new mod">
        <pc:chgData name="Lisa Bock" userId="1f2a7945151d6011" providerId="LiveId" clId="{4C111E69-244E-4630-9209-CE9F1A47EEA2}" dt="2021-10-25T19:37:28.976" v="3625" actId="27636"/>
        <pc:sldMkLst>
          <pc:docMk/>
          <pc:sldMk cId="3629447970" sldId="305"/>
        </pc:sldMkLst>
        <pc:spChg chg="mod">
          <ac:chgData name="Lisa Bock" userId="1f2a7945151d6011" providerId="LiveId" clId="{4C111E69-244E-4630-9209-CE9F1A47EEA2}" dt="2021-10-25T19:37:05.702" v="3619" actId="20577"/>
          <ac:spMkLst>
            <pc:docMk/>
            <pc:sldMk cId="3629447970" sldId="305"/>
            <ac:spMk id="2" creationId="{26657A08-B24D-4443-ACFF-FA6B758A34FE}"/>
          </ac:spMkLst>
        </pc:spChg>
        <pc:spChg chg="mod">
          <ac:chgData name="Lisa Bock" userId="1f2a7945151d6011" providerId="LiveId" clId="{4C111E69-244E-4630-9209-CE9F1A47EEA2}" dt="2021-10-25T19:37:28.976" v="3625" actId="27636"/>
          <ac:spMkLst>
            <pc:docMk/>
            <pc:sldMk cId="3629447970" sldId="305"/>
            <ac:spMk id="3" creationId="{8A59476C-3B98-45B7-9CB8-F45C65457F0C}"/>
          </ac:spMkLst>
        </pc:spChg>
      </pc:sldChg>
      <pc:sldChg chg="modSp new mod modNotesTx">
        <pc:chgData name="Lisa Bock" userId="1f2a7945151d6011" providerId="LiveId" clId="{4C111E69-244E-4630-9209-CE9F1A47EEA2}" dt="2021-10-25T20:39:11.041" v="4107" actId="108"/>
        <pc:sldMkLst>
          <pc:docMk/>
          <pc:sldMk cId="1077991561" sldId="306"/>
        </pc:sldMkLst>
        <pc:spChg chg="mod">
          <ac:chgData name="Lisa Bock" userId="1f2a7945151d6011" providerId="LiveId" clId="{4C111E69-244E-4630-9209-CE9F1A47EEA2}" dt="2021-10-25T20:39:11.041" v="4107" actId="108"/>
          <ac:spMkLst>
            <pc:docMk/>
            <pc:sldMk cId="1077991561" sldId="306"/>
            <ac:spMk id="2" creationId="{BB30D635-5E53-40EA-BBA1-E3273E449D5B}"/>
          </ac:spMkLst>
        </pc:spChg>
        <pc:spChg chg="mod">
          <ac:chgData name="Lisa Bock" userId="1f2a7945151d6011" providerId="LiveId" clId="{4C111E69-244E-4630-9209-CE9F1A47EEA2}" dt="2021-10-25T19:42:16.512" v="3712" actId="20577"/>
          <ac:spMkLst>
            <pc:docMk/>
            <pc:sldMk cId="1077991561" sldId="306"/>
            <ac:spMk id="3" creationId="{91BBFD60-B324-4D45-B5DB-13D0C6AD9DA0}"/>
          </ac:spMkLst>
        </pc:spChg>
      </pc:sldChg>
      <pc:sldChg chg="add del">
        <pc:chgData name="Lisa Bock" userId="1f2a7945151d6011" providerId="LiveId" clId="{4C111E69-244E-4630-9209-CE9F1A47EEA2}" dt="2021-10-23T01:06:02.902" v="1673" actId="47"/>
        <pc:sldMkLst>
          <pc:docMk/>
          <pc:sldMk cId="3961057501" sldId="307"/>
        </pc:sldMkLst>
      </pc:sldChg>
      <pc:sldChg chg="add del">
        <pc:chgData name="Lisa Bock" userId="1f2a7945151d6011" providerId="LiveId" clId="{4C111E69-244E-4630-9209-CE9F1A47EEA2}" dt="2021-10-23T01:06:04.177" v="1674" actId="47"/>
        <pc:sldMkLst>
          <pc:docMk/>
          <pc:sldMk cId="2113716090" sldId="308"/>
        </pc:sldMkLst>
      </pc:sldChg>
      <pc:sldChg chg="add del">
        <pc:chgData name="Lisa Bock" userId="1f2a7945151d6011" providerId="LiveId" clId="{4C111E69-244E-4630-9209-CE9F1A47EEA2}" dt="2021-10-25T17:52:59.702" v="3228" actId="2696"/>
        <pc:sldMkLst>
          <pc:docMk/>
          <pc:sldMk cId="135035624" sldId="309"/>
        </pc:sldMkLst>
      </pc:sldChg>
      <pc:sldChg chg="add del">
        <pc:chgData name="Lisa Bock" userId="1f2a7945151d6011" providerId="LiveId" clId="{4C111E69-244E-4630-9209-CE9F1A47EEA2}" dt="2021-10-23T01:06:06.761" v="1675" actId="2696"/>
        <pc:sldMkLst>
          <pc:docMk/>
          <pc:sldMk cId="3750694541" sldId="309"/>
        </pc:sldMkLst>
      </pc:sldChg>
      <pc:sldChg chg="modSp add del mod">
        <pc:chgData name="Lisa Bock" userId="1f2a7945151d6011" providerId="LiveId" clId="{4C111E69-244E-4630-9209-CE9F1A47EEA2}" dt="2021-10-25T02:02:29.831" v="2379" actId="2696"/>
        <pc:sldMkLst>
          <pc:docMk/>
          <pc:sldMk cId="1291813110" sldId="310"/>
        </pc:sldMkLst>
        <pc:spChg chg="mod">
          <ac:chgData name="Lisa Bock" userId="1f2a7945151d6011" providerId="LiveId" clId="{4C111E69-244E-4630-9209-CE9F1A47EEA2}" dt="2021-10-25T02:02:10.655" v="2374" actId="21"/>
          <ac:spMkLst>
            <pc:docMk/>
            <pc:sldMk cId="1291813110" sldId="310"/>
            <ac:spMk id="3" creationId="{B8D57EAF-1F93-4D6C-B534-8B74988DA85B}"/>
          </ac:spMkLst>
        </pc:spChg>
      </pc:sldChg>
      <pc:sldChg chg="modSp add del mod">
        <pc:chgData name="Lisa Bock" userId="1f2a7945151d6011" providerId="LiveId" clId="{4C111E69-244E-4630-9209-CE9F1A47EEA2}" dt="2021-10-25T02:21:31.174" v="2584" actId="47"/>
        <pc:sldMkLst>
          <pc:docMk/>
          <pc:sldMk cId="3700690969" sldId="310"/>
        </pc:sldMkLst>
        <pc:spChg chg="mod">
          <ac:chgData name="Lisa Bock" userId="1f2a7945151d6011" providerId="LiveId" clId="{4C111E69-244E-4630-9209-CE9F1A47EEA2}" dt="2021-10-25T02:13:37.197" v="2582" actId="27636"/>
          <ac:spMkLst>
            <pc:docMk/>
            <pc:sldMk cId="3700690969" sldId="310"/>
            <ac:spMk id="2" creationId="{00910985-B36C-4A8C-8F00-496036FF49CE}"/>
          </ac:spMkLst>
        </pc:spChg>
      </pc:sldChg>
      <pc:sldChg chg="modSp add mod">
        <pc:chgData name="Lisa Bock" userId="1f2a7945151d6011" providerId="LiveId" clId="{4C111E69-244E-4630-9209-CE9F1A47EEA2}" dt="2021-10-25T20:36:45.932" v="4106" actId="20577"/>
        <pc:sldMkLst>
          <pc:docMk/>
          <pc:sldMk cId="2792274224" sldId="311"/>
        </pc:sldMkLst>
        <pc:spChg chg="mod">
          <ac:chgData name="Lisa Bock" userId="1f2a7945151d6011" providerId="LiveId" clId="{4C111E69-244E-4630-9209-CE9F1A47EEA2}" dt="2021-10-25T20:36:45.932" v="4106" actId="20577"/>
          <ac:spMkLst>
            <pc:docMk/>
            <pc:sldMk cId="2792274224" sldId="311"/>
            <ac:spMk id="2" creationId="{00910985-B36C-4A8C-8F00-496036FF49CE}"/>
          </ac:spMkLst>
        </pc:spChg>
      </pc:sldChg>
      <pc:sldChg chg="add">
        <pc:chgData name="Lisa Bock" userId="1f2a7945151d6011" providerId="LiveId" clId="{4C111E69-244E-4630-9209-CE9F1A47EEA2}" dt="2021-10-25T02:21:27.859" v="2583"/>
        <pc:sldMkLst>
          <pc:docMk/>
          <pc:sldMk cId="3500838447" sldId="312"/>
        </pc:sldMkLst>
      </pc:sldChg>
      <pc:sldChg chg="modSp add del mod">
        <pc:chgData name="Lisa Bock" userId="1f2a7945151d6011" providerId="LiveId" clId="{4C111E69-244E-4630-9209-CE9F1A47EEA2}" dt="2021-10-25T19:42:19.290" v="3713" actId="2696"/>
        <pc:sldMkLst>
          <pc:docMk/>
          <pc:sldMk cId="2569901841" sldId="313"/>
        </pc:sldMkLst>
        <pc:spChg chg="mod">
          <ac:chgData name="Lisa Bock" userId="1f2a7945151d6011" providerId="LiveId" clId="{4C111E69-244E-4630-9209-CE9F1A47EEA2}" dt="2021-10-25T19:42:10.310" v="3708" actId="21"/>
          <ac:spMkLst>
            <pc:docMk/>
            <pc:sldMk cId="2569901841" sldId="313"/>
            <ac:spMk id="3" creationId="{91BBFD60-B324-4D45-B5DB-13D0C6AD9D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support/docs/ip/access-lists/13608-21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taysafeonline.org/stay-safe-online/securing-key-accounts-devices/securing-home-network/" TargetMode="External"/><Relationship Id="rId4" Type="http://schemas.openxmlformats.org/officeDocument/2006/relationships/hyperlink" Target="https://www.juniper.net/assets/kr/kr/local/pdf/books/tw-hardening-junos-devices-checklist.pdf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we.mitre.org/data/definitions/759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src.microsoft.com/update-guid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upport.apple.com/en-us/HT201222" TargetMode="External"/><Relationship Id="rId4" Type="http://schemas.openxmlformats.org/officeDocument/2006/relationships/hyperlink" Target="https://social.technet.microsoft.com/wiki/contents/articles/43406.windows-server-patching-best-practices.aspx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astbit.com/pswcalc.asp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vendor guides to system hardening.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Cisco IOS devices: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https://www.cisco.com/c/en/us/support/docs/ip/access-lists/13608-21.html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Juniper checklist: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4"/>
              </a:rPr>
              <a:t>https://www.juniper.net/assets/kr/kr/local/pdf/books/tw-hardening-junos-devices-checklist.pdf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about your home network?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5"/>
              </a:rPr>
              <a:t>https://staysafeonline.org/stay-safe-online/securing-key-accounts-devices/securing-home-network/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0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hlinkClick r:id="rId3"/>
              </a:rPr>
              <a:t>CWE - CWE-759: Use of a One-Way Hash without a Salt (4.5) (mitre.org)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8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vendors approach to patches and get the students to search for vendors' security patch processes.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Microsoft: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https://msrc.microsoft.com/update-guide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4"/>
              </a:rPr>
              <a:t>https://social.technet.microsoft.com/wiki/contents/articles/43406.windows-server-patching-best-practices.aspx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Apple: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5"/>
              </a:rPr>
              <a:t>https://support.apple.com/en-us/HT201222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the importance of planning, preparations, testing, and roll-back!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Students, “How do you approach patching in your environment?”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“Do you allow anyone anytime?”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“Or is it structured?”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9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Open up discussion on what network segmentation students have seen.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segmentation do you use in your environments?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Talk about DMZs, VLANs, Private VLANs, ACLs,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9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27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Have the students search for current recommended password length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They should discover eight as a minimum, but best practices recommend more. Discuss with the students.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Could be an interesting time to start a “more complex” vs “longer length” debate.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do the students think?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on the web for information?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Could maybe demo password calculator such as: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http://lastbit.com/pswcalc.asp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83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87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with students how their environments manage devices.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Do they use MDM?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Do they just allow personal devices to connect to the guest network?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5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Does your environment mandate end-user training?</a:t>
            </a:r>
          </a:p>
          <a:p>
            <a:r>
              <a:rPr lang="en-US" i="1" dirty="0"/>
              <a:t>If students answer “yes,” invite them to expand, make it a discussion.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1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fingerprinting, retina scans, and facial scans.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Often shown in sci-fi movies.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Apple iPhones use facial scans quite successfully today!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44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Does your environment use any of these security measures?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you use video surveillance, is it wired or wireless?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do you think?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68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Recommending Remediation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Explain common attacks and vulnerabilities against specialized systems.</a:t>
            </a:r>
          </a:p>
          <a:p>
            <a:r>
              <a:rPr lang="en-US" dirty="0"/>
              <a:t>Given a scenario, analyze the findings and recommend the appropriate remediation within a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 Technical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19A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Hardening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hardening is the process of securing a device or application</a:t>
            </a:r>
          </a:p>
          <a:p>
            <a:r>
              <a:rPr lang="en-US" dirty="0"/>
              <a:t>Techniques can include:</a:t>
            </a:r>
          </a:p>
          <a:p>
            <a:pPr lvl="1"/>
            <a:r>
              <a:rPr lang="en-US" dirty="0"/>
              <a:t>Install any available patches and updates</a:t>
            </a:r>
          </a:p>
          <a:p>
            <a:pPr lvl="1"/>
            <a:r>
              <a:rPr lang="en-US" dirty="0"/>
              <a:t>Ensure systems are incorporating firewall and anti-malware solutions</a:t>
            </a:r>
          </a:p>
          <a:p>
            <a:pPr lvl="1"/>
            <a:r>
              <a:rPr lang="en-US" dirty="0"/>
              <a:t>Disable specific ports or services that are not needed</a:t>
            </a:r>
          </a:p>
          <a:p>
            <a:pPr lvl="1"/>
            <a:r>
              <a:rPr lang="en-US" dirty="0"/>
              <a:t>Uninstall any unnecessary software </a:t>
            </a:r>
          </a:p>
          <a:p>
            <a:pPr lvl="1"/>
            <a:r>
              <a:rPr lang="en-US" dirty="0"/>
              <a:t>Ensure hosts are properly segmented from other hosts on the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Sanitizing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Strips user-supplied input of unwanted or untrusted data </a:t>
            </a:r>
          </a:p>
          <a:p>
            <a:pPr lvl="1"/>
            <a:r>
              <a:rPr lang="en-US" dirty="0"/>
              <a:t>Used so the application can safely process that input, and mitigate the effects of code injection, particularly XSS and SQL injection.</a:t>
            </a:r>
          </a:p>
          <a:p>
            <a:r>
              <a:rPr lang="en-US" dirty="0"/>
              <a:t>Tactics for input sanitization include:</a:t>
            </a:r>
          </a:p>
          <a:p>
            <a:pPr lvl="1"/>
            <a:r>
              <a:rPr lang="en-US" b="1" dirty="0"/>
              <a:t>Escaping</a:t>
            </a:r>
            <a:r>
              <a:rPr lang="en-US" dirty="0"/>
              <a:t> converts text into bytes.</a:t>
            </a:r>
          </a:p>
          <a:p>
            <a:pPr lvl="1"/>
            <a:r>
              <a:rPr lang="en-US" b="1" dirty="0"/>
              <a:t>Null byte sanitization </a:t>
            </a:r>
            <a:r>
              <a:rPr lang="en-US" dirty="0"/>
              <a:t>removes the null byte entirely</a:t>
            </a:r>
          </a:p>
          <a:p>
            <a:pPr lvl="1"/>
            <a:r>
              <a:rPr lang="en-US" b="1" dirty="0"/>
              <a:t>Parameterized query </a:t>
            </a:r>
            <a:r>
              <a:rPr lang="en-US" dirty="0"/>
              <a:t>incorporates placeholders in a SQL query.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Multifactor Authentication (MFA)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Generally, authentication uses one of the following methods: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Something you know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Something you have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Something you are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MFA requires, at a minimum, a </a:t>
            </a:r>
            <a:r>
              <a:rPr lang="en-US" b="0" i="1" dirty="0">
                <a:solidFill>
                  <a:srgbClr val="000000"/>
                </a:solidFill>
                <a:effectLst/>
              </a:rPr>
              <a:t>second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method of authentication: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A password and a security code sent to the user's smartphone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A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smart card and biometric fingerprint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Encrypting 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Passwords should always be stored in a secure format that prevents an attacker from easily reusing them</a:t>
            </a:r>
          </a:p>
          <a:p>
            <a:pPr lvl="1"/>
            <a:r>
              <a:rPr lang="en-US" dirty="0"/>
              <a:t>Unsalted hashes are vulnerable to a rainbow attack</a:t>
            </a:r>
          </a:p>
          <a:p>
            <a:r>
              <a:rPr lang="en-US" dirty="0"/>
              <a:t>It is recommended to store passwords in an encrypted format. </a:t>
            </a:r>
          </a:p>
          <a:p>
            <a:r>
              <a:rPr lang="en-US" dirty="0"/>
              <a:t>In cases where credentials are being stored for a particular service:</a:t>
            </a:r>
          </a:p>
          <a:p>
            <a:pPr lvl="1"/>
            <a:r>
              <a:rPr lang="en-US" dirty="0"/>
              <a:t>A password manager or similar solution can be used as they commonly implement encrypted databases to store passwords.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8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Process-Level Remediation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insecure process can lead to social engineering, Denial of Service, physical attacks, and insider threats.</a:t>
            </a:r>
          </a:p>
          <a:p>
            <a:r>
              <a:rPr lang="en-US" dirty="0"/>
              <a:t>Process-level remediation changes how a process is used or implemented with the goal of reducing security vulnerabilities.</a:t>
            </a:r>
          </a:p>
          <a:p>
            <a:r>
              <a:rPr lang="en-US" dirty="0"/>
              <a:t>For example, if a process is done through a non-secure channel </a:t>
            </a:r>
          </a:p>
          <a:p>
            <a:pPr lvl="1"/>
            <a:r>
              <a:rPr lang="en-US" dirty="0"/>
              <a:t>It can be migrated to use an encrypted channel of similar functionality.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5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31EA-A44B-4EA9-B6BD-F5CE3503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66347-4644-459B-A636-5E35E3E2E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Identifying, testing, and deploying OS and application updates. </a:t>
            </a:r>
          </a:p>
          <a:p>
            <a:pPr lvl="1"/>
            <a:r>
              <a:rPr lang="en-US" dirty="0"/>
              <a:t>Keep track of services that require patches, test the updates, and document which ones have been applied</a:t>
            </a:r>
          </a:p>
          <a:p>
            <a:pPr lvl="1"/>
            <a:r>
              <a:rPr lang="en-US" dirty="0"/>
              <a:t>Note when the technology did not allow patching, but a mitigation strategy was implemented instead.</a:t>
            </a:r>
          </a:p>
          <a:p>
            <a:r>
              <a:rPr lang="en-US" dirty="0"/>
              <a:t>Testing new patches and keeping track of mitigation strategies are the key portions of the patch management process</a:t>
            </a:r>
          </a:p>
          <a:p>
            <a:pPr lvl="1"/>
            <a:r>
              <a:rPr lang="en-US" dirty="0"/>
              <a:t>They allow for business continuity while remaining secure from potential malicious actors.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66D6-1E8F-46BF-908E-696AF6550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41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EFA4-0C3F-48C7-8FE2-C9176159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Rotating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B3CD-43CC-416C-A9CC-E286C38F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Periodically generating and implementing new access keys to a server/service. </a:t>
            </a:r>
          </a:p>
          <a:p>
            <a:r>
              <a:rPr lang="en-US" dirty="0"/>
              <a:t>Like password rotation, certain services use key files or strings to grant access.</a:t>
            </a:r>
          </a:p>
          <a:p>
            <a:pPr lvl="1"/>
            <a:r>
              <a:rPr lang="en-US" dirty="0"/>
              <a:t>Such as a server accessing a repository and should be scheduled for periodic updates.</a:t>
            </a:r>
          </a:p>
          <a:p>
            <a:r>
              <a:rPr lang="en-US" dirty="0"/>
              <a:t>Many of the recommendations for passwords apply here, such as using a minimum length and setting up expiry periods for keys.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E1E17-2AA6-4C76-B045-73F3F5599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995B-D3BE-4640-9FF9-D514F534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7EAF-1F93-4D6C-B534-8B74988DA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properly administering digital security certificates. </a:t>
            </a:r>
          </a:p>
          <a:p>
            <a:pPr lvl="1"/>
            <a:r>
              <a:rPr lang="en-US" dirty="0"/>
              <a:t>Includes managing proper storage and transmission of the certificate as well as the suspension and revocation done in response to certain cases.</a:t>
            </a:r>
          </a:p>
          <a:p>
            <a:r>
              <a:rPr lang="en-US" dirty="0"/>
              <a:t>If a certificate is stolen or otherwise negatively affected</a:t>
            </a:r>
          </a:p>
          <a:p>
            <a:pPr lvl="1"/>
            <a:r>
              <a:rPr lang="en-US" dirty="0"/>
              <a:t>A new certificate should be generated and implemented, and the old one should be removed and revoked.</a:t>
            </a:r>
          </a:p>
          <a:p>
            <a:r>
              <a:rPr lang="en-US" b="1" dirty="0"/>
              <a:t>Certificate pinning </a:t>
            </a:r>
            <a:r>
              <a:rPr lang="en-US" dirty="0"/>
              <a:t>is the process of assigning a specific certificate to a particular element to avoid man-in-the-middle-attacks.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19E27-DB15-48D1-A14A-F2743A9CF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2370-863E-4E7C-866E-EFC370CD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Secret Management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F82F-19F3-4CFA-A4AE-9D4AF7DD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platform that controls passwords, key pairs, and other sensitive information that should be stored securely.</a:t>
            </a:r>
          </a:p>
          <a:p>
            <a:r>
              <a:rPr lang="en-US" dirty="0"/>
              <a:t>These solutions are usually paid software or services that include the security measures to keep secrets securely stored </a:t>
            </a:r>
          </a:p>
          <a:p>
            <a:r>
              <a:rPr lang="en-US" dirty="0"/>
              <a:t>Commonly have support for different types of dynamic and static credentials.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BA3BA-11FA-40A4-BDD2-07B41B414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2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3B3A-0404-4C40-93A3-33A031DF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Segmentation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2260-4CC6-4B36-84F4-F6C132C8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Logically separates system infrastructure using subnets, VLANs and/or firewalls to prevent communicating with one another. </a:t>
            </a:r>
          </a:p>
          <a:p>
            <a:r>
              <a:rPr lang="en-US" dirty="0"/>
              <a:t>A common method is to determine:</a:t>
            </a:r>
          </a:p>
          <a:p>
            <a:pPr lvl="1"/>
            <a:r>
              <a:rPr lang="en-US" dirty="0"/>
              <a:t>Which services need to be internet-facing</a:t>
            </a:r>
          </a:p>
          <a:p>
            <a:pPr lvl="1"/>
            <a:r>
              <a:rPr lang="en-US" dirty="0"/>
              <a:t>Which services need to be both internet-facing and internally accessible</a:t>
            </a:r>
          </a:p>
          <a:p>
            <a:pPr lvl="1"/>
            <a:r>
              <a:rPr lang="en-US" dirty="0"/>
              <a:t>Which services should be kept internal only. </a:t>
            </a:r>
          </a:p>
          <a:p>
            <a:r>
              <a:rPr lang="en-US" dirty="0"/>
              <a:t>A physically separate network or host (with no cabling or wireless links to other networks) is referred to as air-gapped.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420D1-B295-42C8-A2B8-026AF8585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06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some techniques used when hardening a system</a:t>
            </a:r>
          </a:p>
          <a:p>
            <a:r>
              <a:rPr lang="en-US" dirty="0"/>
              <a:t>Discuss reasons for sanitizing user input</a:t>
            </a:r>
          </a:p>
          <a:p>
            <a:r>
              <a:rPr lang="en-US" dirty="0"/>
              <a:t>Describe how Multifactor Authentication improves security</a:t>
            </a:r>
          </a:p>
          <a:p>
            <a:r>
              <a:rPr lang="en-US" dirty="0"/>
              <a:t>Explain why its recommended to encrypt passwords </a:t>
            </a:r>
          </a:p>
          <a:p>
            <a:r>
              <a:rPr lang="en-US" dirty="0"/>
              <a:t>Review when it may be necessary to remediate at the process-level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 Technical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7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the significance of Patch Management</a:t>
            </a:r>
          </a:p>
          <a:p>
            <a:r>
              <a:rPr lang="en-US" dirty="0"/>
              <a:t>Describe what’s involved when employing Key Rotation</a:t>
            </a:r>
          </a:p>
          <a:p>
            <a:r>
              <a:rPr lang="en-US" dirty="0"/>
              <a:t>Outline why it’s essential to secure digital certificates</a:t>
            </a:r>
          </a:p>
          <a:p>
            <a:r>
              <a:rPr lang="en-US" dirty="0"/>
              <a:t>Review what’s involved in a secret management solution</a:t>
            </a:r>
          </a:p>
          <a:p>
            <a:r>
              <a:rPr lang="en-US" dirty="0"/>
              <a:t>Describe the importance of segmenting a network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 Technical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38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366" y="2148384"/>
            <a:ext cx="7981244" cy="1231423"/>
          </a:xfrm>
        </p:spPr>
        <p:txBody>
          <a:bodyPr/>
          <a:lstStyle/>
          <a:p>
            <a:r>
              <a:rPr lang="en-US" dirty="0"/>
              <a:t>Administrative and Operational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19B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Policies and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Policies and procedures enable an organization to operate normally while minimizing cybersecurity incidents.</a:t>
            </a:r>
          </a:p>
          <a:p>
            <a:r>
              <a:rPr lang="en-US" dirty="0"/>
              <a:t>After the PenTest, the team will analyze the risk of identified issues and recommend mitigation strategies on the policies, such as: </a:t>
            </a:r>
          </a:p>
          <a:p>
            <a:pPr lvl="1"/>
            <a:r>
              <a:rPr lang="en-US" dirty="0"/>
              <a:t>Implement technical controls where needed</a:t>
            </a:r>
          </a:p>
          <a:p>
            <a:pPr lvl="1"/>
            <a:r>
              <a:rPr lang="en-US" dirty="0"/>
              <a:t>Review policies and procedures</a:t>
            </a:r>
          </a:p>
          <a:p>
            <a:pPr lvl="1"/>
            <a:r>
              <a:rPr lang="en-US" dirty="0"/>
              <a:t>Put key performance indicators (KPIs) in place</a:t>
            </a:r>
          </a:p>
          <a:p>
            <a:pPr lvl="1"/>
            <a:r>
              <a:rPr lang="en-US" dirty="0"/>
              <a:t>Update policies and procedures when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Employing Role Based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Role Based Access Control is where resources are protected by ACLs that provide user permissions based on job functions.</a:t>
            </a:r>
          </a:p>
          <a:p>
            <a:r>
              <a:rPr lang="en-US" dirty="0"/>
              <a:t>This can be done at different levels:</a:t>
            </a:r>
          </a:p>
          <a:p>
            <a:pPr lvl="1"/>
            <a:r>
              <a:rPr lang="en-US" dirty="0"/>
              <a:t>On logical resources such as a server, service, database, or  file.</a:t>
            </a:r>
          </a:p>
          <a:p>
            <a:pPr lvl="1"/>
            <a:r>
              <a:rPr lang="en-US" dirty="0"/>
              <a:t>On physical resources such a building or the server room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Enforcing Minimum Password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Password polices are used to reduce the threat of an attack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following are examples of password mitigation strategies: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Don't allow developers to hard-code credentials into apps.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Hash stored passwords rather than storing them in plaintext.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Avoid cryptographically weak hash functions, like MD5 and SHA-1.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Confirm network access protocols are using strong ciphers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Ensure security solutions like IDS and data loss prevention (DLP) can monitor and manage unencrypted traffic in the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1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the Development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should be an active component in the development process and follow a software development life cycle (SDLC).</a:t>
            </a:r>
          </a:p>
          <a:p>
            <a:r>
              <a:rPr lang="en-US" dirty="0"/>
              <a:t>An SDLC focuses primarily on the design, development, and maintenance of applications and other software. </a:t>
            </a:r>
          </a:p>
          <a:p>
            <a:pPr lvl="1"/>
            <a:r>
              <a:rPr lang="en-US" dirty="0"/>
              <a:t>Development passes through several phases </a:t>
            </a:r>
          </a:p>
          <a:p>
            <a:pPr lvl="1"/>
            <a:r>
              <a:rPr lang="en-US" dirty="0"/>
              <a:t>Security is incorporated at each of those phases. </a:t>
            </a:r>
          </a:p>
          <a:p>
            <a:pPr lvl="1"/>
            <a:r>
              <a:rPr lang="en-US" dirty="0"/>
              <a:t>Includes best practices during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81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Insecure Coding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The organization should also actively avoid insecure coding practices, that include:</a:t>
            </a:r>
          </a:p>
          <a:p>
            <a:pPr lvl="1"/>
            <a:r>
              <a:rPr lang="en-US" dirty="0"/>
              <a:t>Lack of input validation. </a:t>
            </a:r>
          </a:p>
          <a:p>
            <a:pPr lvl="1"/>
            <a:r>
              <a:rPr lang="en-US" dirty="0"/>
              <a:t>Hard-coded credentials. </a:t>
            </a:r>
          </a:p>
          <a:p>
            <a:pPr lvl="1"/>
            <a:r>
              <a:rPr lang="en-US" dirty="0"/>
              <a:t>Lack of error handling. </a:t>
            </a:r>
          </a:p>
          <a:p>
            <a:pPr lvl="1"/>
            <a:r>
              <a:rPr lang="en-US" dirty="0"/>
              <a:t>Verbose comments in source code. </a:t>
            </a:r>
          </a:p>
          <a:p>
            <a:pPr lvl="1"/>
            <a:r>
              <a:rPr lang="en-US" dirty="0"/>
              <a:t>Lack of code signing.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3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FC0E2-B21D-4901-98E7-5632D074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Mobile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B7867-F883-4CBA-82E5-641F14CB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Mobile device management (MDM) is </a:t>
            </a:r>
            <a:r>
              <a:rPr lang="en-US" dirty="0"/>
              <a:t>is the process of tracking, controlling, and securing the organization's mobile infrastructure. </a:t>
            </a:r>
          </a:p>
          <a:p>
            <a:r>
              <a:rPr lang="en-US" dirty="0"/>
              <a:t>Enables the organization to enforce security policies and manage applications, data, and other content, on all connected devices</a:t>
            </a:r>
          </a:p>
          <a:p>
            <a:pPr lvl="1"/>
            <a:r>
              <a:rPr lang="en-US" dirty="0"/>
              <a:t>Rather than applying security controls to each device individually.</a:t>
            </a:r>
          </a:p>
          <a:p>
            <a:r>
              <a:rPr lang="en-US" dirty="0"/>
              <a:t>Additional policies and procedures that are recommended for clients to implement include:</a:t>
            </a:r>
          </a:p>
          <a:p>
            <a:pPr lvl="1"/>
            <a:r>
              <a:rPr lang="en-US" dirty="0"/>
              <a:t>Perform monthly vulnerability scans.</a:t>
            </a:r>
          </a:p>
          <a:p>
            <a:pPr lvl="1"/>
            <a:r>
              <a:rPr lang="en-US" dirty="0"/>
              <a:t>Complete annual or biannual penetration tests.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5A1EE-9ED3-4888-953F-4768B267D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18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7A08-B24D-4443-ACFF-FA6B758A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People Security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9476C-3B98-45B7-9CB8-F45C65457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it comes to people, they always have been, and probably always will be, the weakest link in security. </a:t>
            </a:r>
          </a:p>
          <a:p>
            <a:r>
              <a:rPr lang="en-US" dirty="0"/>
              <a:t>In addition to plain old human error, people are also vulnerable to the many social engineering attacks that are in use.</a:t>
            </a:r>
          </a:p>
          <a:p>
            <a:r>
              <a:rPr lang="en-US" dirty="0"/>
              <a:t>Some of the mitigation strategies and techniques that you should recommend clients implement include the following:</a:t>
            </a:r>
          </a:p>
          <a:p>
            <a:pPr lvl="1"/>
            <a:r>
              <a:rPr lang="en-US" dirty="0"/>
              <a:t>Have management set the security tone, and lead by example</a:t>
            </a:r>
          </a:p>
          <a:p>
            <a:pPr lvl="1"/>
            <a:r>
              <a:rPr lang="en-US" dirty="0"/>
              <a:t>Constant reinforcement and reminders</a:t>
            </a:r>
          </a:p>
          <a:p>
            <a:pPr lvl="1"/>
            <a:r>
              <a:rPr lang="en-US" dirty="0"/>
              <a:t>Implement penalties for non-compliance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A713E-66EA-496D-9164-A782239D2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47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D635-5E53-40EA-BBA1-E3273E44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Other Operational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FD60-B324-4D45-B5DB-13D0C6AD9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Job rotation </a:t>
            </a:r>
            <a:r>
              <a:rPr lang="en-US" dirty="0"/>
              <a:t>is the practice of cycling employees though different assigned roles. </a:t>
            </a:r>
          </a:p>
          <a:p>
            <a:r>
              <a:rPr lang="en-US" b="1" dirty="0"/>
              <a:t>Time of day restrictions </a:t>
            </a:r>
            <a:r>
              <a:rPr lang="en-US" dirty="0"/>
              <a:t>rely on normal operating hours for users and limits the access they have when it is usually not needed. </a:t>
            </a:r>
          </a:p>
          <a:p>
            <a:r>
              <a:rPr lang="en-US" b="1" dirty="0"/>
              <a:t>Mandatory Vacations </a:t>
            </a:r>
            <a:r>
              <a:rPr lang="en-US" dirty="0"/>
              <a:t>- Users are more likely to make mistakes when they are tired or stressed</a:t>
            </a:r>
          </a:p>
          <a:p>
            <a:r>
              <a:rPr lang="en-US" b="1" dirty="0"/>
              <a:t>User Training Remediation </a:t>
            </a:r>
            <a:r>
              <a:rPr lang="en-US" dirty="0"/>
              <a:t>should include requiring end-user cybersecurity training for all employees.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1E57-AA5D-46C6-8F66-31725131E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91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Describe why an organization should implement policies and procedures</a:t>
            </a:r>
          </a:p>
          <a:p>
            <a:r>
              <a:rPr lang="en-US" dirty="0"/>
              <a:t>Outline the importance of employing role-based access control and enforcing minimum password requirements</a:t>
            </a:r>
          </a:p>
          <a:p>
            <a:r>
              <a:rPr lang="en-US" dirty="0"/>
              <a:t>Explain why it’s essential to include security in the SDLC</a:t>
            </a:r>
          </a:p>
          <a:p>
            <a:r>
              <a:rPr lang="en-US" sz="2400" dirty="0"/>
              <a:t>Describe some insecure coding practices that should be avoided </a:t>
            </a:r>
          </a:p>
          <a:p>
            <a:r>
              <a:rPr lang="en-US" dirty="0"/>
              <a:t>Review techniques for managing mobile devices</a:t>
            </a:r>
          </a:p>
          <a:p>
            <a:r>
              <a:rPr lang="en-US" dirty="0"/>
              <a:t>Discuss reasons it’s important to factor in the people when designing security controls</a:t>
            </a:r>
          </a:p>
          <a:p>
            <a:r>
              <a:rPr lang="en-US" dirty="0"/>
              <a:t>List operational considerations when suggesting remediation guidelines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and Operational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19C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Access to Buildings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access control manages the ability of individuals entering a facility according to their permission to enter.</a:t>
            </a:r>
          </a:p>
          <a:p>
            <a:r>
              <a:rPr lang="en-US" dirty="0"/>
              <a:t>For example, a common implementation in high-rise buildings is using RFID access cards in the elevators</a:t>
            </a:r>
          </a:p>
          <a:p>
            <a:pPr lvl="1"/>
            <a:r>
              <a:rPr lang="en-US" dirty="0"/>
              <a:t>Certain floors can only be accessed when the key card is first provided.</a:t>
            </a:r>
          </a:p>
          <a:p>
            <a:r>
              <a:rPr lang="en-US" dirty="0"/>
              <a:t>RFID cards may be vulnerable to cloning and replay attacks</a:t>
            </a:r>
          </a:p>
          <a:p>
            <a:pPr lvl="1"/>
            <a:r>
              <a:rPr lang="en-US" dirty="0"/>
              <a:t>Other physical access controls can be used to provide additional layers of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Employing Biometric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Biometric controls are enhanced forms of access control that rely on body features, such as the fingerprint or iris. </a:t>
            </a:r>
          </a:p>
          <a:p>
            <a:r>
              <a:rPr lang="en-US" dirty="0"/>
              <a:t>Biological characteristics are unique enough to rely on them as access control measures</a:t>
            </a:r>
          </a:p>
          <a:p>
            <a:pPr lvl="1"/>
            <a:r>
              <a:rPr lang="en-US" dirty="0"/>
              <a:t>Technology is precise enough to be implemented in a reliable manner.</a:t>
            </a:r>
          </a:p>
          <a:p>
            <a:r>
              <a:rPr lang="en-US" dirty="0"/>
              <a:t>Common everyday examples used to unlock the device include </a:t>
            </a:r>
          </a:p>
          <a:p>
            <a:pPr lvl="1"/>
            <a:r>
              <a:rPr lang="en-US" dirty="0"/>
              <a:t>Fingerprint scanners in laptops </a:t>
            </a:r>
          </a:p>
          <a:p>
            <a:pPr lvl="1"/>
            <a:r>
              <a:rPr lang="en-US" dirty="0"/>
              <a:t>Face recognition features in smartphones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77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Utilizing Video Surveillance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 surveillance monitors activity using cameras. </a:t>
            </a:r>
          </a:p>
          <a:p>
            <a:r>
              <a:rPr lang="en-US" dirty="0"/>
              <a:t>Technology such as Wi-Fi or internet-connected features can introduce potential problems and attack vectors. Wi-Fi attacks can: </a:t>
            </a:r>
          </a:p>
          <a:p>
            <a:pPr lvl="1"/>
            <a:r>
              <a:rPr lang="en-US" dirty="0"/>
              <a:t>Disconnect cameras from the network and lose video feed </a:t>
            </a:r>
          </a:p>
          <a:p>
            <a:pPr lvl="1"/>
            <a:r>
              <a:rPr lang="en-US" dirty="0"/>
              <a:t>Provide an attacker with vital information on inside operations and then used to pivot to navigate the network or perform other attacks.</a:t>
            </a:r>
          </a:p>
          <a:p>
            <a:r>
              <a:rPr lang="en-US" dirty="0"/>
              <a:t>Best practices involves using wired connections, network segregation, and patching of the camera firmware.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03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Describe methods to control access to buildings</a:t>
            </a:r>
          </a:p>
          <a:p>
            <a:r>
              <a:rPr lang="en-US" dirty="0"/>
              <a:t>Explain how biometric controls can be used to restrict access</a:t>
            </a:r>
          </a:p>
          <a:p>
            <a:r>
              <a:rPr lang="en-US" dirty="0"/>
              <a:t>Discuss best practices when using video surveillance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8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4433FC-F3BB-4388-807E-E35CEF2345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4547</TotalTime>
  <Words>2125</Words>
  <Application>Microsoft Office PowerPoint</Application>
  <PresentationFormat>On-screen Show (16:9)</PresentationFormat>
  <Paragraphs>252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Open Sans</vt:lpstr>
      <vt:lpstr>Arial</vt:lpstr>
      <vt:lpstr>comptia_ov</vt:lpstr>
      <vt:lpstr>Recommending Remediation</vt:lpstr>
      <vt:lpstr>Objectives</vt:lpstr>
      <vt:lpstr>Employ Technical Controls</vt:lpstr>
      <vt:lpstr>Hardening the System</vt:lpstr>
      <vt:lpstr>Sanitizing User Input</vt:lpstr>
      <vt:lpstr>Implementing Multifactor Authentication (MFA)</vt:lpstr>
      <vt:lpstr>Encrypting Passwords</vt:lpstr>
      <vt:lpstr>Process-Level Remediation </vt:lpstr>
      <vt:lpstr>Patch Management</vt:lpstr>
      <vt:lpstr>Rotating Keys</vt:lpstr>
      <vt:lpstr>Certificate Management </vt:lpstr>
      <vt:lpstr>Providing Secret Management Solution</vt:lpstr>
      <vt:lpstr>Network Segmentation </vt:lpstr>
      <vt:lpstr>Employ Technical Controls</vt:lpstr>
      <vt:lpstr>Employ Technical Controls</vt:lpstr>
      <vt:lpstr>Administrative and Operational Controls</vt:lpstr>
      <vt:lpstr>Implementing Policies and Procedures</vt:lpstr>
      <vt:lpstr>Employing Role Based Access Control</vt:lpstr>
      <vt:lpstr>Enforcing Minimum Password Requirements</vt:lpstr>
      <vt:lpstr>Securing the Development Lifecycle</vt:lpstr>
      <vt:lpstr>Insecure Coding Practices</vt:lpstr>
      <vt:lpstr>Managing Mobile Devices</vt:lpstr>
      <vt:lpstr>Implementing People Security Controls</vt:lpstr>
      <vt:lpstr>Outlining Other Operational Considerations</vt:lpstr>
      <vt:lpstr>Administrative and Operational Controls</vt:lpstr>
      <vt:lpstr>Physical Controls</vt:lpstr>
      <vt:lpstr>Controlling Access to Buildings</vt:lpstr>
      <vt:lpstr>Employing Biometric Controls</vt:lpstr>
      <vt:lpstr>Utilizing Video Surveillance </vt:lpstr>
      <vt:lpstr>Physical Controls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2022-10-19T21:46:59Z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