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28"/>
  </p:notesMasterIdLst>
  <p:handoutMasterIdLst>
    <p:handoutMasterId r:id="rId29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90" r:id="rId12"/>
    <p:sldId id="261" r:id="rId13"/>
    <p:sldId id="266" r:id="rId14"/>
    <p:sldId id="267" r:id="rId15"/>
    <p:sldId id="297" r:id="rId16"/>
    <p:sldId id="268" r:id="rId17"/>
    <p:sldId id="269" r:id="rId18"/>
    <p:sldId id="291" r:id="rId19"/>
    <p:sldId id="298" r:id="rId20"/>
    <p:sldId id="270" r:id="rId21"/>
    <p:sldId id="285" r:id="rId22"/>
    <p:sldId id="286" r:id="rId23"/>
    <p:sldId id="287" r:id="rId24"/>
    <p:sldId id="288" r:id="rId25"/>
    <p:sldId id="289" r:id="rId26"/>
    <p:sldId id="281" r:id="rId2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43BD9-9CD2-4BB3-84FA-1162B920CED8}" v="10" dt="2021-10-26T15:05:03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1242" autoAdjust="0"/>
  </p:normalViewPr>
  <p:slideViewPr>
    <p:cSldViewPr snapToGrid="0">
      <p:cViewPr varScale="1">
        <p:scale>
          <a:sx n="57" d="100"/>
          <a:sy n="57" d="100"/>
        </p:scale>
        <p:origin x="948" y="6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D0A63A30-3C64-41F6-9171-C9B50F8F7993}"/>
    <pc:docChg chg="custSel addSld delSld modSld sldOrd">
      <pc:chgData name="Danielle Andries" userId="93d179e4-3c18-40f7-920e-ae80b202540d" providerId="ADAL" clId="{D0A63A30-3C64-41F6-9171-C9B50F8F7993}" dt="2021-10-13T14:17:56.382" v="144"/>
      <pc:docMkLst>
        <pc:docMk/>
      </pc:docMkLst>
      <pc:sldChg chg="modSp mod">
        <pc:chgData name="Danielle Andries" userId="93d179e4-3c18-40f7-920e-ae80b202540d" providerId="ADAL" clId="{D0A63A30-3C64-41F6-9171-C9B50F8F7993}" dt="2021-10-13T14:16:03.365" v="77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D0A63A30-3C64-41F6-9171-C9B50F8F7993}" dt="2021-10-13T14:16:03.365" v="77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D0A63A30-3C64-41F6-9171-C9B50F8F7993}" dt="2021-10-13T14:15:11.322" v="3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D0A63A30-3C64-41F6-9171-C9B50F8F7993}" dt="2021-10-13T14:15:11.322" v="3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D0A63A30-3C64-41F6-9171-C9B50F8F7993}" dt="2021-10-13T14:15:02.51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D0A63A30-3C64-41F6-9171-C9B50F8F7993}" dt="2021-10-13T14:15:45.699" v="75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D0A63A30-3C64-41F6-9171-C9B50F8F7993}" dt="2021-10-13T14:15:45.699" v="75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D0A63A30-3C64-41F6-9171-C9B50F8F7993}" dt="2021-10-13T14:15:37.974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D0A63A30-3C64-41F6-9171-C9B50F8F7993}" dt="2021-10-13T14:15:36.077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D0A63A30-3C64-41F6-9171-C9B50F8F7993}" dt="2021-10-13T14:16:17.782" v="104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D0A63A30-3C64-41F6-9171-C9B50F8F7993}" dt="2021-10-13T14:16:17.782" v="104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D0A63A30-3C64-41F6-9171-C9B50F8F7993}" dt="2021-10-13T14:16:09.454" v="81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D0A63A30-3C64-41F6-9171-C9B50F8F7993}" dt="2021-10-13T14:16:07.846" v="79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D0A63A30-3C64-41F6-9171-C9B50F8F7993}" dt="2021-10-13T14:17:09.546" v="13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D0A63A30-3C64-41F6-9171-C9B50F8F7993}" dt="2021-10-13T14:17:09.546" v="13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">
        <pc:chgData name="Danielle Andries" userId="93d179e4-3c18-40f7-920e-ae80b202540d" providerId="ADAL" clId="{D0A63A30-3C64-41F6-9171-C9B50F8F7993}" dt="2021-10-13T14:17:37.098" v="142"/>
        <pc:sldMkLst>
          <pc:docMk/>
          <pc:sldMk cId="3073644457" sldId="284"/>
        </pc:sldMkLst>
        <pc:spChg chg="mod">
          <ac:chgData name="Danielle Andries" userId="93d179e4-3c18-40f7-920e-ae80b202540d" providerId="ADAL" clId="{D0A63A30-3C64-41F6-9171-C9B50F8F7993}" dt="2021-10-13T14:17:37.098" v="142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D0A63A30-3C64-41F6-9171-C9B50F8F7993}" dt="2021-10-13T14:16:43.117" v="136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D0A63A30-3C64-41F6-9171-C9B50F8F7993}" dt="2021-10-13T14:16:39.367" v="132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D0A63A30-3C64-41F6-9171-C9B50F8F7993}" dt="2021-10-13T14:16:43.117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D0A63A30-3C64-41F6-9171-C9B50F8F7993}" dt="2021-10-13T14:16:41.537" v="13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D0A63A30-3C64-41F6-9171-C9B50F8F7993}" dt="2021-10-13T14:17:56.382" v="144"/>
        <pc:sldMkLst>
          <pc:docMk/>
          <pc:sldMk cId="374999572" sldId="290"/>
        </pc:sldMkLst>
        <pc:spChg chg="mod">
          <ac:chgData name="Danielle Andries" userId="93d179e4-3c18-40f7-920e-ae80b202540d" providerId="ADAL" clId="{D0A63A30-3C64-41F6-9171-C9B50F8F7993}" dt="2021-10-13T14:17:56.382" v="144"/>
          <ac:spMkLst>
            <pc:docMk/>
            <pc:sldMk cId="374999572" sldId="290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3790744140" sldId="290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4261538642" sldId="291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554463169" sldId="292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750369082" sldId="293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5B7BBA0C-FA7B-45F9-9661-F907925E5DF7}"/>
    <pc:docChg chg="undo custSel addSld delSld modSld">
      <pc:chgData name="Danielle Andries" userId="93d179e4-3c18-40f7-920e-ae80b202540d" providerId="ADAL" clId="{5B7BBA0C-FA7B-45F9-9661-F907925E5DF7}" dt="2021-10-13T14:00:56.913" v="151"/>
      <pc:docMkLst>
        <pc:docMk/>
      </pc:docMkLst>
      <pc:sldChg chg="modSp mod">
        <pc:chgData name="Danielle Andries" userId="93d179e4-3c18-40f7-920e-ae80b202540d" providerId="ADAL" clId="{5B7BBA0C-FA7B-45F9-9661-F907925E5DF7}" dt="2021-10-13T13:57:50.436" v="62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5B7BBA0C-FA7B-45F9-9661-F907925E5DF7}" dt="2021-10-13T13:57:50.436" v="62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5B7BBA0C-FA7B-45F9-9661-F907925E5DF7}" dt="2021-10-13T13:56:13.375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5B7BBA0C-FA7B-45F9-9661-F907925E5DF7}" dt="2021-10-13T13:56:13.375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5B7BBA0C-FA7B-45F9-9661-F907925E5DF7}" dt="2021-10-13T13:56:02.604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5B7BBA0C-FA7B-45F9-9661-F907925E5DF7}" dt="2021-10-13T13:57:30.425" v="61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5B7BBA0C-FA7B-45F9-9661-F907925E5DF7}" dt="2021-10-13T13:57:30.425" v="61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5B7BBA0C-FA7B-45F9-9661-F907925E5DF7}" dt="2021-10-13T13:57:18.999" v="32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5B7BBA0C-FA7B-45F9-9661-F907925E5DF7}" dt="2021-10-13T13:57:20.978" v="34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5B7BBA0C-FA7B-45F9-9661-F907925E5DF7}" dt="2021-10-13T13:58:17.166" v="10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5B7BBA0C-FA7B-45F9-9661-F907925E5DF7}" dt="2021-10-13T13:58:17.166" v="102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5B7BBA0C-FA7B-45F9-9661-F907925E5DF7}" dt="2021-10-13T13:58:06.700" v="6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5B7BBA0C-FA7B-45F9-9661-F907925E5DF7}" dt="2021-10-13T13:58:05.099" v="6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B7BBA0C-FA7B-45F9-9661-F907925E5DF7}" dt="2021-10-13T13:59:19.397" v="147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5B7BBA0C-FA7B-45F9-9661-F907925E5DF7}" dt="2021-10-13T13:59:19.397" v="147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add mod">
        <pc:chgData name="Danielle Andries" userId="93d179e4-3c18-40f7-920e-ae80b202540d" providerId="ADAL" clId="{5B7BBA0C-FA7B-45F9-9661-F907925E5DF7}" dt="2021-10-13T14:00:56.913" v="151"/>
        <pc:sldMkLst>
          <pc:docMk/>
          <pc:sldMk cId="3073644457" sldId="284"/>
        </pc:sldMkLst>
        <pc:spChg chg="mod">
          <ac:chgData name="Danielle Andries" userId="93d179e4-3c18-40f7-920e-ae80b202540d" providerId="ADAL" clId="{5B7BBA0C-FA7B-45F9-9661-F907925E5DF7}" dt="2021-10-13T14:00:56.913" v="151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5B7BBA0C-FA7B-45F9-9661-F907925E5DF7}" dt="2021-10-13T13:58:42.026" v="145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5B7BBA0C-FA7B-45F9-9661-F907925E5DF7}" dt="2021-10-13T13:58:42.026" v="145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5B7BBA0C-FA7B-45F9-9661-F907925E5DF7}" dt="2021-10-13T13:58:29.309" v="10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5B7BBA0C-FA7B-45F9-9661-F907925E5DF7}" dt="2021-10-13T13:58:26.068" v="10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new del">
        <pc:chgData name="Danielle Andries" userId="93d179e4-3c18-40f7-920e-ae80b202540d" providerId="ADAL" clId="{5B7BBA0C-FA7B-45F9-9661-F907925E5DF7}" dt="2021-10-13T14:00:05.871" v="149" actId="680"/>
        <pc:sldMkLst>
          <pc:docMk/>
          <pc:sldMk cId="3803415604" sldId="290"/>
        </pc:sldMkLst>
      </pc:sldChg>
    </pc:docChg>
  </pc:docChgLst>
  <pc:docChgLst>
    <pc:chgData name="Danielle Andries" userId="93d179e4-3c18-40f7-920e-ae80b202540d" providerId="ADAL" clId="{B46025A7-E589-4F58-9204-C95A9366FAF8}"/>
    <pc:docChg chg="undo custSel addSld modSld sldOrd">
      <pc:chgData name="Danielle Andries" userId="93d179e4-3c18-40f7-920e-ae80b202540d" providerId="ADAL" clId="{B46025A7-E589-4F58-9204-C95A9366FAF8}" dt="2021-10-13T14:10:00.625" v="169" actId="20577"/>
      <pc:docMkLst>
        <pc:docMk/>
      </pc:docMkLst>
      <pc:sldChg chg="modSp mod">
        <pc:chgData name="Danielle Andries" userId="93d179e4-3c18-40f7-920e-ae80b202540d" providerId="ADAL" clId="{B46025A7-E589-4F58-9204-C95A9366FAF8}" dt="2021-10-13T14:09:14.124" v="164" actId="27636"/>
        <pc:sldMkLst>
          <pc:docMk/>
          <pc:sldMk cId="3676537154" sldId="256"/>
        </pc:sldMkLst>
        <pc:spChg chg="mod">
          <ac:chgData name="Danielle Andries" userId="93d179e4-3c18-40f7-920e-ae80b202540d" providerId="ADAL" clId="{B46025A7-E589-4F58-9204-C95A9366FAF8}" dt="2021-10-13T14:09:14.124" v="164" actId="2763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B46025A7-E589-4F58-9204-C95A9366FAF8}" dt="2021-10-13T14:05:32.559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B46025A7-E589-4F58-9204-C95A9366FAF8}" dt="2021-10-13T14:05:32.559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B46025A7-E589-4F58-9204-C95A9366FAF8}" dt="2021-10-13T14:05:20.78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B46025A7-E589-4F58-9204-C95A9366FAF8}" dt="2021-10-13T14:06:36.244" v="70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B46025A7-E589-4F58-9204-C95A9366FAF8}" dt="2021-10-13T14:06:36.244" v="70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B46025A7-E589-4F58-9204-C95A9366FAF8}" dt="2021-10-13T14:05:57.012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B46025A7-E589-4F58-9204-C95A9366FAF8}" dt="2021-10-13T14:05:55.472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B46025A7-E589-4F58-9204-C95A9366FAF8}" dt="2021-10-13T14:07:23.644" v="9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B46025A7-E589-4F58-9204-C95A9366FAF8}" dt="2021-10-13T14:07:23.644" v="9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B46025A7-E589-4F58-9204-C95A9366FAF8}" dt="2021-10-13T14:07:14.749" v="7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B46025A7-E589-4F58-9204-C95A9366FAF8}" dt="2021-10-13T14:07:13.157" v="7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B46025A7-E589-4F58-9204-C95A9366FAF8}" dt="2021-10-13T14:10:00.625" v="16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B46025A7-E589-4F58-9204-C95A9366FAF8}" dt="2021-10-13T14:10:00.625" v="16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 modNotes">
        <pc:chgData name="Danielle Andries" userId="93d179e4-3c18-40f7-920e-ae80b202540d" providerId="ADAL" clId="{B46025A7-E589-4F58-9204-C95A9366FAF8}" dt="2021-10-13T14:09:45.599" v="167"/>
        <pc:sldMkLst>
          <pc:docMk/>
          <pc:sldMk cId="3073644457" sldId="284"/>
        </pc:sldMkLst>
        <pc:spChg chg="mod">
          <ac:chgData name="Danielle Andries" userId="93d179e4-3c18-40f7-920e-ae80b202540d" providerId="ADAL" clId="{B46025A7-E589-4F58-9204-C95A9366FAF8}" dt="2021-10-13T14:09:45.599" v="167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B46025A7-E589-4F58-9204-C95A9366FAF8}" dt="2021-10-13T14:07:44.196" v="134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B46025A7-E589-4F58-9204-C95A9366FAF8}" dt="2021-10-13T14:07:44.196" v="134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7:36.699" v="102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B46025A7-E589-4F58-9204-C95A9366FAF8}" dt="2021-10-13T14:07:34.722" v="10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B46025A7-E589-4F58-9204-C95A9366FAF8}" dt="2021-10-13T14:08:36.841" v="157" actId="20577"/>
        <pc:sldMkLst>
          <pc:docMk/>
          <pc:sldMk cId="3790744140" sldId="290"/>
        </pc:sldMkLst>
        <pc:spChg chg="mod">
          <ac:chgData name="Danielle Andries" userId="93d179e4-3c18-40f7-920e-ae80b202540d" providerId="ADAL" clId="{B46025A7-E589-4F58-9204-C95A9366FAF8}" dt="2021-10-13T14:08:36.841" v="157" actId="20577"/>
          <ac:spMkLst>
            <pc:docMk/>
            <pc:sldMk cId="3790744140" sldId="290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8:29.446" v="141" actId="20577"/>
          <ac:spMkLst>
            <pc:docMk/>
            <pc:sldMk cId="3790744140" sldId="290"/>
            <ac:spMk id="3" creationId="{1F39D58A-425E-4AFF-8B6F-6914EE1DDCD9}"/>
          </ac:spMkLst>
        </pc:spChg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4261538642" sldId="291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554463169" sldId="292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750369082" sldId="293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7B049343-B7AB-4F32-BDAE-F822FBED966C}"/>
    <pc:docChg chg="custSel addSld delSld modSld">
      <pc:chgData name="Danielle Andries" userId="93d179e4-3c18-40f7-920e-ae80b202540d" providerId="ADAL" clId="{7B049343-B7AB-4F32-BDAE-F822FBED966C}" dt="2021-10-13T13:54:53.477" v="182" actId="2696"/>
      <pc:docMkLst>
        <pc:docMk/>
      </pc:docMkLst>
      <pc:sldChg chg="modSp mod">
        <pc:chgData name="Danielle Andries" userId="93d179e4-3c18-40f7-920e-ae80b202540d" providerId="ADAL" clId="{7B049343-B7AB-4F32-BDAE-F822FBED966C}" dt="2021-10-13T13:53:48.124" v="110"/>
        <pc:sldMkLst>
          <pc:docMk/>
          <pc:sldMk cId="3676537154" sldId="256"/>
        </pc:sldMkLst>
        <pc:spChg chg="mod">
          <ac:chgData name="Danielle Andries" userId="93d179e4-3c18-40f7-920e-ae80b202540d" providerId="ADAL" clId="{7B049343-B7AB-4F32-BDAE-F822FBED966C}" dt="2021-10-13T13:53:48.124" v="110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B049343-B7AB-4F32-BDAE-F822FBED966C}" dt="2021-10-13T13:51:36.230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7B049343-B7AB-4F32-BDAE-F822FBED966C}" dt="2021-10-13T13:51:36.230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B049343-B7AB-4F32-BDAE-F822FBED966C}" dt="2021-10-13T13:51:2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B049343-B7AB-4F32-BDAE-F822FBED966C}" dt="2021-10-13T13:51:54.383" v="6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B049343-B7AB-4F32-BDAE-F822FBED966C}" dt="2021-10-13T13:51:54.383" v="68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B049343-B7AB-4F32-BDAE-F822FBED966C}" dt="2021-10-13T13:51:43.268" v="27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B049343-B7AB-4F32-BDAE-F822FBED966C}" dt="2021-10-13T13:51:45.838" v="2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B049343-B7AB-4F32-BDAE-F822FBED966C}" dt="2021-10-13T13:52:25.678" v="10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7B049343-B7AB-4F32-BDAE-F822FBED966C}" dt="2021-10-13T13:52:25.678" v="10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B049343-B7AB-4F32-BDAE-F822FBED966C}" dt="2021-10-13T13:52:18.157" v="7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B049343-B7AB-4F32-BDAE-F822FBED966C}" dt="2021-10-13T13:52:16.540" v="7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7B049343-B7AB-4F32-BDAE-F822FBED966C}" dt="2021-10-13T13:54:53.477" v="182" actId="2696"/>
        <pc:sldMkLst>
          <pc:docMk/>
          <pc:sldMk cId="3073644457" sldId="284"/>
        </pc:sldMkLst>
      </pc:sldChg>
      <pc:sldChg chg="modSp new mod">
        <pc:chgData name="Danielle Andries" userId="93d179e4-3c18-40f7-920e-ae80b202540d" providerId="ADAL" clId="{7B049343-B7AB-4F32-BDAE-F822FBED966C}" dt="2021-10-13T13:54:31.558" v="179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7B049343-B7AB-4F32-BDAE-F822FBED966C}" dt="2021-10-13T13:54:31.558" v="179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7B049343-B7AB-4F32-BDAE-F822FBED966C}" dt="2021-10-13T13:54:22.668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7B049343-B7AB-4F32-BDAE-F822FBED966C}" dt="2021-10-13T13:54:16.828" v="12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685463285" sldId="286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2554177378" sldId="287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1567903217" sldId="288"/>
        </pc:sldMkLst>
      </pc:sldChg>
      <pc:sldChg chg="add">
        <pc:chgData name="Danielle Andries" userId="93d179e4-3c18-40f7-920e-ae80b202540d" providerId="ADAL" clId="{7B049343-B7AB-4F32-BDAE-F822FBED966C}" dt="2021-10-13T13:54:40.371" v="181"/>
        <pc:sldMkLst>
          <pc:docMk/>
          <pc:sldMk cId="3965838131" sldId="289"/>
        </pc:sldMkLst>
      </pc:sldChg>
    </pc:docChg>
  </pc:docChgLst>
  <pc:docChgLst>
    <pc:chgData name="Lisa Bock" userId="1f2a7945151d6011" providerId="LiveId" clId="{0D343BD9-9CD2-4BB3-84FA-1162B920CED8}"/>
    <pc:docChg chg="undo redo custSel addSld delSld modSld">
      <pc:chgData name="Lisa Bock" userId="1f2a7945151d6011" providerId="LiveId" clId="{0D343BD9-9CD2-4BB3-84FA-1162B920CED8}" dt="2021-10-26T15:46:33.302" v="1820" actId="20577"/>
      <pc:docMkLst>
        <pc:docMk/>
      </pc:docMkLst>
      <pc:sldChg chg="modSp mod">
        <pc:chgData name="Lisa Bock" userId="1f2a7945151d6011" providerId="LiveId" clId="{0D343BD9-9CD2-4BB3-84FA-1162B920CED8}" dt="2021-10-26T15:14:48.030" v="1156"/>
        <pc:sldMkLst>
          <pc:docMk/>
          <pc:sldMk cId="2700514735" sldId="260"/>
        </pc:sldMkLst>
        <pc:spChg chg="mod">
          <ac:chgData name="Lisa Bock" userId="1f2a7945151d6011" providerId="LiveId" clId="{0D343BD9-9CD2-4BB3-84FA-1162B920CED8}" dt="2021-10-25T16:20:23.040" v="215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5:14:48.030" v="1156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0D343BD9-9CD2-4BB3-84FA-1162B920CED8}" dt="2021-10-26T15:19:25.291" v="1330" actId="20577"/>
        <pc:sldMkLst>
          <pc:docMk/>
          <pc:sldMk cId="1379302974" sldId="261"/>
        </pc:sldMkLst>
        <pc:spChg chg="mod">
          <ac:chgData name="Lisa Bock" userId="1f2a7945151d6011" providerId="LiveId" clId="{0D343BD9-9CD2-4BB3-84FA-1162B920CED8}" dt="2021-10-26T15:19:25.291" v="1330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0D343BD9-9CD2-4BB3-84FA-1162B920CED8}" dt="2021-10-26T15:15:00.235" v="1157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">
        <pc:chgData name="Lisa Bock" userId="1f2a7945151d6011" providerId="LiveId" clId="{0D343BD9-9CD2-4BB3-84FA-1162B920CED8}" dt="2021-10-26T15:16:21.464" v="1216" actId="6549"/>
        <pc:sldMkLst>
          <pc:docMk/>
          <pc:sldMk cId="1766491834" sldId="264"/>
        </pc:sldMkLst>
        <pc:spChg chg="mod">
          <ac:chgData name="Lisa Bock" userId="1f2a7945151d6011" providerId="LiveId" clId="{0D343BD9-9CD2-4BB3-84FA-1162B920CED8}" dt="2021-10-26T15:01:42.409" v="915" actId="20577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5:16:21.464" v="1216" actId="6549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">
        <pc:chgData name="Lisa Bock" userId="1f2a7945151d6011" providerId="LiveId" clId="{0D343BD9-9CD2-4BB3-84FA-1162B920CED8}" dt="2021-10-25T16:22:22.728" v="287" actId="20577"/>
        <pc:sldMkLst>
          <pc:docMk/>
          <pc:sldMk cId="2528030650" sldId="265"/>
        </pc:sldMkLst>
        <pc:spChg chg="mod">
          <ac:chgData name="Lisa Bock" userId="1f2a7945151d6011" providerId="LiveId" clId="{0D343BD9-9CD2-4BB3-84FA-1162B920CED8}" dt="2021-10-25T16:21:34.443" v="277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5T16:22:22.728" v="287" actId="20577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0D343BD9-9CD2-4BB3-84FA-1162B920CED8}" dt="2021-10-26T15:22:11.891" v="1339" actId="6549"/>
        <pc:sldMkLst>
          <pc:docMk/>
          <pc:sldMk cId="2996616140" sldId="267"/>
        </pc:sldMkLst>
        <pc:spChg chg="mod">
          <ac:chgData name="Lisa Bock" userId="1f2a7945151d6011" providerId="LiveId" clId="{0D343BD9-9CD2-4BB3-84FA-1162B920CED8}" dt="2021-10-23T18:39:45.708" v="9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5:22:11.891" v="1339" actId="6549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">
        <pc:chgData name="Lisa Bock" userId="1f2a7945151d6011" providerId="LiveId" clId="{0D343BD9-9CD2-4BB3-84FA-1162B920CED8}" dt="2021-10-26T15:34:14.624" v="1613" actId="20577"/>
        <pc:sldMkLst>
          <pc:docMk/>
          <pc:sldMk cId="443996997" sldId="268"/>
        </pc:sldMkLst>
        <pc:spChg chg="mod">
          <ac:chgData name="Lisa Bock" userId="1f2a7945151d6011" providerId="LiveId" clId="{0D343BD9-9CD2-4BB3-84FA-1162B920CED8}" dt="2021-10-23T18:39:55.512" v="100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5:34:14.624" v="1613" actId="20577"/>
          <ac:spMkLst>
            <pc:docMk/>
            <pc:sldMk cId="443996997" sldId="268"/>
            <ac:spMk id="3" creationId="{D265882B-10E2-446D-A76D-9CAE7BFA8BE6}"/>
          </ac:spMkLst>
        </pc:spChg>
      </pc:sldChg>
      <pc:sldChg chg="modSp mod">
        <pc:chgData name="Lisa Bock" userId="1f2a7945151d6011" providerId="LiveId" clId="{0D343BD9-9CD2-4BB3-84FA-1162B920CED8}" dt="2021-10-26T15:31:29.994" v="1577" actId="20577"/>
        <pc:sldMkLst>
          <pc:docMk/>
          <pc:sldMk cId="1387039101" sldId="269"/>
        </pc:sldMkLst>
        <pc:spChg chg="mod">
          <ac:chgData name="Lisa Bock" userId="1f2a7945151d6011" providerId="LiveId" clId="{0D343BD9-9CD2-4BB3-84FA-1162B920CED8}" dt="2021-10-23T18:40:03.793" v="101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5:31:29.994" v="1577" actId="20577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0D343BD9-9CD2-4BB3-84FA-1162B920CED8}" dt="2021-10-26T15:45:08.963" v="1817" actId="6549"/>
        <pc:sldMkLst>
          <pc:docMk/>
          <pc:sldMk cId="1555248704" sldId="270"/>
        </pc:sldMkLst>
        <pc:spChg chg="mod">
          <ac:chgData name="Lisa Bock" userId="1f2a7945151d6011" providerId="LiveId" clId="{0D343BD9-9CD2-4BB3-84FA-1162B920CED8}" dt="2021-10-26T15:45:08.963" v="1817" actId="6549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0D343BD9-9CD2-4BB3-84FA-1162B920CED8}" dt="2021-10-26T15:20:13.749" v="1331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0D343BD9-9CD2-4BB3-84FA-1162B920CED8}" dt="2021-10-26T15:46:33.302" v="1820" actId="20577"/>
        <pc:sldMkLst>
          <pc:docMk/>
          <pc:sldMk cId="685463285" sldId="286"/>
        </pc:sldMkLst>
        <pc:spChg chg="mod">
          <ac:chgData name="Lisa Bock" userId="1f2a7945151d6011" providerId="LiveId" clId="{0D343BD9-9CD2-4BB3-84FA-1162B920CED8}" dt="2021-10-23T20:55:07.877" v="162"/>
          <ac:spMkLst>
            <pc:docMk/>
            <pc:sldMk cId="685463285" sldId="286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01:50:34.005" v="649" actId="20577"/>
          <ac:spMkLst>
            <pc:docMk/>
            <pc:sldMk cId="685463285" sldId="286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0D343BD9-9CD2-4BB3-84FA-1162B920CED8}" dt="2021-10-26T01:44:23.611" v="441" actId="6549"/>
        <pc:sldMkLst>
          <pc:docMk/>
          <pc:sldMk cId="2554177378" sldId="287"/>
        </pc:sldMkLst>
        <pc:spChg chg="mod">
          <ac:chgData name="Lisa Bock" userId="1f2a7945151d6011" providerId="LiveId" clId="{0D343BD9-9CD2-4BB3-84FA-1162B920CED8}" dt="2021-10-23T20:55:20.511" v="165"/>
          <ac:spMkLst>
            <pc:docMk/>
            <pc:sldMk cId="2554177378" sldId="287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01:44:23.611" v="441" actId="6549"/>
          <ac:spMkLst>
            <pc:docMk/>
            <pc:sldMk cId="2554177378" sldId="287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0D343BD9-9CD2-4BB3-84FA-1162B920CED8}" dt="2021-10-26T01:45:55.405" v="460" actId="6549"/>
        <pc:sldMkLst>
          <pc:docMk/>
          <pc:sldMk cId="1567903217" sldId="288"/>
        </pc:sldMkLst>
        <pc:spChg chg="mod">
          <ac:chgData name="Lisa Bock" userId="1f2a7945151d6011" providerId="LiveId" clId="{0D343BD9-9CD2-4BB3-84FA-1162B920CED8}" dt="2021-10-26T01:45:03.803" v="448"/>
          <ac:spMkLst>
            <pc:docMk/>
            <pc:sldMk cId="1567903217" sldId="288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01:45:55.405" v="460" actId="6549"/>
          <ac:spMkLst>
            <pc:docMk/>
            <pc:sldMk cId="1567903217" sldId="288"/>
            <ac:spMk id="3" creationId="{D265882B-10E2-446D-A76D-9CAE7BFA8BE6}"/>
          </ac:spMkLst>
        </pc:spChg>
      </pc:sldChg>
      <pc:sldChg chg="modSp mod">
        <pc:chgData name="Lisa Bock" userId="1f2a7945151d6011" providerId="LiveId" clId="{0D343BD9-9CD2-4BB3-84FA-1162B920CED8}" dt="2021-10-26T01:52:42.150" v="801" actId="20577"/>
        <pc:sldMkLst>
          <pc:docMk/>
          <pc:sldMk cId="3965838131" sldId="289"/>
        </pc:sldMkLst>
        <pc:spChg chg="mod">
          <ac:chgData name="Lisa Bock" userId="1f2a7945151d6011" providerId="LiveId" clId="{0D343BD9-9CD2-4BB3-84FA-1162B920CED8}" dt="2021-10-26T01:52:42.150" v="801" actId="20577"/>
          <ac:spMkLst>
            <pc:docMk/>
            <pc:sldMk cId="3965838131" sldId="289"/>
            <ac:spMk id="2" creationId="{00910985-B36C-4A8C-8F00-496036FF49CE}"/>
          </ac:spMkLst>
        </pc:spChg>
        <pc:spChg chg="mod">
          <ac:chgData name="Lisa Bock" userId="1f2a7945151d6011" providerId="LiveId" clId="{0D343BD9-9CD2-4BB3-84FA-1162B920CED8}" dt="2021-10-23T20:56:21.904" v="172"/>
          <ac:spMkLst>
            <pc:docMk/>
            <pc:sldMk cId="3965838131" sldId="289"/>
            <ac:spMk id="3" creationId="{741BF6B6-2A64-4049-9A00-5F58CF8B2C57}"/>
          </ac:spMkLst>
        </pc:spChg>
      </pc:sldChg>
      <pc:sldChg chg="modSp new mod modNotesTx">
        <pc:chgData name="Lisa Bock" userId="1f2a7945151d6011" providerId="LiveId" clId="{0D343BD9-9CD2-4BB3-84FA-1162B920CED8}" dt="2021-10-26T15:11:49.617" v="1071" actId="108"/>
        <pc:sldMkLst>
          <pc:docMk/>
          <pc:sldMk cId="2722188580" sldId="290"/>
        </pc:sldMkLst>
        <pc:spChg chg="mod">
          <ac:chgData name="Lisa Bock" userId="1f2a7945151d6011" providerId="LiveId" clId="{0D343BD9-9CD2-4BB3-84FA-1162B920CED8}" dt="2021-10-25T16:22:34.768" v="304" actId="20577"/>
          <ac:spMkLst>
            <pc:docMk/>
            <pc:sldMk cId="2722188580" sldId="290"/>
            <ac:spMk id="2" creationId="{28F33675-8601-4209-B533-8B3C1C31322A}"/>
          </ac:spMkLst>
        </pc:spChg>
        <pc:spChg chg="mod">
          <ac:chgData name="Lisa Bock" userId="1f2a7945151d6011" providerId="LiveId" clId="{0D343BD9-9CD2-4BB3-84FA-1162B920CED8}" dt="2021-10-26T15:11:49.617" v="1071" actId="108"/>
          <ac:spMkLst>
            <pc:docMk/>
            <pc:sldMk cId="2722188580" sldId="290"/>
            <ac:spMk id="3" creationId="{B08A9D94-999D-4E12-BD4C-BE7934CCBA8F}"/>
          </ac:spMkLst>
        </pc:spChg>
      </pc:sldChg>
      <pc:sldChg chg="modSp add mod">
        <pc:chgData name="Lisa Bock" userId="1f2a7945151d6011" providerId="LiveId" clId="{0D343BD9-9CD2-4BB3-84FA-1162B920CED8}" dt="2021-10-26T15:43:07.831" v="1762" actId="20577"/>
        <pc:sldMkLst>
          <pc:docMk/>
          <pc:sldMk cId="1133811640" sldId="291"/>
        </pc:sldMkLst>
        <pc:spChg chg="mod">
          <ac:chgData name="Lisa Bock" userId="1f2a7945151d6011" providerId="LiveId" clId="{0D343BD9-9CD2-4BB3-84FA-1162B920CED8}" dt="2021-10-26T15:43:07.831" v="1762" actId="20577"/>
          <ac:spMkLst>
            <pc:docMk/>
            <pc:sldMk cId="1133811640" sldId="291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2:41:05.414" v="814" actId="27636"/>
          <ac:spMkLst>
            <pc:docMk/>
            <pc:sldMk cId="1133811640" sldId="291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0D343BD9-9CD2-4BB3-84FA-1162B920CED8}" dt="2021-10-23T21:00:13.651" v="210" actId="47"/>
        <pc:sldMkLst>
          <pc:docMk/>
          <pc:sldMk cId="561356122" sldId="292"/>
        </pc:sldMkLst>
        <pc:spChg chg="mod">
          <ac:chgData name="Lisa Bock" userId="1f2a7945151d6011" providerId="LiveId" clId="{0D343BD9-9CD2-4BB3-84FA-1162B920CED8}" dt="2021-10-23T20:55:33.251" v="168"/>
          <ac:spMkLst>
            <pc:docMk/>
            <pc:sldMk cId="561356122" sldId="292"/>
            <ac:spMk id="2" creationId="{A92B708E-4083-4962-9240-C5792BEC3394}"/>
          </ac:spMkLst>
        </pc:spChg>
      </pc:sldChg>
      <pc:sldChg chg="add del">
        <pc:chgData name="Lisa Bock" userId="1f2a7945151d6011" providerId="LiveId" clId="{0D343BD9-9CD2-4BB3-84FA-1162B920CED8}" dt="2021-10-23T18:43:47.005" v="158" actId="2696"/>
        <pc:sldMkLst>
          <pc:docMk/>
          <pc:sldMk cId="3096783617" sldId="292"/>
        </pc:sldMkLst>
      </pc:sldChg>
      <pc:sldChg chg="add del">
        <pc:chgData name="Lisa Bock" userId="1f2a7945151d6011" providerId="LiveId" clId="{0D343BD9-9CD2-4BB3-84FA-1162B920CED8}" dt="2021-10-23T18:43:47.005" v="158" actId="2696"/>
        <pc:sldMkLst>
          <pc:docMk/>
          <pc:sldMk cId="863213848" sldId="293"/>
        </pc:sldMkLst>
      </pc:sldChg>
      <pc:sldChg chg="add del">
        <pc:chgData name="Lisa Bock" userId="1f2a7945151d6011" providerId="LiveId" clId="{0D343BD9-9CD2-4BB3-84FA-1162B920CED8}" dt="2021-10-23T21:00:14.803" v="211" actId="47"/>
        <pc:sldMkLst>
          <pc:docMk/>
          <pc:sldMk cId="3730355225" sldId="293"/>
        </pc:sldMkLst>
      </pc:sldChg>
      <pc:sldChg chg="add del">
        <pc:chgData name="Lisa Bock" userId="1f2a7945151d6011" providerId="LiveId" clId="{0D343BD9-9CD2-4BB3-84FA-1162B920CED8}" dt="2021-10-23T21:00:15.945" v="212" actId="47"/>
        <pc:sldMkLst>
          <pc:docMk/>
          <pc:sldMk cId="808998217" sldId="294"/>
        </pc:sldMkLst>
      </pc:sldChg>
      <pc:sldChg chg="add del">
        <pc:chgData name="Lisa Bock" userId="1f2a7945151d6011" providerId="LiveId" clId="{0D343BD9-9CD2-4BB3-84FA-1162B920CED8}" dt="2021-10-23T18:43:47.005" v="158" actId="2696"/>
        <pc:sldMkLst>
          <pc:docMk/>
          <pc:sldMk cId="2340906046" sldId="294"/>
        </pc:sldMkLst>
      </pc:sldChg>
      <pc:sldChg chg="add del">
        <pc:chgData name="Lisa Bock" userId="1f2a7945151d6011" providerId="LiveId" clId="{0D343BD9-9CD2-4BB3-84FA-1162B920CED8}" dt="2021-10-23T18:43:47.005" v="158" actId="2696"/>
        <pc:sldMkLst>
          <pc:docMk/>
          <pc:sldMk cId="1369528526" sldId="295"/>
        </pc:sldMkLst>
      </pc:sldChg>
      <pc:sldChg chg="add del">
        <pc:chgData name="Lisa Bock" userId="1f2a7945151d6011" providerId="LiveId" clId="{0D343BD9-9CD2-4BB3-84FA-1162B920CED8}" dt="2021-10-23T21:00:16.858" v="213" actId="47"/>
        <pc:sldMkLst>
          <pc:docMk/>
          <pc:sldMk cId="1900928612" sldId="295"/>
        </pc:sldMkLst>
      </pc:sldChg>
      <pc:sldChg chg="add del">
        <pc:chgData name="Lisa Bock" userId="1f2a7945151d6011" providerId="LiveId" clId="{0D343BD9-9CD2-4BB3-84FA-1162B920CED8}" dt="2021-10-23T18:43:47.005" v="158" actId="2696"/>
        <pc:sldMkLst>
          <pc:docMk/>
          <pc:sldMk cId="786575026" sldId="296"/>
        </pc:sldMkLst>
      </pc:sldChg>
      <pc:sldChg chg="add del">
        <pc:chgData name="Lisa Bock" userId="1f2a7945151d6011" providerId="LiveId" clId="{0D343BD9-9CD2-4BB3-84FA-1162B920CED8}" dt="2021-10-23T21:00:17.809" v="214" actId="47"/>
        <pc:sldMkLst>
          <pc:docMk/>
          <pc:sldMk cId="3137479866" sldId="296"/>
        </pc:sldMkLst>
      </pc:sldChg>
      <pc:sldChg chg="modSp add mod modNotesTx">
        <pc:chgData name="Lisa Bock" userId="1f2a7945151d6011" providerId="LiveId" clId="{0D343BD9-9CD2-4BB3-84FA-1162B920CED8}" dt="2021-10-26T15:25:21.887" v="1428" actId="20577"/>
        <pc:sldMkLst>
          <pc:docMk/>
          <pc:sldMk cId="2235295466" sldId="297"/>
        </pc:sldMkLst>
        <pc:spChg chg="mod">
          <ac:chgData name="Lisa Bock" userId="1f2a7945151d6011" providerId="LiveId" clId="{0D343BD9-9CD2-4BB3-84FA-1162B920CED8}" dt="2021-10-26T15:24:49.176" v="1402" actId="20577"/>
          <ac:spMkLst>
            <pc:docMk/>
            <pc:sldMk cId="2235295466" sldId="297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5:25:21.887" v="1428" actId="20577"/>
          <ac:spMkLst>
            <pc:docMk/>
            <pc:sldMk cId="2235295466" sldId="297"/>
            <ac:spMk id="3" creationId="{D265882B-10E2-446D-A76D-9CAE7BFA8BE6}"/>
          </ac:spMkLst>
        </pc:spChg>
      </pc:sldChg>
      <pc:sldChg chg="modSp add mod">
        <pc:chgData name="Lisa Bock" userId="1f2a7945151d6011" providerId="LiveId" clId="{0D343BD9-9CD2-4BB3-84FA-1162B920CED8}" dt="2021-10-26T15:43:40.622" v="1775" actId="20577"/>
        <pc:sldMkLst>
          <pc:docMk/>
          <pc:sldMk cId="4054947244" sldId="298"/>
        </pc:sldMkLst>
        <pc:spChg chg="mod">
          <ac:chgData name="Lisa Bock" userId="1f2a7945151d6011" providerId="LiveId" clId="{0D343BD9-9CD2-4BB3-84FA-1162B920CED8}" dt="2021-10-26T15:43:40.622" v="1775" actId="20577"/>
          <ac:spMkLst>
            <pc:docMk/>
            <pc:sldMk cId="4054947244" sldId="298"/>
            <ac:spMk id="2" creationId="{A92B708E-4083-4962-9240-C5792BEC3394}"/>
          </ac:spMkLst>
        </pc:spChg>
        <pc:spChg chg="mod">
          <ac:chgData name="Lisa Bock" userId="1f2a7945151d6011" providerId="LiveId" clId="{0D343BD9-9CD2-4BB3-84FA-1162B920CED8}" dt="2021-10-26T12:41:50.391" v="817" actId="20577"/>
          <ac:spMkLst>
            <pc:docMk/>
            <pc:sldMk cId="4054947244" sldId="298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0D343BD9-9CD2-4BB3-84FA-1162B920CED8}" dt="2021-10-23T20:58:27.566" v="196" actId="2696"/>
        <pc:sldMkLst>
          <pc:docMk/>
          <pc:sldMk cId="4263055389" sldId="298"/>
        </pc:sldMkLst>
        <pc:spChg chg="mod">
          <ac:chgData name="Lisa Bock" userId="1f2a7945151d6011" providerId="LiveId" clId="{0D343BD9-9CD2-4BB3-84FA-1162B920CED8}" dt="2021-10-23T20:57:45.233" v="192" actId="21"/>
          <ac:spMkLst>
            <pc:docMk/>
            <pc:sldMk cId="4263055389" sldId="298"/>
            <ac:spMk id="3" creationId="{D265882B-10E2-446D-A76D-9CAE7BFA8BE6}"/>
          </ac:spMkLst>
        </pc:spChg>
      </pc:sldChg>
    </pc:docChg>
  </pc:docChgLst>
  <pc:docChgLst>
    <pc:chgData name="Danielle Andries" userId="93d179e4-3c18-40f7-920e-ae80b202540d" providerId="ADAL" clId="{25179D02-9872-47A4-B80B-42A822E93541}"/>
    <pc:docChg chg="delSld modSld">
      <pc:chgData name="Danielle Andries" userId="93d179e4-3c18-40f7-920e-ae80b202540d" providerId="ADAL" clId="{25179D02-9872-47A4-B80B-42A822E93541}" dt="2021-10-13T14:27:05.177" v="158" actId="20577"/>
      <pc:docMkLst>
        <pc:docMk/>
      </pc:docMkLst>
      <pc:sldChg chg="modSp mod">
        <pc:chgData name="Danielle Andries" userId="93d179e4-3c18-40f7-920e-ae80b202540d" providerId="ADAL" clId="{25179D02-9872-47A4-B80B-42A822E93541}" dt="2021-10-13T14:25:59.759" v="86"/>
        <pc:sldMkLst>
          <pc:docMk/>
          <pc:sldMk cId="3676537154" sldId="256"/>
        </pc:sldMkLst>
        <pc:spChg chg="mod">
          <ac:chgData name="Danielle Andries" userId="93d179e4-3c18-40f7-920e-ae80b202540d" providerId="ADAL" clId="{25179D02-9872-47A4-B80B-42A822E93541}" dt="2021-10-13T14:25:59.759" v="8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25179D02-9872-47A4-B80B-42A822E93541}" dt="2021-10-13T14:25:20.474" v="44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25179D02-9872-47A4-B80B-42A822E93541}" dt="2021-10-13T14:25:20.474" v="44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25179D02-9872-47A4-B80B-42A822E93541}" dt="2021-10-13T14:25:04.741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25179D02-9872-47A4-B80B-42A822E93541}" dt="2021-10-13T14:25:45.649" v="85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25179D02-9872-47A4-B80B-42A822E93541}" dt="2021-10-13T14:25:45.649" v="85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25179D02-9872-47A4-B80B-42A822E93541}" dt="2021-10-13T14:25:35.396" v="48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25179D02-9872-47A4-B80B-42A822E93541}" dt="2021-10-13T14:25:33.342" v="46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25179D02-9872-47A4-B80B-42A822E93541}" dt="2021-10-13T14:26:30.162" v="11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25179D02-9872-47A4-B80B-42A822E93541}" dt="2021-10-13T14:26:30.162" v="112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25179D02-9872-47A4-B80B-42A822E93541}" dt="2021-10-13T14:26:25.131" v="90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25179D02-9872-47A4-B80B-42A822E93541}" dt="2021-10-13T14:26:23.174" v="88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25179D02-9872-47A4-B80B-42A822E93541}" dt="2021-10-13T14:27:05.177" v="158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25179D02-9872-47A4-B80B-42A822E93541}" dt="2021-10-13T14:27:05.177" v="158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del">
        <pc:chgData name="Danielle Andries" userId="93d179e4-3c18-40f7-920e-ae80b202540d" providerId="ADAL" clId="{25179D02-9872-47A4-B80B-42A822E93541}" dt="2021-10-13T14:26:39.695" v="114" actId="47"/>
        <pc:sldMkLst>
          <pc:docMk/>
          <pc:sldMk cId="3073644457" sldId="284"/>
        </pc:sldMkLst>
      </pc:sldChg>
      <pc:sldChg chg="modSp mod">
        <pc:chgData name="Danielle Andries" userId="93d179e4-3c18-40f7-920e-ae80b202540d" providerId="ADAL" clId="{25179D02-9872-47A4-B80B-42A822E93541}" dt="2021-10-13T14:26:52.802" v="156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25179D02-9872-47A4-B80B-42A822E93541}" dt="2021-10-13T14:26:52.802" v="156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25179D02-9872-47A4-B80B-42A822E93541}" dt="2021-10-13T14:26:44.810" v="118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25179D02-9872-47A4-B80B-42A822E93541}" dt="2021-10-13T14:26:43.313" v="116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del">
        <pc:chgData name="Danielle Andries" userId="93d179e4-3c18-40f7-920e-ae80b202540d" providerId="ADAL" clId="{25179D02-9872-47A4-B80B-42A822E93541}" dt="2021-10-13T14:26:36.330" v="113" actId="47"/>
        <pc:sldMkLst>
          <pc:docMk/>
          <pc:sldMk cId="374999572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adisframework.com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able.com/blog/how-to-leverage-nessus-scan-reports-for-better-vulnerability-assessment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 to think about a PenTest in their environments.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Who would the 3 contacts in their environment?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 if they have experienced a PenTest.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Who were the contacts that were used.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Open discussion, encourage participation.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If no students volunteer, maybe discuss a PenTest you participated in.</a:t>
            </a:r>
          </a:p>
          <a:p>
            <a:pPr algn="l"/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36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5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Discuss these with the students.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Get their perspectives.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Can they think of any other reasons to communicate with the client?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78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1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 who have participated in a PenTest (as PenTesters or customers) how they experienced presentation of findings.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If no students participate, be ready with stories and information from your experience.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40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 to search for information on reporting.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Use this link if needed:</a:t>
            </a: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https://dradisframework.com/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27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Ask students to search for information on reporting.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Use this link if needed:</a:t>
            </a:r>
          </a:p>
          <a:p>
            <a:pPr algn="l"/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https://www.tenable.com/blog/how-to-leverage-nessus-scan-reports-for-better-vulnerability-assessment</a:t>
            </a:r>
            <a:endParaRPr lang="en-US" b="0" i="1" dirty="0">
              <a:solidFill>
                <a:srgbClr val="45545F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7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Communicating During the </a:t>
            </a:r>
            <a:r>
              <a:rPr lang="en-US" dirty="0" err="1"/>
              <a:t>PenTesting</a:t>
            </a:r>
            <a:r>
              <a:rPr lang="en-US" dirty="0"/>
              <a:t>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17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59"/>
            <a:ext cx="8870950" cy="4337605"/>
          </a:xfrm>
        </p:spPr>
        <p:txBody>
          <a:bodyPr>
            <a:normAutofit/>
          </a:bodyPr>
          <a:lstStyle/>
          <a:p>
            <a:r>
              <a:rPr lang="en-US" dirty="0"/>
              <a:t>Explain the importance of communication during the penetration testing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Define the Communication 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17A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Communication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communication with all stakeholders during the PenTest is essential for the success of the PenTest. </a:t>
            </a:r>
          </a:p>
          <a:p>
            <a:r>
              <a:rPr lang="en-US" dirty="0"/>
              <a:t>Having an escalation path for communications protects the team from having to make risky or potentially damaging decisions. </a:t>
            </a:r>
          </a:p>
          <a:p>
            <a:r>
              <a:rPr lang="en-US" dirty="0"/>
              <a:t>Agree upon thresholds and protocols include:</a:t>
            </a:r>
          </a:p>
          <a:p>
            <a:pPr lvl="1"/>
            <a:r>
              <a:rPr lang="en-US" dirty="0"/>
              <a:t>When and how the client will notify the PenTest team that a test is unacceptably interfering with operations/system performance.</a:t>
            </a:r>
          </a:p>
          <a:p>
            <a:pPr lvl="1"/>
            <a:r>
              <a:rPr lang="en-US" dirty="0"/>
              <a:t>When and how the PenTest team will involve the client IT department if an accident occurs, or a system becomes destabilized or unresponsive.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Outlining the Communication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PenTest, it is important to ensure that the right people are informed and what information should be shared.</a:t>
            </a:r>
          </a:p>
          <a:p>
            <a:pPr lvl="1"/>
            <a:r>
              <a:rPr lang="en-US" dirty="0"/>
              <a:t>The client IT manager and CIO/CISO should be aware of the engagement. </a:t>
            </a:r>
          </a:p>
          <a:p>
            <a:pPr lvl="1"/>
            <a:r>
              <a:rPr lang="en-US" dirty="0"/>
              <a:t>Key department managers should be aware, in case unforeseen incidents affect their departments.</a:t>
            </a:r>
          </a:p>
          <a:p>
            <a:r>
              <a:rPr lang="en-US" dirty="0"/>
              <a:t>However, the organization might not want all staff to know when a PenTest is occurring</a:t>
            </a:r>
          </a:p>
          <a:p>
            <a:pPr lvl="1"/>
            <a:r>
              <a:rPr lang="en-US" dirty="0"/>
              <a:t>Particularly if they want to check on the effectiveness of using social engineering to launch an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Communicating with Client Counterparts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designated lead of the PenTesting team should have close communication with their client counterpart (IT manager). </a:t>
            </a:r>
          </a:p>
          <a:p>
            <a:r>
              <a:rPr lang="en-US" dirty="0"/>
              <a:t>To reduce confusion, all communication between the PenTesting team and the client should go through these points of contact.</a:t>
            </a:r>
          </a:p>
          <a:p>
            <a:r>
              <a:rPr lang="en-US" dirty="0"/>
              <a:t>The two lead roles must both be hands-on. </a:t>
            </a:r>
          </a:p>
          <a:p>
            <a:pPr lvl="1"/>
            <a:r>
              <a:rPr lang="en-US" dirty="0"/>
              <a:t>This allows for immediate response in case of incidents, unexpected discoveries, and additional client requests.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3675-8601-4209-B533-8B3C1C31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A9D94-999D-4E12-BD4C-BE7934CCB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Primary contact  - </a:t>
            </a:r>
            <a:r>
              <a:rPr lang="en-US" dirty="0"/>
              <a:t>responsible for handling the project on the client’s end. </a:t>
            </a:r>
          </a:p>
          <a:p>
            <a:pPr lvl="1"/>
            <a:r>
              <a:rPr lang="en-US" dirty="0"/>
              <a:t>This can usually be a CISO or other party responsible for the major decisions surrounding the penetration test.</a:t>
            </a:r>
          </a:p>
          <a:p>
            <a:r>
              <a:rPr lang="en-US" b="1" dirty="0"/>
              <a:t>Technical contact </a:t>
            </a:r>
            <a:r>
              <a:rPr lang="en-US" dirty="0"/>
              <a:t>- responsible for handling the technology elements</a:t>
            </a:r>
          </a:p>
          <a:p>
            <a:pPr lvl="1"/>
            <a:r>
              <a:rPr lang="en-US" dirty="0"/>
              <a:t>They have a more in-depth knowledge of the technical aspects of the system, the impact of the activities in the client’s network, and constraints of the PenTest might.</a:t>
            </a:r>
          </a:p>
          <a:p>
            <a:r>
              <a:rPr lang="en-US" b="1" dirty="0"/>
              <a:t>Emergency Contact – </a:t>
            </a:r>
            <a:r>
              <a:rPr lang="en-US" dirty="0"/>
              <a:t>available in case of urgent matters.</a:t>
            </a:r>
          </a:p>
          <a:p>
            <a:pPr lvl="1"/>
            <a:r>
              <a:rPr lang="en-US" dirty="0"/>
              <a:t>Ideally, the emergency contact should be available 24/7 or at least during the hours that the activity is being performed if done during business hours.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235C0-8330-4611-A426-DDA1D0497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8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why it’s essential to have good communication with all stakeholders during the PenTest. </a:t>
            </a:r>
          </a:p>
          <a:p>
            <a:r>
              <a:rPr lang="en-US" dirty="0"/>
              <a:t>Describe reasons the team should take steps to ensure that the right people are informed and what information should be shared.</a:t>
            </a:r>
          </a:p>
          <a:p>
            <a:r>
              <a:rPr lang="en-US" dirty="0"/>
              <a:t>Discuss the importance of maintaining communicating with the team's client counterparts</a:t>
            </a:r>
          </a:p>
          <a:p>
            <a:r>
              <a:rPr lang="en-US" dirty="0"/>
              <a:t>List a few key contacts involved in the PenTest process.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Communication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Communication Triggers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17B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Triggering Communication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facets of communication need to be evaluated and define what should trigger official communications.</a:t>
            </a:r>
          </a:p>
          <a:p>
            <a:r>
              <a:rPr lang="en-US" dirty="0"/>
              <a:t>Here are a few examples of reasons to initiate communication:</a:t>
            </a:r>
          </a:p>
          <a:p>
            <a:pPr lvl="1"/>
            <a:r>
              <a:rPr lang="en-US" dirty="0"/>
              <a:t>Status reports are regular progress briefings with the client</a:t>
            </a:r>
          </a:p>
          <a:p>
            <a:pPr lvl="1"/>
            <a:r>
              <a:rPr lang="en-US" dirty="0"/>
              <a:t>Emergencies should be handled separately, although ongoing issues such as delays, or other problems should be raised at status meetings.</a:t>
            </a:r>
          </a:p>
          <a:p>
            <a:pPr lvl="1"/>
            <a:r>
              <a:rPr lang="en-US" dirty="0"/>
              <a:t>Critical findings are identified issues that imply a very high risk to the client’s organization.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nature of a PenTest is that it is a fluid process</a:t>
            </a:r>
          </a:p>
          <a:p>
            <a:r>
              <a:rPr lang="en-US" dirty="0"/>
              <a:t>The team must be able to prioritize findings as they occur. </a:t>
            </a:r>
          </a:p>
          <a:p>
            <a:pPr lvl="1"/>
            <a:r>
              <a:rPr lang="en-US" dirty="0"/>
              <a:t>Information that is discovered during the reconnaissance phase drives the decisions on what exploits to try and, ultimately, what solutions to propose.</a:t>
            </a:r>
          </a:p>
          <a:p>
            <a:r>
              <a:rPr lang="en-US" dirty="0"/>
              <a:t>Awareness of the need for contingency planning for the PenTest engagement itself, enables you to incorporate it into your plans </a:t>
            </a:r>
          </a:p>
          <a:p>
            <a:pPr lvl="1"/>
            <a:r>
              <a:rPr lang="en-US" dirty="0"/>
              <a:t>Might require the team to reprioritize the goals of one activity or large sections of the PenTest.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95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Situational Awareness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the PenTest, a situation might need to be addressed if the PenTest attempt is detected. </a:t>
            </a:r>
          </a:p>
          <a:p>
            <a:r>
              <a:rPr lang="en-US" dirty="0"/>
              <a:t>In this cases, it will be necessary for the team to communicate these situations to the appropriate contacts from the client. </a:t>
            </a:r>
          </a:p>
          <a:p>
            <a:r>
              <a:rPr lang="en-US" dirty="0"/>
              <a:t>Providing situational awareness to key client personnel can help deconflict the breach</a:t>
            </a:r>
          </a:p>
          <a:p>
            <a:pPr lvl="1"/>
            <a:r>
              <a:rPr lang="en-US" dirty="0"/>
              <a:t>This will then enable the PenTest to continue so that additional issues can be found, exploited, and analyzed.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Criminal 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incumbent upon a company to fully disclose vulnerabilities and breaches to anyone who may be harmed by the breach.</a:t>
            </a:r>
          </a:p>
          <a:p>
            <a:r>
              <a:rPr lang="en-US" dirty="0"/>
              <a:t>During the PenTest, if the team discovers vulnerabilities and breaches, any findings should be kept strictly confidential</a:t>
            </a:r>
          </a:p>
          <a:p>
            <a:r>
              <a:rPr lang="en-US" dirty="0"/>
              <a:t>An exception to this is if the team were to uncover criminal conduct</a:t>
            </a:r>
          </a:p>
          <a:p>
            <a:pPr lvl="1"/>
            <a:r>
              <a:rPr lang="en-US" dirty="0"/>
              <a:t>In this case, you might be obligated to notify law enforcement. You should consult with your team's legal counsel for further details.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Triggering False Positives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Automated scans have the potential to produce large numbers of false positives. Some reasons that may trigger a false positive:</a:t>
            </a:r>
          </a:p>
          <a:p>
            <a:pPr lvl="1"/>
            <a:r>
              <a:rPr lang="en-US" dirty="0"/>
              <a:t>The scanner is using a vulnerability database with outdated definitions.</a:t>
            </a:r>
          </a:p>
          <a:p>
            <a:pPr lvl="1"/>
            <a:r>
              <a:rPr lang="en-US" dirty="0"/>
              <a:t>The scanner incorrectly scores a vulnerability as more severe, or more easily exploited, than it is.</a:t>
            </a:r>
          </a:p>
          <a:p>
            <a:pPr lvl="1"/>
            <a:r>
              <a:rPr lang="en-US" dirty="0"/>
              <a:t>Customizations in the target environment are inadvertently triggering the scanner to identify a vulnerability.</a:t>
            </a:r>
          </a:p>
          <a:p>
            <a:pPr lvl="1"/>
            <a:r>
              <a:rPr lang="en-US" dirty="0"/>
              <a:t>The scanner is not properly configured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11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Investigating False Positives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a PenTester, you must be able to identify when results indicate a false lead on a vulnerability. </a:t>
            </a:r>
          </a:p>
          <a:p>
            <a:r>
              <a:rPr lang="en-US" dirty="0"/>
              <a:t>There are several tactics you can employ to identify false positives; one of the most effective is results validation. </a:t>
            </a:r>
          </a:p>
          <a:p>
            <a:r>
              <a:rPr lang="en-US" dirty="0"/>
              <a:t>There may be gaps in your knowledge, especially if you're conducting an unknown environment test. </a:t>
            </a:r>
          </a:p>
          <a:p>
            <a:pPr lvl="1"/>
            <a:r>
              <a:rPr lang="en-US" dirty="0"/>
              <a:t>In this case, you'll need to try your best with what you have and concede that you won't necessarily be able to avoid false positives entirely. </a:t>
            </a:r>
          </a:p>
          <a:p>
            <a:pPr lvl="1"/>
            <a:r>
              <a:rPr lang="en-US" dirty="0"/>
              <a:t>You may choose to conduct more reconnaissance on the target environment if you are intent on avoiding as many false positives as possible.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47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List some reasons to initiate communication during the PenTest</a:t>
            </a:r>
          </a:p>
          <a:p>
            <a:r>
              <a:rPr lang="en-US" dirty="0"/>
              <a:t>Discuss why the team must be able to prioritize findings as they occur. </a:t>
            </a:r>
          </a:p>
          <a:p>
            <a:r>
              <a:rPr lang="en-US" dirty="0"/>
              <a:t>Describe why it’s essential to provide situational awareness </a:t>
            </a:r>
          </a:p>
          <a:p>
            <a:r>
              <a:rPr lang="en-US" dirty="0"/>
              <a:t>Review best practice if the team observes evidence of criminal activity </a:t>
            </a:r>
          </a:p>
          <a:p>
            <a:r>
              <a:rPr lang="en-US" dirty="0"/>
              <a:t>List reasons that can trigger a false positive</a:t>
            </a:r>
          </a:p>
          <a:p>
            <a:r>
              <a:rPr lang="en-US" dirty="0"/>
              <a:t>Explain reasons you might need to identify when results indicate a false lead on a vulnerability.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Triggers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334A-0A8F-4570-A91D-468192F8C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Built-In Tools for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9D58A-425E-4AFF-8B6F-6914EE1DD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17C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20C06-F6E3-4367-9B8F-1CC0589E3B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1ABB1-56A0-4E2B-B620-F831A79C7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89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Presenting the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way to share your findings is by using an established standard, such as Penetration Testing Execution Standard (PTES). </a:t>
            </a:r>
          </a:p>
          <a:p>
            <a:pPr lvl="1"/>
            <a:r>
              <a:rPr lang="en-US" dirty="0"/>
              <a:t>Provides guidance on how to present results in a way that is easily readable and is meaningful. </a:t>
            </a:r>
          </a:p>
          <a:p>
            <a:r>
              <a:rPr lang="en-US" dirty="0"/>
              <a:t>Here is an example on how to assess and classify vulnerabilities:</a:t>
            </a:r>
          </a:p>
          <a:p>
            <a:pPr lvl="1"/>
            <a:r>
              <a:rPr lang="en-US" dirty="0"/>
              <a:t>Vulnerability Classification Levels</a:t>
            </a:r>
          </a:p>
          <a:p>
            <a:pPr lvl="1"/>
            <a:r>
              <a:rPr lang="en-US" dirty="0"/>
              <a:t>Technical Vulnerabilities</a:t>
            </a:r>
          </a:p>
          <a:p>
            <a:pPr lvl="1"/>
            <a:r>
              <a:rPr lang="en-US" dirty="0"/>
              <a:t>Logical Vulnerabilities</a:t>
            </a:r>
          </a:p>
          <a:p>
            <a:pPr lvl="1"/>
            <a:r>
              <a:rPr lang="en-US" dirty="0"/>
              <a:t>Summary of Results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63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Findings with Dradis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Dradis framework can help to greatly reduce repetition </a:t>
            </a:r>
          </a:p>
          <a:p>
            <a:pPr lvl="1"/>
            <a:r>
              <a:rPr lang="en-US" dirty="0"/>
              <a:t>This will help provide consistency of the report when different pieces have been worked by members from the beginning.</a:t>
            </a:r>
          </a:p>
          <a:p>
            <a:r>
              <a:rPr lang="en-US" dirty="0"/>
              <a:t>The framework focuses on sharing details about the information gathering phase, useful exploits, and report findings. </a:t>
            </a:r>
          </a:p>
          <a:p>
            <a:pPr lvl="1"/>
            <a:r>
              <a:rPr lang="en-US" dirty="0"/>
              <a:t>This ensures that your team is not missing important areas to scan or that two team members are working on the same exploit at the same time.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77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Reports with Nessus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Nessus is a well-established vulnerability scanner with a module dedicated to reporting</a:t>
            </a:r>
          </a:p>
          <a:p>
            <a:r>
              <a:rPr lang="en-US" dirty="0"/>
              <a:t>The module can be expanded with the use of templates that define the structure of the report. </a:t>
            </a:r>
          </a:p>
          <a:p>
            <a:r>
              <a:rPr lang="en-US" dirty="0"/>
              <a:t>The objective is to provide consistency, even across different clients</a:t>
            </a:r>
          </a:p>
          <a:p>
            <a:r>
              <a:rPr lang="en-US" dirty="0"/>
              <a:t>Can help identifying common vulnerabilities and issues found on different infrastructures.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03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Discuss some best practice on how best to present the findings of the PenTest </a:t>
            </a:r>
          </a:p>
          <a:p>
            <a:r>
              <a:rPr lang="en-US" dirty="0"/>
              <a:t>Discuss why the team might choose to use Dradis to provide details of the PenTest</a:t>
            </a:r>
          </a:p>
          <a:p>
            <a:r>
              <a:rPr lang="en-US" dirty="0"/>
              <a:t>Explain the benefit of creating reports with Nessus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Built-In Tools for Reporting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38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818AEE-E9F0-47C5-911C-F06264FB4961}"/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3072</TotalTime>
  <Words>1503</Words>
  <Application>Microsoft Office PowerPoint</Application>
  <PresentationFormat>On-screen Show (16:9)</PresentationFormat>
  <Paragraphs>156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Open Sans</vt:lpstr>
      <vt:lpstr>Calibri</vt:lpstr>
      <vt:lpstr>comptia_ov</vt:lpstr>
      <vt:lpstr>Exam PT0-002</vt:lpstr>
      <vt:lpstr>Communicating During the PenTesting Process</vt:lpstr>
      <vt:lpstr>Objectives</vt:lpstr>
      <vt:lpstr>Define the Communication Path</vt:lpstr>
      <vt:lpstr>Define the Communication Path</vt:lpstr>
      <vt:lpstr>Outlining the Communication Path</vt:lpstr>
      <vt:lpstr>Communicating with Client Counterparts</vt:lpstr>
      <vt:lpstr>Defining Contacts</vt:lpstr>
      <vt:lpstr>Define the Communication Path</vt:lpstr>
      <vt:lpstr>Communication Triggers</vt:lpstr>
      <vt:lpstr>Triggering Communication Events</vt:lpstr>
      <vt:lpstr>Prioritize Findings</vt:lpstr>
      <vt:lpstr>Providing Situational Awareness </vt:lpstr>
      <vt:lpstr>Recognizing Criminal Activity </vt:lpstr>
      <vt:lpstr>Triggering False Positives </vt:lpstr>
      <vt:lpstr>Investigating False Positives </vt:lpstr>
      <vt:lpstr>Communication Triggers</vt:lpstr>
      <vt:lpstr>Use Built-In Tools for Reporting</vt:lpstr>
      <vt:lpstr>Presenting the Findings </vt:lpstr>
      <vt:lpstr>Sharing Findings with Dradis </vt:lpstr>
      <vt:lpstr>Building Reports with Nessus </vt:lpstr>
      <vt:lpstr>Use Built-In Tools for Reporting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Lisa Bock</cp:lastModifiedBy>
  <cp:revision>13</cp:revision>
  <dcterms:created xsi:type="dcterms:W3CDTF">2021-09-23T15:15:08Z</dcterms:created>
  <dcterms:modified xsi:type="dcterms:W3CDTF">2021-10-26T15:46:56Z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</Properties>
</file>