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40"/>
  </p:notesMasterIdLst>
  <p:handoutMasterIdLst>
    <p:handoutMasterId r:id="rId41"/>
  </p:handoutMasterIdLst>
  <p:sldIdLst>
    <p:sldId id="257" r:id="rId5"/>
    <p:sldId id="258" r:id="rId6"/>
    <p:sldId id="256" r:id="rId7"/>
    <p:sldId id="259" r:id="rId8"/>
    <p:sldId id="260" r:id="rId9"/>
    <p:sldId id="264" r:id="rId10"/>
    <p:sldId id="265" r:id="rId11"/>
    <p:sldId id="295" r:id="rId12"/>
    <p:sldId id="296" r:id="rId13"/>
    <p:sldId id="297" r:id="rId14"/>
    <p:sldId id="261" r:id="rId15"/>
    <p:sldId id="266" r:id="rId16"/>
    <p:sldId id="267" r:id="rId17"/>
    <p:sldId id="298" r:id="rId18"/>
    <p:sldId id="299" r:id="rId19"/>
    <p:sldId id="269" r:id="rId20"/>
    <p:sldId id="268" r:id="rId21"/>
    <p:sldId id="270" r:id="rId22"/>
    <p:sldId id="284" r:id="rId23"/>
    <p:sldId id="285" r:id="rId24"/>
    <p:sldId id="286" r:id="rId25"/>
    <p:sldId id="305" r:id="rId26"/>
    <p:sldId id="306" r:id="rId27"/>
    <p:sldId id="318" r:id="rId28"/>
    <p:sldId id="307" r:id="rId29"/>
    <p:sldId id="289" r:id="rId30"/>
    <p:sldId id="320" r:id="rId31"/>
    <p:sldId id="290" r:id="rId32"/>
    <p:sldId id="293" r:id="rId33"/>
    <p:sldId id="310" r:id="rId34"/>
    <p:sldId id="319" r:id="rId35"/>
    <p:sldId id="316" r:id="rId36"/>
    <p:sldId id="294" r:id="rId37"/>
    <p:sldId id="321" r:id="rId38"/>
    <p:sldId id="281" r:id="rId39"/>
  </p:sldIdLst>
  <p:sldSz cx="9144000" cy="5143500" type="screen16x9"/>
  <p:notesSz cx="6858000" cy="9144000"/>
  <p:embeddedFontLst>
    <p:embeddedFont>
      <p:font typeface="Calibri" panose="020F0502020204030204" pitchFamily="34" charset="0"/>
      <p:regular r:id="rId42"/>
      <p:bold r:id="rId43"/>
      <p:italic r:id="rId44"/>
      <p:boldItalic r:id="rId45"/>
    </p:embeddedFont>
    <p:embeddedFont>
      <p:font typeface="Open Sans" panose="020B0606030504020204" pitchFamily="34" charset="0"/>
      <p:regular r:id="rId46"/>
      <p:bold r:id="rId47"/>
      <p:italic r:id="rId48"/>
      <p:boldItalic r:id="rId4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1626E2-BF5F-48DC-A22F-ED2E3A05227D}" v="2" dt="2022-10-19T21:51:58.6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1" autoAdjust="0"/>
    <p:restoredTop sz="80297" autoAdjust="0"/>
  </p:normalViewPr>
  <p:slideViewPr>
    <p:cSldViewPr snapToGrid="0">
      <p:cViewPr varScale="1">
        <p:scale>
          <a:sx n="118" d="100"/>
          <a:sy n="118" d="100"/>
        </p:scale>
        <p:origin x="1440" y="96"/>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font" Target="fonts/font4.fntdata"/><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20" Type="http://schemas.openxmlformats.org/officeDocument/2006/relationships/slide" Target="slides/slide16.xml"/><Relationship Id="rId41" Type="http://schemas.openxmlformats.org/officeDocument/2006/relationships/handoutMaster" Target="handoutMasters/handoutMaster1.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FC06B3AD-ADFA-4AB0-B28D-699C3D2C60D8}"/>
    <pc:docChg chg="modSld">
      <pc:chgData name="Danielle Andries" userId="93d179e4-3c18-40f7-920e-ae80b202540d" providerId="ADAL" clId="{FC06B3AD-ADFA-4AB0-B28D-699C3D2C60D8}" dt="2021-10-25T13:58:33.160" v="11" actId="20577"/>
      <pc:docMkLst>
        <pc:docMk/>
      </pc:docMkLst>
      <pc:sldChg chg="modNotesTx">
        <pc:chgData name="Danielle Andries" userId="93d179e4-3c18-40f7-920e-ae80b202540d" providerId="ADAL" clId="{FC06B3AD-ADFA-4AB0-B28D-699C3D2C60D8}" dt="2021-10-25T13:57:27.279" v="2" actId="20577"/>
        <pc:sldMkLst>
          <pc:docMk/>
          <pc:sldMk cId="2700514735" sldId="260"/>
        </pc:sldMkLst>
      </pc:sldChg>
      <pc:sldChg chg="modNotesTx">
        <pc:chgData name="Danielle Andries" userId="93d179e4-3c18-40f7-920e-ae80b202540d" providerId="ADAL" clId="{FC06B3AD-ADFA-4AB0-B28D-699C3D2C60D8}" dt="2021-10-25T13:58:21.079" v="5" actId="20577"/>
        <pc:sldMkLst>
          <pc:docMk/>
          <pc:sldMk cId="2633413742" sldId="310"/>
        </pc:sldMkLst>
      </pc:sldChg>
      <pc:sldChg chg="modNotesTx">
        <pc:chgData name="Danielle Andries" userId="93d179e4-3c18-40f7-920e-ae80b202540d" providerId="ADAL" clId="{FC06B3AD-ADFA-4AB0-B28D-699C3D2C60D8}" dt="2021-10-25T13:58:33.160" v="11" actId="20577"/>
        <pc:sldMkLst>
          <pc:docMk/>
          <pc:sldMk cId="3639382932" sldId="316"/>
        </pc:sldMkLst>
      </pc:sldChg>
      <pc:sldChg chg="modNotesTx">
        <pc:chgData name="Danielle Andries" userId="93d179e4-3c18-40f7-920e-ae80b202540d" providerId="ADAL" clId="{FC06B3AD-ADFA-4AB0-B28D-699C3D2C60D8}" dt="2021-10-25T13:58:26.095" v="8" actId="20577"/>
        <pc:sldMkLst>
          <pc:docMk/>
          <pc:sldMk cId="2400249740" sldId="319"/>
        </pc:sldMkLst>
      </pc:sldChg>
    </pc:docChg>
  </pc:docChgLst>
  <pc:docChgLst>
    <pc:chgData name="Danielle Andries" userId="93d179e4-3c18-40f7-920e-ae80b202540d" providerId="ADAL" clId="{5B7BBA0C-FA7B-45F9-9661-F907925E5DF7}"/>
    <pc:docChg chg="undo custSel addSld delSld modSld">
      <pc:chgData name="Danielle Andries" userId="93d179e4-3c18-40f7-920e-ae80b202540d" providerId="ADAL" clId="{5B7BBA0C-FA7B-45F9-9661-F907925E5DF7}" dt="2021-10-13T14:00:56.913" v="151"/>
      <pc:docMkLst>
        <pc:docMk/>
      </pc:docMkLst>
      <pc:sldChg chg="modSp mod">
        <pc:chgData name="Danielle Andries" userId="93d179e4-3c18-40f7-920e-ae80b202540d" providerId="ADAL" clId="{5B7BBA0C-FA7B-45F9-9661-F907925E5DF7}" dt="2021-10-13T13:57:50.436" v="62" actId="20577"/>
        <pc:sldMkLst>
          <pc:docMk/>
          <pc:sldMk cId="3676537154" sldId="256"/>
        </pc:sldMkLst>
        <pc:spChg chg="mod">
          <ac:chgData name="Danielle Andries" userId="93d179e4-3c18-40f7-920e-ae80b202540d" providerId="ADAL" clId="{5B7BBA0C-FA7B-45F9-9661-F907925E5DF7}" dt="2021-10-13T13:57:50.436" v="62" actId="20577"/>
          <ac:spMkLst>
            <pc:docMk/>
            <pc:sldMk cId="3676537154" sldId="256"/>
            <ac:spMk id="3" creationId="{7ED73DC9-4D7D-4A76-A939-CFBD8317E387}"/>
          </ac:spMkLst>
        </pc:spChg>
      </pc:sldChg>
      <pc:sldChg chg="modSp mod">
        <pc:chgData name="Danielle Andries" userId="93d179e4-3c18-40f7-920e-ae80b202540d" providerId="ADAL" clId="{5B7BBA0C-FA7B-45F9-9661-F907925E5DF7}" dt="2021-10-13T13:56:13.375" v="30" actId="20577"/>
        <pc:sldMkLst>
          <pc:docMk/>
          <pc:sldMk cId="3476460589" sldId="258"/>
        </pc:sldMkLst>
        <pc:spChg chg="mod">
          <ac:chgData name="Danielle Andries" userId="93d179e4-3c18-40f7-920e-ae80b202540d" providerId="ADAL" clId="{5B7BBA0C-FA7B-45F9-9661-F907925E5DF7}" dt="2021-10-13T13:56:13.375" v="30" actId="20577"/>
          <ac:spMkLst>
            <pc:docMk/>
            <pc:sldMk cId="3476460589" sldId="258"/>
            <ac:spMk id="2" creationId="{CE6D087C-759A-4744-8CA2-B6FC76A04C6B}"/>
          </ac:spMkLst>
        </pc:spChg>
        <pc:spChg chg="mod">
          <ac:chgData name="Danielle Andries" userId="93d179e4-3c18-40f7-920e-ae80b202540d" providerId="ADAL" clId="{5B7BBA0C-FA7B-45F9-9661-F907925E5DF7}" dt="2021-10-13T13:56:02.604" v="1" actId="20577"/>
          <ac:spMkLst>
            <pc:docMk/>
            <pc:sldMk cId="3476460589" sldId="258"/>
            <ac:spMk id="3" creationId="{8E3CCB41-16A4-4F8D-ABB5-5CE3E3695174}"/>
          </ac:spMkLst>
        </pc:spChg>
      </pc:sldChg>
      <pc:sldChg chg="modSp mod">
        <pc:chgData name="Danielle Andries" userId="93d179e4-3c18-40f7-920e-ae80b202540d" providerId="ADAL" clId="{5B7BBA0C-FA7B-45F9-9661-F907925E5DF7}" dt="2021-10-13T13:57:30.425" v="61" actId="20577"/>
        <pc:sldMkLst>
          <pc:docMk/>
          <pc:sldMk cId="3581186469" sldId="259"/>
        </pc:sldMkLst>
        <pc:spChg chg="mod">
          <ac:chgData name="Danielle Andries" userId="93d179e4-3c18-40f7-920e-ae80b202540d" providerId="ADAL" clId="{5B7BBA0C-FA7B-45F9-9661-F907925E5DF7}" dt="2021-10-13T13:57:30.425" v="61" actId="20577"/>
          <ac:spMkLst>
            <pc:docMk/>
            <pc:sldMk cId="3581186469" sldId="259"/>
            <ac:spMk id="2" creationId="{86BEEEB6-1AEE-41DF-9C4C-570C8610147C}"/>
          </ac:spMkLst>
        </pc:spChg>
        <pc:spChg chg="mod">
          <ac:chgData name="Danielle Andries" userId="93d179e4-3c18-40f7-920e-ae80b202540d" providerId="ADAL" clId="{5B7BBA0C-FA7B-45F9-9661-F907925E5DF7}" dt="2021-10-13T13:57:18.999" v="32" actId="20577"/>
          <ac:spMkLst>
            <pc:docMk/>
            <pc:sldMk cId="3581186469" sldId="259"/>
            <ac:spMk id="3" creationId="{4987CBD2-FC2F-43E3-BBCF-3F07A0EC94E2}"/>
          </ac:spMkLst>
        </pc:spChg>
        <pc:spChg chg="mod">
          <ac:chgData name="Danielle Andries" userId="93d179e4-3c18-40f7-920e-ae80b202540d" providerId="ADAL" clId="{5B7BBA0C-FA7B-45F9-9661-F907925E5DF7}" dt="2021-10-13T13:57:20.978" v="34" actId="20577"/>
          <ac:spMkLst>
            <pc:docMk/>
            <pc:sldMk cId="3581186469" sldId="259"/>
            <ac:spMk id="4" creationId="{8C758618-B692-44C1-92DC-F8A5F871B945}"/>
          </ac:spMkLst>
        </pc:spChg>
      </pc:sldChg>
      <pc:sldChg chg="modSp mod">
        <pc:chgData name="Danielle Andries" userId="93d179e4-3c18-40f7-920e-ae80b202540d" providerId="ADAL" clId="{5B7BBA0C-FA7B-45F9-9661-F907925E5DF7}" dt="2021-10-13T13:58:17.166" v="102" actId="20577"/>
        <pc:sldMkLst>
          <pc:docMk/>
          <pc:sldMk cId="2476087910" sldId="266"/>
        </pc:sldMkLst>
        <pc:spChg chg="mod">
          <ac:chgData name="Danielle Andries" userId="93d179e4-3c18-40f7-920e-ae80b202540d" providerId="ADAL" clId="{5B7BBA0C-FA7B-45F9-9661-F907925E5DF7}" dt="2021-10-13T13:58:17.166" v="102" actId="20577"/>
          <ac:spMkLst>
            <pc:docMk/>
            <pc:sldMk cId="2476087910" sldId="266"/>
            <ac:spMk id="2" creationId="{897A5AF4-7AED-4A32-8826-AA455EAA7711}"/>
          </ac:spMkLst>
        </pc:spChg>
        <pc:spChg chg="mod">
          <ac:chgData name="Danielle Andries" userId="93d179e4-3c18-40f7-920e-ae80b202540d" providerId="ADAL" clId="{5B7BBA0C-FA7B-45F9-9661-F907925E5DF7}" dt="2021-10-13T13:58:06.700" v="66" actId="20577"/>
          <ac:spMkLst>
            <pc:docMk/>
            <pc:sldMk cId="2476087910" sldId="266"/>
            <ac:spMk id="3" creationId="{1C09A606-AC3C-4FE5-B558-E5DD82C0A761}"/>
          </ac:spMkLst>
        </pc:spChg>
        <pc:spChg chg="mod">
          <ac:chgData name="Danielle Andries" userId="93d179e4-3c18-40f7-920e-ae80b202540d" providerId="ADAL" clId="{5B7BBA0C-FA7B-45F9-9661-F907925E5DF7}" dt="2021-10-13T13:58:05.099" v="64" actId="20577"/>
          <ac:spMkLst>
            <pc:docMk/>
            <pc:sldMk cId="2476087910" sldId="266"/>
            <ac:spMk id="4" creationId="{6F8820F5-6357-429C-9E9F-7ADBB5B6CA98}"/>
          </ac:spMkLst>
        </pc:spChg>
      </pc:sldChg>
      <pc:sldChg chg="modSp mod">
        <pc:chgData name="Danielle Andries" userId="93d179e4-3c18-40f7-920e-ae80b202540d" providerId="ADAL" clId="{5B7BBA0C-FA7B-45F9-9661-F907925E5DF7}" dt="2021-10-13T13:59:19.397" v="147" actId="20577"/>
        <pc:sldMkLst>
          <pc:docMk/>
          <pc:sldMk cId="2875311080" sldId="281"/>
        </pc:sldMkLst>
        <pc:spChg chg="mod">
          <ac:chgData name="Danielle Andries" userId="93d179e4-3c18-40f7-920e-ae80b202540d" providerId="ADAL" clId="{5B7BBA0C-FA7B-45F9-9661-F907925E5DF7}" dt="2021-10-13T13:59:19.397" v="147" actId="20577"/>
          <ac:spMkLst>
            <pc:docMk/>
            <pc:sldMk cId="2875311080" sldId="281"/>
            <ac:spMk id="2" creationId="{912A6636-FB7B-434B-90D7-F68D09FF271C}"/>
          </ac:spMkLst>
        </pc:spChg>
      </pc:sldChg>
      <pc:sldChg chg="modSp add mod">
        <pc:chgData name="Danielle Andries" userId="93d179e4-3c18-40f7-920e-ae80b202540d" providerId="ADAL" clId="{5B7BBA0C-FA7B-45F9-9661-F907925E5DF7}" dt="2021-10-13T14:00:56.913" v="151"/>
        <pc:sldMkLst>
          <pc:docMk/>
          <pc:sldMk cId="3073644457" sldId="284"/>
        </pc:sldMkLst>
        <pc:spChg chg="mod">
          <ac:chgData name="Danielle Andries" userId="93d179e4-3c18-40f7-920e-ae80b202540d" providerId="ADAL" clId="{5B7BBA0C-FA7B-45F9-9661-F907925E5DF7}" dt="2021-10-13T14:00:56.913" v="151"/>
          <ac:spMkLst>
            <pc:docMk/>
            <pc:sldMk cId="3073644457" sldId="284"/>
            <ac:spMk id="3" creationId="{568708AE-48ED-4852-AE39-86C44E3C3102}"/>
          </ac:spMkLst>
        </pc:spChg>
      </pc:sldChg>
      <pc:sldChg chg="modSp mod">
        <pc:chgData name="Danielle Andries" userId="93d179e4-3c18-40f7-920e-ae80b202540d" providerId="ADAL" clId="{5B7BBA0C-FA7B-45F9-9661-F907925E5DF7}" dt="2021-10-13T13:58:42.026" v="145" actId="20577"/>
        <pc:sldMkLst>
          <pc:docMk/>
          <pc:sldMk cId="3161289941" sldId="285"/>
        </pc:sldMkLst>
        <pc:spChg chg="mod">
          <ac:chgData name="Danielle Andries" userId="93d179e4-3c18-40f7-920e-ae80b202540d" providerId="ADAL" clId="{5B7BBA0C-FA7B-45F9-9661-F907925E5DF7}" dt="2021-10-13T13:58:42.026" v="145" actId="20577"/>
          <ac:spMkLst>
            <pc:docMk/>
            <pc:sldMk cId="3161289941" sldId="285"/>
            <ac:spMk id="2" creationId="{0A7E334A-0A8F-4570-A91D-468192F8CD81}"/>
          </ac:spMkLst>
        </pc:spChg>
        <pc:spChg chg="mod">
          <ac:chgData name="Danielle Andries" userId="93d179e4-3c18-40f7-920e-ae80b202540d" providerId="ADAL" clId="{5B7BBA0C-FA7B-45F9-9661-F907925E5DF7}" dt="2021-10-13T13:58:29.309" v="106" actId="20577"/>
          <ac:spMkLst>
            <pc:docMk/>
            <pc:sldMk cId="3161289941" sldId="285"/>
            <ac:spMk id="3" creationId="{1F39D58A-425E-4AFF-8B6F-6914EE1DDCD9}"/>
          </ac:spMkLst>
        </pc:spChg>
        <pc:spChg chg="mod">
          <ac:chgData name="Danielle Andries" userId="93d179e4-3c18-40f7-920e-ae80b202540d" providerId="ADAL" clId="{5B7BBA0C-FA7B-45F9-9661-F907925E5DF7}" dt="2021-10-13T13:58:26.068" v="104" actId="20577"/>
          <ac:spMkLst>
            <pc:docMk/>
            <pc:sldMk cId="3161289941" sldId="285"/>
            <ac:spMk id="4" creationId="{C0420C06-F6E3-4367-9B8F-1CC0589E3B9C}"/>
          </ac:spMkLst>
        </pc:spChg>
      </pc:sldChg>
      <pc:sldChg chg="new del">
        <pc:chgData name="Danielle Andries" userId="93d179e4-3c18-40f7-920e-ae80b202540d" providerId="ADAL" clId="{5B7BBA0C-FA7B-45F9-9661-F907925E5DF7}" dt="2021-10-13T14:00:05.871" v="149" actId="680"/>
        <pc:sldMkLst>
          <pc:docMk/>
          <pc:sldMk cId="3803415604" sldId="290"/>
        </pc:sldMkLst>
      </pc:sldChg>
    </pc:docChg>
  </pc:docChgLst>
  <pc:docChgLst>
    <pc:chgData name="Danielle Andries" userId="93d179e4-3c18-40f7-920e-ae80b202540d" providerId="ADAL" clId="{B46025A7-E589-4F58-9204-C95A9366FAF8}"/>
    <pc:docChg chg="undo custSel addSld modSld sldOrd">
      <pc:chgData name="Danielle Andries" userId="93d179e4-3c18-40f7-920e-ae80b202540d" providerId="ADAL" clId="{B46025A7-E589-4F58-9204-C95A9366FAF8}" dt="2021-10-13T14:10:00.625" v="169" actId="20577"/>
      <pc:docMkLst>
        <pc:docMk/>
      </pc:docMkLst>
      <pc:sldChg chg="modSp mod">
        <pc:chgData name="Danielle Andries" userId="93d179e4-3c18-40f7-920e-ae80b202540d" providerId="ADAL" clId="{B46025A7-E589-4F58-9204-C95A9366FAF8}" dt="2021-10-13T14:09:14.124" v="164" actId="27636"/>
        <pc:sldMkLst>
          <pc:docMk/>
          <pc:sldMk cId="3676537154" sldId="256"/>
        </pc:sldMkLst>
        <pc:spChg chg="mod">
          <ac:chgData name="Danielle Andries" userId="93d179e4-3c18-40f7-920e-ae80b202540d" providerId="ADAL" clId="{B46025A7-E589-4F58-9204-C95A9366FAF8}" dt="2021-10-13T14:09:14.124" v="164" actId="27636"/>
          <ac:spMkLst>
            <pc:docMk/>
            <pc:sldMk cId="3676537154" sldId="256"/>
            <ac:spMk id="3" creationId="{7ED73DC9-4D7D-4A76-A939-CFBD8317E387}"/>
          </ac:spMkLst>
        </pc:spChg>
      </pc:sldChg>
      <pc:sldChg chg="modSp mod">
        <pc:chgData name="Danielle Andries" userId="93d179e4-3c18-40f7-920e-ae80b202540d" providerId="ADAL" clId="{B46025A7-E589-4F58-9204-C95A9366FAF8}" dt="2021-10-13T14:05:32.559" v="30" actId="20577"/>
        <pc:sldMkLst>
          <pc:docMk/>
          <pc:sldMk cId="3476460589" sldId="258"/>
        </pc:sldMkLst>
        <pc:spChg chg="mod">
          <ac:chgData name="Danielle Andries" userId="93d179e4-3c18-40f7-920e-ae80b202540d" providerId="ADAL" clId="{B46025A7-E589-4F58-9204-C95A9366FAF8}" dt="2021-10-13T14:05:32.559" v="30" actId="20577"/>
          <ac:spMkLst>
            <pc:docMk/>
            <pc:sldMk cId="3476460589" sldId="258"/>
            <ac:spMk id="2" creationId="{CE6D087C-759A-4744-8CA2-B6FC76A04C6B}"/>
          </ac:spMkLst>
        </pc:spChg>
        <pc:spChg chg="mod">
          <ac:chgData name="Danielle Andries" userId="93d179e4-3c18-40f7-920e-ae80b202540d" providerId="ADAL" clId="{B46025A7-E589-4F58-9204-C95A9366FAF8}" dt="2021-10-13T14:05:20.786" v="1" actId="20577"/>
          <ac:spMkLst>
            <pc:docMk/>
            <pc:sldMk cId="3476460589" sldId="258"/>
            <ac:spMk id="3" creationId="{8E3CCB41-16A4-4F8D-ABB5-5CE3E3695174}"/>
          </ac:spMkLst>
        </pc:spChg>
      </pc:sldChg>
      <pc:sldChg chg="modSp mod">
        <pc:chgData name="Danielle Andries" userId="93d179e4-3c18-40f7-920e-ae80b202540d" providerId="ADAL" clId="{B46025A7-E589-4F58-9204-C95A9366FAF8}" dt="2021-10-13T14:06:36.244" v="70" actId="20577"/>
        <pc:sldMkLst>
          <pc:docMk/>
          <pc:sldMk cId="3581186469" sldId="259"/>
        </pc:sldMkLst>
        <pc:spChg chg="mod">
          <ac:chgData name="Danielle Andries" userId="93d179e4-3c18-40f7-920e-ae80b202540d" providerId="ADAL" clId="{B46025A7-E589-4F58-9204-C95A9366FAF8}" dt="2021-10-13T14:06:36.244" v="70" actId="20577"/>
          <ac:spMkLst>
            <pc:docMk/>
            <pc:sldMk cId="3581186469" sldId="259"/>
            <ac:spMk id="2" creationId="{86BEEEB6-1AEE-41DF-9C4C-570C8610147C}"/>
          </ac:spMkLst>
        </pc:spChg>
        <pc:spChg chg="mod">
          <ac:chgData name="Danielle Andries" userId="93d179e4-3c18-40f7-920e-ae80b202540d" providerId="ADAL" clId="{B46025A7-E589-4F58-9204-C95A9366FAF8}" dt="2021-10-13T14:05:57.012" v="41" actId="20577"/>
          <ac:spMkLst>
            <pc:docMk/>
            <pc:sldMk cId="3581186469" sldId="259"/>
            <ac:spMk id="3" creationId="{4987CBD2-FC2F-43E3-BBCF-3F07A0EC94E2}"/>
          </ac:spMkLst>
        </pc:spChg>
        <pc:spChg chg="mod">
          <ac:chgData name="Danielle Andries" userId="93d179e4-3c18-40f7-920e-ae80b202540d" providerId="ADAL" clId="{B46025A7-E589-4F58-9204-C95A9366FAF8}" dt="2021-10-13T14:05:55.472" v="39" actId="20577"/>
          <ac:spMkLst>
            <pc:docMk/>
            <pc:sldMk cId="3581186469" sldId="259"/>
            <ac:spMk id="4" creationId="{8C758618-B692-44C1-92DC-F8A5F871B945}"/>
          </ac:spMkLst>
        </pc:spChg>
      </pc:sldChg>
      <pc:sldChg chg="modSp mod">
        <pc:chgData name="Danielle Andries" userId="93d179e4-3c18-40f7-920e-ae80b202540d" providerId="ADAL" clId="{B46025A7-E589-4F58-9204-C95A9366FAF8}" dt="2021-10-13T14:07:23.644" v="98" actId="20577"/>
        <pc:sldMkLst>
          <pc:docMk/>
          <pc:sldMk cId="2476087910" sldId="266"/>
        </pc:sldMkLst>
        <pc:spChg chg="mod">
          <ac:chgData name="Danielle Andries" userId="93d179e4-3c18-40f7-920e-ae80b202540d" providerId="ADAL" clId="{B46025A7-E589-4F58-9204-C95A9366FAF8}" dt="2021-10-13T14:07:23.644" v="98" actId="20577"/>
          <ac:spMkLst>
            <pc:docMk/>
            <pc:sldMk cId="2476087910" sldId="266"/>
            <ac:spMk id="2" creationId="{897A5AF4-7AED-4A32-8826-AA455EAA7711}"/>
          </ac:spMkLst>
        </pc:spChg>
        <pc:spChg chg="mod">
          <ac:chgData name="Danielle Andries" userId="93d179e4-3c18-40f7-920e-ae80b202540d" providerId="ADAL" clId="{B46025A7-E589-4F58-9204-C95A9366FAF8}" dt="2021-10-13T14:07:14.749" v="76" actId="20577"/>
          <ac:spMkLst>
            <pc:docMk/>
            <pc:sldMk cId="2476087910" sldId="266"/>
            <ac:spMk id="3" creationId="{1C09A606-AC3C-4FE5-B558-E5DD82C0A761}"/>
          </ac:spMkLst>
        </pc:spChg>
        <pc:spChg chg="mod">
          <ac:chgData name="Danielle Andries" userId="93d179e4-3c18-40f7-920e-ae80b202540d" providerId="ADAL" clId="{B46025A7-E589-4F58-9204-C95A9366FAF8}" dt="2021-10-13T14:07:13.157" v="74" actId="20577"/>
          <ac:spMkLst>
            <pc:docMk/>
            <pc:sldMk cId="2476087910" sldId="266"/>
            <ac:spMk id="4" creationId="{6F8820F5-6357-429C-9E9F-7ADBB5B6CA98}"/>
          </ac:spMkLst>
        </pc:spChg>
      </pc:sldChg>
      <pc:sldChg chg="modSp mod">
        <pc:chgData name="Danielle Andries" userId="93d179e4-3c18-40f7-920e-ae80b202540d" providerId="ADAL" clId="{B46025A7-E589-4F58-9204-C95A9366FAF8}" dt="2021-10-13T14:10:00.625" v="169" actId="20577"/>
        <pc:sldMkLst>
          <pc:docMk/>
          <pc:sldMk cId="2875311080" sldId="281"/>
        </pc:sldMkLst>
        <pc:spChg chg="mod">
          <ac:chgData name="Danielle Andries" userId="93d179e4-3c18-40f7-920e-ae80b202540d" providerId="ADAL" clId="{B46025A7-E589-4F58-9204-C95A9366FAF8}" dt="2021-10-13T14:10:00.625" v="169" actId="20577"/>
          <ac:spMkLst>
            <pc:docMk/>
            <pc:sldMk cId="2875311080" sldId="281"/>
            <ac:spMk id="2" creationId="{912A6636-FB7B-434B-90D7-F68D09FF271C}"/>
          </ac:spMkLst>
        </pc:spChg>
      </pc:sldChg>
      <pc:sldChg chg="modSp mod ord modNotes">
        <pc:chgData name="Danielle Andries" userId="93d179e4-3c18-40f7-920e-ae80b202540d" providerId="ADAL" clId="{B46025A7-E589-4F58-9204-C95A9366FAF8}" dt="2021-10-13T14:09:45.599" v="167"/>
        <pc:sldMkLst>
          <pc:docMk/>
          <pc:sldMk cId="3073644457" sldId="284"/>
        </pc:sldMkLst>
        <pc:spChg chg="mod">
          <ac:chgData name="Danielle Andries" userId="93d179e4-3c18-40f7-920e-ae80b202540d" providerId="ADAL" clId="{B46025A7-E589-4F58-9204-C95A9366FAF8}" dt="2021-10-13T14:09:45.599" v="167"/>
          <ac:spMkLst>
            <pc:docMk/>
            <pc:sldMk cId="3073644457" sldId="284"/>
            <ac:spMk id="3" creationId="{568708AE-48ED-4852-AE39-86C44E3C3102}"/>
          </ac:spMkLst>
        </pc:spChg>
      </pc:sldChg>
      <pc:sldChg chg="modSp mod">
        <pc:chgData name="Danielle Andries" userId="93d179e4-3c18-40f7-920e-ae80b202540d" providerId="ADAL" clId="{B46025A7-E589-4F58-9204-C95A9366FAF8}" dt="2021-10-13T14:07:44.196" v="134" actId="20577"/>
        <pc:sldMkLst>
          <pc:docMk/>
          <pc:sldMk cId="3161289941" sldId="285"/>
        </pc:sldMkLst>
        <pc:spChg chg="mod">
          <ac:chgData name="Danielle Andries" userId="93d179e4-3c18-40f7-920e-ae80b202540d" providerId="ADAL" clId="{B46025A7-E589-4F58-9204-C95A9366FAF8}" dt="2021-10-13T14:07:44.196" v="134" actId="20577"/>
          <ac:spMkLst>
            <pc:docMk/>
            <pc:sldMk cId="3161289941" sldId="285"/>
            <ac:spMk id="2" creationId="{0A7E334A-0A8F-4570-A91D-468192F8CD81}"/>
          </ac:spMkLst>
        </pc:spChg>
        <pc:spChg chg="mod">
          <ac:chgData name="Danielle Andries" userId="93d179e4-3c18-40f7-920e-ae80b202540d" providerId="ADAL" clId="{B46025A7-E589-4F58-9204-C95A9366FAF8}" dt="2021-10-13T14:07:36.699" v="102" actId="20577"/>
          <ac:spMkLst>
            <pc:docMk/>
            <pc:sldMk cId="3161289941" sldId="285"/>
            <ac:spMk id="3" creationId="{1F39D58A-425E-4AFF-8B6F-6914EE1DDCD9}"/>
          </ac:spMkLst>
        </pc:spChg>
        <pc:spChg chg="mod">
          <ac:chgData name="Danielle Andries" userId="93d179e4-3c18-40f7-920e-ae80b202540d" providerId="ADAL" clId="{B46025A7-E589-4F58-9204-C95A9366FAF8}" dt="2021-10-13T14:07:34.722" v="100" actId="20577"/>
          <ac:spMkLst>
            <pc:docMk/>
            <pc:sldMk cId="3161289941" sldId="285"/>
            <ac:spMk id="4" creationId="{C0420C06-F6E3-4367-9B8F-1CC0589E3B9C}"/>
          </ac:spMkLst>
        </pc:spChg>
      </pc:sldChg>
      <pc:sldChg chg="modSp add mod">
        <pc:chgData name="Danielle Andries" userId="93d179e4-3c18-40f7-920e-ae80b202540d" providerId="ADAL" clId="{B46025A7-E589-4F58-9204-C95A9366FAF8}" dt="2021-10-13T14:08:36.841" v="157" actId="20577"/>
        <pc:sldMkLst>
          <pc:docMk/>
          <pc:sldMk cId="3790744140" sldId="290"/>
        </pc:sldMkLst>
        <pc:spChg chg="mod">
          <ac:chgData name="Danielle Andries" userId="93d179e4-3c18-40f7-920e-ae80b202540d" providerId="ADAL" clId="{B46025A7-E589-4F58-9204-C95A9366FAF8}" dt="2021-10-13T14:08:36.841" v="157" actId="20577"/>
          <ac:spMkLst>
            <pc:docMk/>
            <pc:sldMk cId="3790744140" sldId="290"/>
            <ac:spMk id="2" creationId="{0A7E334A-0A8F-4570-A91D-468192F8CD81}"/>
          </ac:spMkLst>
        </pc:spChg>
        <pc:spChg chg="mod">
          <ac:chgData name="Danielle Andries" userId="93d179e4-3c18-40f7-920e-ae80b202540d" providerId="ADAL" clId="{B46025A7-E589-4F58-9204-C95A9366FAF8}" dt="2021-10-13T14:08:29.446" v="141" actId="20577"/>
          <ac:spMkLst>
            <pc:docMk/>
            <pc:sldMk cId="3790744140" sldId="290"/>
            <ac:spMk id="3" creationId="{1F39D58A-425E-4AFF-8B6F-6914EE1DDCD9}"/>
          </ac:spMkLst>
        </pc:spChg>
      </pc:sldChg>
      <pc:sldChg chg="add">
        <pc:chgData name="Danielle Andries" userId="93d179e4-3c18-40f7-920e-ae80b202540d" providerId="ADAL" clId="{B46025A7-E589-4F58-9204-C95A9366FAF8}" dt="2021-10-13T14:08:25.806" v="139"/>
        <pc:sldMkLst>
          <pc:docMk/>
          <pc:sldMk cId="4261538642" sldId="291"/>
        </pc:sldMkLst>
      </pc:sldChg>
      <pc:sldChg chg="add">
        <pc:chgData name="Danielle Andries" userId="93d179e4-3c18-40f7-920e-ae80b202540d" providerId="ADAL" clId="{B46025A7-E589-4F58-9204-C95A9366FAF8}" dt="2021-10-13T14:08:25.806" v="139"/>
        <pc:sldMkLst>
          <pc:docMk/>
          <pc:sldMk cId="2554463169" sldId="292"/>
        </pc:sldMkLst>
      </pc:sldChg>
      <pc:sldChg chg="add">
        <pc:chgData name="Danielle Andries" userId="93d179e4-3c18-40f7-920e-ae80b202540d" providerId="ADAL" clId="{B46025A7-E589-4F58-9204-C95A9366FAF8}" dt="2021-10-13T14:08:25.806" v="139"/>
        <pc:sldMkLst>
          <pc:docMk/>
          <pc:sldMk cId="750369082" sldId="293"/>
        </pc:sldMkLst>
      </pc:sldChg>
      <pc:sldChg chg="add">
        <pc:chgData name="Danielle Andries" userId="93d179e4-3c18-40f7-920e-ae80b202540d" providerId="ADAL" clId="{B46025A7-E589-4F58-9204-C95A9366FAF8}" dt="2021-10-13T14:08:25.806" v="139"/>
        <pc:sldMkLst>
          <pc:docMk/>
          <pc:sldMk cId="2745962525" sldId="294"/>
        </pc:sldMkLst>
      </pc:sldChg>
    </pc:docChg>
  </pc:docChgLst>
  <pc:docChgLst>
    <pc:chgData name="Danielle Andries" userId="93d179e4-3c18-40f7-920e-ae80b202540d" providerId="ADAL" clId="{7B049343-B7AB-4F32-BDAE-F822FBED966C}"/>
    <pc:docChg chg="custSel addSld delSld modSld">
      <pc:chgData name="Danielle Andries" userId="93d179e4-3c18-40f7-920e-ae80b202540d" providerId="ADAL" clId="{7B049343-B7AB-4F32-BDAE-F822FBED966C}" dt="2021-10-13T13:54:53.477" v="182" actId="2696"/>
      <pc:docMkLst>
        <pc:docMk/>
      </pc:docMkLst>
      <pc:sldChg chg="modSp mod">
        <pc:chgData name="Danielle Andries" userId="93d179e4-3c18-40f7-920e-ae80b202540d" providerId="ADAL" clId="{7B049343-B7AB-4F32-BDAE-F822FBED966C}" dt="2021-10-13T13:53:48.124" v="110"/>
        <pc:sldMkLst>
          <pc:docMk/>
          <pc:sldMk cId="3676537154" sldId="256"/>
        </pc:sldMkLst>
        <pc:spChg chg="mod">
          <ac:chgData name="Danielle Andries" userId="93d179e4-3c18-40f7-920e-ae80b202540d" providerId="ADAL" clId="{7B049343-B7AB-4F32-BDAE-F822FBED966C}" dt="2021-10-13T13:53:48.124" v="110"/>
          <ac:spMkLst>
            <pc:docMk/>
            <pc:sldMk cId="3676537154" sldId="256"/>
            <ac:spMk id="3" creationId="{7ED73DC9-4D7D-4A76-A939-CFBD8317E387}"/>
          </ac:spMkLst>
        </pc:spChg>
      </pc:sldChg>
      <pc:sldChg chg="modSp mod">
        <pc:chgData name="Danielle Andries" userId="93d179e4-3c18-40f7-920e-ae80b202540d" providerId="ADAL" clId="{7B049343-B7AB-4F32-BDAE-F822FBED966C}" dt="2021-10-13T13:51:36.230" v="25" actId="20577"/>
        <pc:sldMkLst>
          <pc:docMk/>
          <pc:sldMk cId="3476460589" sldId="258"/>
        </pc:sldMkLst>
        <pc:spChg chg="mod">
          <ac:chgData name="Danielle Andries" userId="93d179e4-3c18-40f7-920e-ae80b202540d" providerId="ADAL" clId="{7B049343-B7AB-4F32-BDAE-F822FBED966C}" dt="2021-10-13T13:51:36.230" v="25" actId="20577"/>
          <ac:spMkLst>
            <pc:docMk/>
            <pc:sldMk cId="3476460589" sldId="258"/>
            <ac:spMk id="2" creationId="{CE6D087C-759A-4744-8CA2-B6FC76A04C6B}"/>
          </ac:spMkLst>
        </pc:spChg>
        <pc:spChg chg="mod">
          <ac:chgData name="Danielle Andries" userId="93d179e4-3c18-40f7-920e-ae80b202540d" providerId="ADAL" clId="{7B049343-B7AB-4F32-BDAE-F822FBED966C}" dt="2021-10-13T13:51:20" v="1" actId="20577"/>
          <ac:spMkLst>
            <pc:docMk/>
            <pc:sldMk cId="3476460589" sldId="258"/>
            <ac:spMk id="3" creationId="{8E3CCB41-16A4-4F8D-ABB5-5CE3E3695174}"/>
          </ac:spMkLst>
        </pc:spChg>
      </pc:sldChg>
      <pc:sldChg chg="modSp mod">
        <pc:chgData name="Danielle Andries" userId="93d179e4-3c18-40f7-920e-ae80b202540d" providerId="ADAL" clId="{7B049343-B7AB-4F32-BDAE-F822FBED966C}" dt="2021-10-13T13:51:54.383" v="68" actId="20577"/>
        <pc:sldMkLst>
          <pc:docMk/>
          <pc:sldMk cId="3581186469" sldId="259"/>
        </pc:sldMkLst>
        <pc:spChg chg="mod">
          <ac:chgData name="Danielle Andries" userId="93d179e4-3c18-40f7-920e-ae80b202540d" providerId="ADAL" clId="{7B049343-B7AB-4F32-BDAE-F822FBED966C}" dt="2021-10-13T13:51:54.383" v="68" actId="20577"/>
          <ac:spMkLst>
            <pc:docMk/>
            <pc:sldMk cId="3581186469" sldId="259"/>
            <ac:spMk id="2" creationId="{86BEEEB6-1AEE-41DF-9C4C-570C8610147C}"/>
          </ac:spMkLst>
        </pc:spChg>
        <pc:spChg chg="mod">
          <ac:chgData name="Danielle Andries" userId="93d179e4-3c18-40f7-920e-ae80b202540d" providerId="ADAL" clId="{7B049343-B7AB-4F32-BDAE-F822FBED966C}" dt="2021-10-13T13:51:43.268" v="27" actId="20577"/>
          <ac:spMkLst>
            <pc:docMk/>
            <pc:sldMk cId="3581186469" sldId="259"/>
            <ac:spMk id="3" creationId="{4987CBD2-FC2F-43E3-BBCF-3F07A0EC94E2}"/>
          </ac:spMkLst>
        </pc:spChg>
        <pc:spChg chg="mod">
          <ac:chgData name="Danielle Andries" userId="93d179e4-3c18-40f7-920e-ae80b202540d" providerId="ADAL" clId="{7B049343-B7AB-4F32-BDAE-F822FBED966C}" dt="2021-10-13T13:51:45.838" v="29" actId="20577"/>
          <ac:spMkLst>
            <pc:docMk/>
            <pc:sldMk cId="3581186469" sldId="259"/>
            <ac:spMk id="4" creationId="{8C758618-B692-44C1-92DC-F8A5F871B945}"/>
          </ac:spMkLst>
        </pc:spChg>
      </pc:sldChg>
      <pc:sldChg chg="modSp mod">
        <pc:chgData name="Danielle Andries" userId="93d179e4-3c18-40f7-920e-ae80b202540d" providerId="ADAL" clId="{7B049343-B7AB-4F32-BDAE-F822FBED966C}" dt="2021-10-13T13:52:25.678" v="108" actId="20577"/>
        <pc:sldMkLst>
          <pc:docMk/>
          <pc:sldMk cId="2476087910" sldId="266"/>
        </pc:sldMkLst>
        <pc:spChg chg="mod">
          <ac:chgData name="Danielle Andries" userId="93d179e4-3c18-40f7-920e-ae80b202540d" providerId="ADAL" clId="{7B049343-B7AB-4F32-BDAE-F822FBED966C}" dt="2021-10-13T13:52:25.678" v="108" actId="20577"/>
          <ac:spMkLst>
            <pc:docMk/>
            <pc:sldMk cId="2476087910" sldId="266"/>
            <ac:spMk id="2" creationId="{897A5AF4-7AED-4A32-8826-AA455EAA7711}"/>
          </ac:spMkLst>
        </pc:spChg>
        <pc:spChg chg="mod">
          <ac:chgData name="Danielle Andries" userId="93d179e4-3c18-40f7-920e-ae80b202540d" providerId="ADAL" clId="{7B049343-B7AB-4F32-BDAE-F822FBED966C}" dt="2021-10-13T13:52:18.157" v="74" actId="20577"/>
          <ac:spMkLst>
            <pc:docMk/>
            <pc:sldMk cId="2476087910" sldId="266"/>
            <ac:spMk id="3" creationId="{1C09A606-AC3C-4FE5-B558-E5DD82C0A761}"/>
          </ac:spMkLst>
        </pc:spChg>
        <pc:spChg chg="mod">
          <ac:chgData name="Danielle Andries" userId="93d179e4-3c18-40f7-920e-ae80b202540d" providerId="ADAL" clId="{7B049343-B7AB-4F32-BDAE-F822FBED966C}" dt="2021-10-13T13:52:16.540" v="72" actId="20577"/>
          <ac:spMkLst>
            <pc:docMk/>
            <pc:sldMk cId="2476087910" sldId="266"/>
            <ac:spMk id="4" creationId="{6F8820F5-6357-429C-9E9F-7ADBB5B6CA98}"/>
          </ac:spMkLst>
        </pc:spChg>
      </pc:sldChg>
      <pc:sldChg chg="del">
        <pc:chgData name="Danielle Andries" userId="93d179e4-3c18-40f7-920e-ae80b202540d" providerId="ADAL" clId="{7B049343-B7AB-4F32-BDAE-F822FBED966C}" dt="2021-10-13T13:54:53.477" v="182" actId="2696"/>
        <pc:sldMkLst>
          <pc:docMk/>
          <pc:sldMk cId="3073644457" sldId="284"/>
        </pc:sldMkLst>
      </pc:sldChg>
      <pc:sldChg chg="modSp new mod">
        <pc:chgData name="Danielle Andries" userId="93d179e4-3c18-40f7-920e-ae80b202540d" providerId="ADAL" clId="{7B049343-B7AB-4F32-BDAE-F822FBED966C}" dt="2021-10-13T13:54:31.558" v="179" actId="20577"/>
        <pc:sldMkLst>
          <pc:docMk/>
          <pc:sldMk cId="3161289941" sldId="285"/>
        </pc:sldMkLst>
        <pc:spChg chg="mod">
          <ac:chgData name="Danielle Andries" userId="93d179e4-3c18-40f7-920e-ae80b202540d" providerId="ADAL" clId="{7B049343-B7AB-4F32-BDAE-F822FBED966C}" dt="2021-10-13T13:54:31.558" v="179" actId="20577"/>
          <ac:spMkLst>
            <pc:docMk/>
            <pc:sldMk cId="3161289941" sldId="285"/>
            <ac:spMk id="2" creationId="{0A7E334A-0A8F-4570-A91D-468192F8CD81}"/>
          </ac:spMkLst>
        </pc:spChg>
        <pc:spChg chg="mod">
          <ac:chgData name="Danielle Andries" userId="93d179e4-3c18-40f7-920e-ae80b202540d" providerId="ADAL" clId="{7B049343-B7AB-4F32-BDAE-F822FBED966C}" dt="2021-10-13T13:54:22.668" v="136" actId="20577"/>
          <ac:spMkLst>
            <pc:docMk/>
            <pc:sldMk cId="3161289941" sldId="285"/>
            <ac:spMk id="3" creationId="{1F39D58A-425E-4AFF-8B6F-6914EE1DDCD9}"/>
          </ac:spMkLst>
        </pc:spChg>
        <pc:spChg chg="mod">
          <ac:chgData name="Danielle Andries" userId="93d179e4-3c18-40f7-920e-ae80b202540d" providerId="ADAL" clId="{7B049343-B7AB-4F32-BDAE-F822FBED966C}" dt="2021-10-13T13:54:16.828" v="120" actId="20577"/>
          <ac:spMkLst>
            <pc:docMk/>
            <pc:sldMk cId="3161289941" sldId="285"/>
            <ac:spMk id="4" creationId="{C0420C06-F6E3-4367-9B8F-1CC0589E3B9C}"/>
          </ac:spMkLst>
        </pc:spChg>
      </pc:sldChg>
      <pc:sldChg chg="add">
        <pc:chgData name="Danielle Andries" userId="93d179e4-3c18-40f7-920e-ae80b202540d" providerId="ADAL" clId="{7B049343-B7AB-4F32-BDAE-F822FBED966C}" dt="2021-10-13T13:54:36.467" v="180"/>
        <pc:sldMkLst>
          <pc:docMk/>
          <pc:sldMk cId="685463285" sldId="286"/>
        </pc:sldMkLst>
      </pc:sldChg>
      <pc:sldChg chg="add">
        <pc:chgData name="Danielle Andries" userId="93d179e4-3c18-40f7-920e-ae80b202540d" providerId="ADAL" clId="{7B049343-B7AB-4F32-BDAE-F822FBED966C}" dt="2021-10-13T13:54:36.467" v="180"/>
        <pc:sldMkLst>
          <pc:docMk/>
          <pc:sldMk cId="2554177378" sldId="287"/>
        </pc:sldMkLst>
      </pc:sldChg>
      <pc:sldChg chg="add">
        <pc:chgData name="Danielle Andries" userId="93d179e4-3c18-40f7-920e-ae80b202540d" providerId="ADAL" clId="{7B049343-B7AB-4F32-BDAE-F822FBED966C}" dt="2021-10-13T13:54:36.467" v="180"/>
        <pc:sldMkLst>
          <pc:docMk/>
          <pc:sldMk cId="1567903217" sldId="288"/>
        </pc:sldMkLst>
      </pc:sldChg>
      <pc:sldChg chg="add">
        <pc:chgData name="Danielle Andries" userId="93d179e4-3c18-40f7-920e-ae80b202540d" providerId="ADAL" clId="{7B049343-B7AB-4F32-BDAE-F822FBED966C}" dt="2021-10-13T13:54:40.371" v="181"/>
        <pc:sldMkLst>
          <pc:docMk/>
          <pc:sldMk cId="3965838131" sldId="289"/>
        </pc:sldMkLst>
      </pc:sldChg>
    </pc:docChg>
  </pc:docChgLst>
  <pc:docChgLst>
    <pc:chgData name="Danielle Andries" userId="93d179e4-3c18-40f7-920e-ae80b202540d" providerId="ADAL" clId="{281626E2-BF5F-48DC-A22F-ED2E3A05227D}"/>
    <pc:docChg chg="addSld modSld sldOrd">
      <pc:chgData name="Danielle Andries" userId="93d179e4-3c18-40f7-920e-ae80b202540d" providerId="ADAL" clId="{281626E2-BF5F-48DC-A22F-ED2E3A05227D}" dt="2022-10-19T21:52:20.496" v="14"/>
      <pc:docMkLst>
        <pc:docMk/>
      </pc:docMkLst>
      <pc:sldChg chg="modSp mod ord">
        <pc:chgData name="Danielle Andries" userId="93d179e4-3c18-40f7-920e-ae80b202540d" providerId="ADAL" clId="{281626E2-BF5F-48DC-A22F-ED2E3A05227D}" dt="2022-10-19T21:51:36.170" v="6"/>
        <pc:sldMkLst>
          <pc:docMk/>
          <pc:sldMk cId="3073644457" sldId="284"/>
        </pc:sldMkLst>
        <pc:spChg chg="mod">
          <ac:chgData name="Danielle Andries" userId="93d179e4-3c18-40f7-920e-ae80b202540d" providerId="ADAL" clId="{281626E2-BF5F-48DC-A22F-ED2E3A05227D}" dt="2022-10-19T21:51:21.834" v="3"/>
          <ac:spMkLst>
            <pc:docMk/>
            <pc:sldMk cId="3073644457" sldId="284"/>
            <ac:spMk id="3" creationId="{568708AE-48ED-4852-AE39-86C44E3C3102}"/>
          </ac:spMkLst>
        </pc:spChg>
      </pc:sldChg>
      <pc:sldChg chg="modSp add mod ord">
        <pc:chgData name="Danielle Andries" userId="93d179e4-3c18-40f7-920e-ae80b202540d" providerId="ADAL" clId="{281626E2-BF5F-48DC-A22F-ED2E3A05227D}" dt="2022-10-19T21:51:58.679" v="10"/>
        <pc:sldMkLst>
          <pc:docMk/>
          <pc:sldMk cId="3470850854" sldId="320"/>
        </pc:sldMkLst>
        <pc:spChg chg="mod">
          <ac:chgData name="Danielle Andries" userId="93d179e4-3c18-40f7-920e-ae80b202540d" providerId="ADAL" clId="{281626E2-BF5F-48DC-A22F-ED2E3A05227D}" dt="2022-10-19T21:51:58.679" v="10"/>
          <ac:spMkLst>
            <pc:docMk/>
            <pc:sldMk cId="3470850854" sldId="320"/>
            <ac:spMk id="3" creationId="{568708AE-48ED-4852-AE39-86C44E3C3102}"/>
          </ac:spMkLst>
        </pc:spChg>
      </pc:sldChg>
      <pc:sldChg chg="modSp add mod ord">
        <pc:chgData name="Danielle Andries" userId="93d179e4-3c18-40f7-920e-ae80b202540d" providerId="ADAL" clId="{281626E2-BF5F-48DC-A22F-ED2E3A05227D}" dt="2022-10-19T21:52:20.496" v="14"/>
        <pc:sldMkLst>
          <pc:docMk/>
          <pc:sldMk cId="3166950826" sldId="321"/>
        </pc:sldMkLst>
        <pc:spChg chg="mod">
          <ac:chgData name="Danielle Andries" userId="93d179e4-3c18-40f7-920e-ae80b202540d" providerId="ADAL" clId="{281626E2-BF5F-48DC-A22F-ED2E3A05227D}" dt="2022-10-19T21:52:20.496" v="14"/>
          <ac:spMkLst>
            <pc:docMk/>
            <pc:sldMk cId="3166950826" sldId="321"/>
            <ac:spMk id="3" creationId="{568708AE-48ED-4852-AE39-86C44E3C3102}"/>
          </ac:spMkLst>
        </pc:spChg>
      </pc:sldChg>
    </pc:docChg>
  </pc:docChgLst>
  <pc:docChgLst>
    <pc:chgData name="Lisa Bock" userId="1f2a7945151d6011" providerId="LiveId" clId="{9536145E-3543-417E-B4AB-38228BD82C19}"/>
    <pc:docChg chg="undo redo custSel addSld delSld modSld sldOrd">
      <pc:chgData name="Lisa Bock" userId="1f2a7945151d6011" providerId="LiveId" clId="{9536145E-3543-417E-B4AB-38228BD82C19}" dt="2021-10-24T02:26:50.726" v="5946" actId="2696"/>
      <pc:docMkLst>
        <pc:docMk/>
      </pc:docMkLst>
      <pc:sldChg chg="modSp mod modNotesTx">
        <pc:chgData name="Lisa Bock" userId="1f2a7945151d6011" providerId="LiveId" clId="{9536145E-3543-417E-B4AB-38228BD82C19}" dt="2021-10-23T18:38:01.300" v="1850" actId="20577"/>
        <pc:sldMkLst>
          <pc:docMk/>
          <pc:sldMk cId="2700514735" sldId="260"/>
        </pc:sldMkLst>
        <pc:spChg chg="mod">
          <ac:chgData name="Lisa Bock" userId="1f2a7945151d6011" providerId="LiveId" clId="{9536145E-3543-417E-B4AB-38228BD82C19}" dt="2021-10-18T17:48:22.951" v="49" actId="20577"/>
          <ac:spMkLst>
            <pc:docMk/>
            <pc:sldMk cId="2700514735" sldId="260"/>
            <ac:spMk id="2" creationId="{A92B708E-4083-4962-9240-C5792BEC3394}"/>
          </ac:spMkLst>
        </pc:spChg>
        <pc:spChg chg="mod">
          <ac:chgData name="Lisa Bock" userId="1f2a7945151d6011" providerId="LiveId" clId="{9536145E-3543-417E-B4AB-38228BD82C19}" dt="2021-10-18T17:51:55.827" v="134" actId="27636"/>
          <ac:spMkLst>
            <pc:docMk/>
            <pc:sldMk cId="2700514735" sldId="260"/>
            <ac:spMk id="3" creationId="{D265882B-10E2-446D-A76D-9CAE7BFA8BE6}"/>
          </ac:spMkLst>
        </pc:spChg>
      </pc:sldChg>
      <pc:sldChg chg="modSp mod">
        <pc:chgData name="Lisa Bock" userId="1f2a7945151d6011" providerId="LiveId" clId="{9536145E-3543-417E-B4AB-38228BD82C19}" dt="2021-10-18T19:36:21.963" v="1471"/>
        <pc:sldMkLst>
          <pc:docMk/>
          <pc:sldMk cId="1379302974" sldId="261"/>
        </pc:sldMkLst>
        <pc:spChg chg="mod">
          <ac:chgData name="Lisa Bock" userId="1f2a7945151d6011" providerId="LiveId" clId="{9536145E-3543-417E-B4AB-38228BD82C19}" dt="2021-10-18T18:54:32.402" v="1470" actId="20577"/>
          <ac:spMkLst>
            <pc:docMk/>
            <pc:sldMk cId="1379302974" sldId="261"/>
            <ac:spMk id="2" creationId="{00910985-B36C-4A8C-8F00-496036FF49CE}"/>
          </ac:spMkLst>
        </pc:spChg>
        <pc:spChg chg="mod">
          <ac:chgData name="Lisa Bock" userId="1f2a7945151d6011" providerId="LiveId" clId="{9536145E-3543-417E-B4AB-38228BD82C19}" dt="2021-10-18T19:36:21.963" v="1471"/>
          <ac:spMkLst>
            <pc:docMk/>
            <pc:sldMk cId="1379302974" sldId="261"/>
            <ac:spMk id="3" creationId="{741BF6B6-2A64-4049-9A00-5F58CF8B2C57}"/>
          </ac:spMkLst>
        </pc:spChg>
      </pc:sldChg>
      <pc:sldChg chg="modSp mod">
        <pc:chgData name="Lisa Bock" userId="1f2a7945151d6011" providerId="LiveId" clId="{9536145E-3543-417E-B4AB-38228BD82C19}" dt="2021-10-18T18:13:49.297" v="392" actId="20577"/>
        <pc:sldMkLst>
          <pc:docMk/>
          <pc:sldMk cId="1766491834" sldId="264"/>
        </pc:sldMkLst>
        <pc:spChg chg="mod">
          <ac:chgData name="Lisa Bock" userId="1f2a7945151d6011" providerId="LiveId" clId="{9536145E-3543-417E-B4AB-38228BD82C19}" dt="2021-10-18T17:55:30.949" v="159" actId="20577"/>
          <ac:spMkLst>
            <pc:docMk/>
            <pc:sldMk cId="1766491834" sldId="264"/>
            <ac:spMk id="2" creationId="{A92B708E-4083-4962-9240-C5792BEC3394}"/>
          </ac:spMkLst>
        </pc:spChg>
        <pc:spChg chg="mod">
          <ac:chgData name="Lisa Bock" userId="1f2a7945151d6011" providerId="LiveId" clId="{9536145E-3543-417E-B4AB-38228BD82C19}" dt="2021-10-18T18:13:49.297" v="392" actId="20577"/>
          <ac:spMkLst>
            <pc:docMk/>
            <pc:sldMk cId="1766491834" sldId="264"/>
            <ac:spMk id="3" creationId="{D265882B-10E2-446D-A76D-9CAE7BFA8BE6}"/>
          </ac:spMkLst>
        </pc:spChg>
      </pc:sldChg>
      <pc:sldChg chg="modSp mod">
        <pc:chgData name="Lisa Bock" userId="1f2a7945151d6011" providerId="LiveId" clId="{9536145E-3543-417E-B4AB-38228BD82C19}" dt="2021-10-18T18:13:46.297" v="391" actId="20577"/>
        <pc:sldMkLst>
          <pc:docMk/>
          <pc:sldMk cId="2528030650" sldId="265"/>
        </pc:sldMkLst>
        <pc:spChg chg="mod">
          <ac:chgData name="Lisa Bock" userId="1f2a7945151d6011" providerId="LiveId" clId="{9536145E-3543-417E-B4AB-38228BD82C19}" dt="2021-10-18T18:05:59.957" v="309"/>
          <ac:spMkLst>
            <pc:docMk/>
            <pc:sldMk cId="2528030650" sldId="265"/>
            <ac:spMk id="2" creationId="{A92B708E-4083-4962-9240-C5792BEC3394}"/>
          </ac:spMkLst>
        </pc:spChg>
        <pc:spChg chg="mod">
          <ac:chgData name="Lisa Bock" userId="1f2a7945151d6011" providerId="LiveId" clId="{9536145E-3543-417E-B4AB-38228BD82C19}" dt="2021-10-18T18:13:46.297" v="391" actId="20577"/>
          <ac:spMkLst>
            <pc:docMk/>
            <pc:sldMk cId="2528030650" sldId="265"/>
            <ac:spMk id="3" creationId="{D265882B-10E2-446D-A76D-9CAE7BFA8BE6}"/>
          </ac:spMkLst>
        </pc:spChg>
      </pc:sldChg>
      <pc:sldChg chg="modSp mod modNotesTx">
        <pc:chgData name="Lisa Bock" userId="1f2a7945151d6011" providerId="LiveId" clId="{9536145E-3543-417E-B4AB-38228BD82C19}" dt="2021-10-24T02:25:39.304" v="5945" actId="113"/>
        <pc:sldMkLst>
          <pc:docMk/>
          <pc:sldMk cId="2996616140" sldId="267"/>
        </pc:sldMkLst>
        <pc:spChg chg="mod">
          <ac:chgData name="Lisa Bock" userId="1f2a7945151d6011" providerId="LiveId" clId="{9536145E-3543-417E-B4AB-38228BD82C19}" dt="2021-10-18T19:48:06.449" v="1478"/>
          <ac:spMkLst>
            <pc:docMk/>
            <pc:sldMk cId="2996616140" sldId="267"/>
            <ac:spMk id="2" creationId="{A92B708E-4083-4962-9240-C5792BEC3394}"/>
          </ac:spMkLst>
        </pc:spChg>
        <pc:spChg chg="mod">
          <ac:chgData name="Lisa Bock" userId="1f2a7945151d6011" providerId="LiveId" clId="{9536145E-3543-417E-B4AB-38228BD82C19}" dt="2021-10-24T02:25:39.304" v="5945" actId="113"/>
          <ac:spMkLst>
            <pc:docMk/>
            <pc:sldMk cId="2996616140" sldId="267"/>
            <ac:spMk id="3" creationId="{D265882B-10E2-446D-A76D-9CAE7BFA8BE6}"/>
          </ac:spMkLst>
        </pc:spChg>
      </pc:sldChg>
      <pc:sldChg chg="modSp mod modNotesTx">
        <pc:chgData name="Lisa Bock" userId="1f2a7945151d6011" providerId="LiveId" clId="{9536145E-3543-417E-B4AB-38228BD82C19}" dt="2021-10-23T20:17:13.821" v="3057" actId="6549"/>
        <pc:sldMkLst>
          <pc:docMk/>
          <pc:sldMk cId="443996997" sldId="268"/>
        </pc:sldMkLst>
        <pc:spChg chg="mod">
          <ac:chgData name="Lisa Bock" userId="1f2a7945151d6011" providerId="LiveId" clId="{9536145E-3543-417E-B4AB-38228BD82C19}" dt="2021-10-23T20:07:13.370" v="2848" actId="20577"/>
          <ac:spMkLst>
            <pc:docMk/>
            <pc:sldMk cId="443996997" sldId="268"/>
            <ac:spMk id="2" creationId="{A92B708E-4083-4962-9240-C5792BEC3394}"/>
          </ac:spMkLst>
        </pc:spChg>
        <pc:spChg chg="mod">
          <ac:chgData name="Lisa Bock" userId="1f2a7945151d6011" providerId="LiveId" clId="{9536145E-3543-417E-B4AB-38228BD82C19}" dt="2021-10-23T20:17:13.821" v="3057" actId="6549"/>
          <ac:spMkLst>
            <pc:docMk/>
            <pc:sldMk cId="443996997" sldId="268"/>
            <ac:spMk id="3" creationId="{D265882B-10E2-446D-A76D-9CAE7BFA8BE6}"/>
          </ac:spMkLst>
        </pc:spChg>
      </pc:sldChg>
      <pc:sldChg chg="modSp mod ord">
        <pc:chgData name="Lisa Bock" userId="1f2a7945151d6011" providerId="LiveId" clId="{9536145E-3543-417E-B4AB-38228BD82C19}" dt="2021-10-23T20:32:18.498" v="3660" actId="20577"/>
        <pc:sldMkLst>
          <pc:docMk/>
          <pc:sldMk cId="1387039101" sldId="269"/>
        </pc:sldMkLst>
        <pc:spChg chg="mod">
          <ac:chgData name="Lisa Bock" userId="1f2a7945151d6011" providerId="LiveId" clId="{9536145E-3543-417E-B4AB-38228BD82C19}" dt="2021-10-19T00:16:55.823" v="1583"/>
          <ac:spMkLst>
            <pc:docMk/>
            <pc:sldMk cId="1387039101" sldId="269"/>
            <ac:spMk id="2" creationId="{A92B708E-4083-4962-9240-C5792BEC3394}"/>
          </ac:spMkLst>
        </pc:spChg>
        <pc:spChg chg="mod">
          <ac:chgData name="Lisa Bock" userId="1f2a7945151d6011" providerId="LiveId" clId="{9536145E-3543-417E-B4AB-38228BD82C19}" dt="2021-10-23T20:32:18.498" v="3660" actId="20577"/>
          <ac:spMkLst>
            <pc:docMk/>
            <pc:sldMk cId="1387039101" sldId="269"/>
            <ac:spMk id="3" creationId="{D265882B-10E2-446D-A76D-9CAE7BFA8BE6}"/>
          </ac:spMkLst>
        </pc:spChg>
      </pc:sldChg>
      <pc:sldChg chg="addSp delSp modSp mod">
        <pc:chgData name="Lisa Bock" userId="1f2a7945151d6011" providerId="LiveId" clId="{9536145E-3543-417E-B4AB-38228BD82C19}" dt="2021-10-23T20:21:38.778" v="3283" actId="20577"/>
        <pc:sldMkLst>
          <pc:docMk/>
          <pc:sldMk cId="1555248704" sldId="270"/>
        </pc:sldMkLst>
        <pc:spChg chg="mod">
          <ac:chgData name="Lisa Bock" userId="1f2a7945151d6011" providerId="LiveId" clId="{9536145E-3543-417E-B4AB-38228BD82C19}" dt="2021-10-23T20:21:38.778" v="3283" actId="20577"/>
          <ac:spMkLst>
            <pc:docMk/>
            <pc:sldMk cId="1555248704" sldId="270"/>
            <ac:spMk id="2" creationId="{00910985-B36C-4A8C-8F00-496036FF49CE}"/>
          </ac:spMkLst>
        </pc:spChg>
        <pc:spChg chg="mod">
          <ac:chgData name="Lisa Bock" userId="1f2a7945151d6011" providerId="LiveId" clId="{9536145E-3543-417E-B4AB-38228BD82C19}" dt="2021-10-18T19:36:32.785" v="1472"/>
          <ac:spMkLst>
            <pc:docMk/>
            <pc:sldMk cId="1555248704" sldId="270"/>
            <ac:spMk id="3" creationId="{741BF6B6-2A64-4049-9A00-5F58CF8B2C57}"/>
          </ac:spMkLst>
        </pc:spChg>
        <pc:spChg chg="add del">
          <ac:chgData name="Lisa Bock" userId="1f2a7945151d6011" providerId="LiveId" clId="{9536145E-3543-417E-B4AB-38228BD82C19}" dt="2021-10-23T20:18:06.154" v="3062"/>
          <ac:spMkLst>
            <pc:docMk/>
            <pc:sldMk cId="1555248704" sldId="270"/>
            <ac:spMk id="5" creationId="{6DBF2EC2-F735-49E3-9610-B67E780C27AC}"/>
          </ac:spMkLst>
        </pc:spChg>
      </pc:sldChg>
      <pc:sldChg chg="modSp mod modNotesTx">
        <pc:chgData name="Lisa Bock" userId="1f2a7945151d6011" providerId="LiveId" clId="{9536145E-3543-417E-B4AB-38228BD82C19}" dt="2021-10-23T23:44:30.148" v="4598" actId="20577"/>
        <pc:sldMkLst>
          <pc:docMk/>
          <pc:sldMk cId="685463285" sldId="286"/>
        </pc:sldMkLst>
        <pc:spChg chg="mod">
          <ac:chgData name="Lisa Bock" userId="1f2a7945151d6011" providerId="LiveId" clId="{9536145E-3543-417E-B4AB-38228BD82C19}" dt="2021-10-23T21:49:57.720" v="4439" actId="20577"/>
          <ac:spMkLst>
            <pc:docMk/>
            <pc:sldMk cId="685463285" sldId="286"/>
            <ac:spMk id="2" creationId="{A92B708E-4083-4962-9240-C5792BEC3394}"/>
          </ac:spMkLst>
        </pc:spChg>
        <pc:spChg chg="mod">
          <ac:chgData name="Lisa Bock" userId="1f2a7945151d6011" providerId="LiveId" clId="{9536145E-3543-417E-B4AB-38228BD82C19}" dt="2021-10-23T23:44:30.148" v="4598" actId="20577"/>
          <ac:spMkLst>
            <pc:docMk/>
            <pc:sldMk cId="685463285" sldId="286"/>
            <ac:spMk id="3" creationId="{D265882B-10E2-446D-A76D-9CAE7BFA8BE6}"/>
          </ac:spMkLst>
        </pc:spChg>
      </pc:sldChg>
      <pc:sldChg chg="modSp del mod modNotesTx">
        <pc:chgData name="Lisa Bock" userId="1f2a7945151d6011" providerId="LiveId" clId="{9536145E-3543-417E-B4AB-38228BD82C19}" dt="2021-10-23T21:17:26.396" v="3893" actId="2696"/>
        <pc:sldMkLst>
          <pc:docMk/>
          <pc:sldMk cId="2554177378" sldId="287"/>
        </pc:sldMkLst>
        <pc:spChg chg="mod">
          <ac:chgData name="Lisa Bock" userId="1f2a7945151d6011" providerId="LiveId" clId="{9536145E-3543-417E-B4AB-38228BD82C19}" dt="2021-10-23T21:14:01.942" v="3875" actId="20577"/>
          <ac:spMkLst>
            <pc:docMk/>
            <pc:sldMk cId="2554177378" sldId="287"/>
            <ac:spMk id="2" creationId="{A92B708E-4083-4962-9240-C5792BEC3394}"/>
          </ac:spMkLst>
        </pc:spChg>
        <pc:spChg chg="mod">
          <ac:chgData name="Lisa Bock" userId="1f2a7945151d6011" providerId="LiveId" clId="{9536145E-3543-417E-B4AB-38228BD82C19}" dt="2021-10-23T21:17:18.155" v="3892" actId="20577"/>
          <ac:spMkLst>
            <pc:docMk/>
            <pc:sldMk cId="2554177378" sldId="287"/>
            <ac:spMk id="3" creationId="{D265882B-10E2-446D-A76D-9CAE7BFA8BE6}"/>
          </ac:spMkLst>
        </pc:spChg>
      </pc:sldChg>
      <pc:sldChg chg="modSp del mod">
        <pc:chgData name="Lisa Bock" userId="1f2a7945151d6011" providerId="LiveId" clId="{9536145E-3543-417E-B4AB-38228BD82C19}" dt="2021-10-24T00:08:09.090" v="4799" actId="2696"/>
        <pc:sldMkLst>
          <pc:docMk/>
          <pc:sldMk cId="1567903217" sldId="288"/>
        </pc:sldMkLst>
        <pc:spChg chg="mod">
          <ac:chgData name="Lisa Bock" userId="1f2a7945151d6011" providerId="LiveId" clId="{9536145E-3543-417E-B4AB-38228BD82C19}" dt="2021-10-24T00:07:42.007" v="4790" actId="21"/>
          <ac:spMkLst>
            <pc:docMk/>
            <pc:sldMk cId="1567903217" sldId="288"/>
            <ac:spMk id="3" creationId="{D265882B-10E2-446D-A76D-9CAE7BFA8BE6}"/>
          </ac:spMkLst>
        </pc:spChg>
      </pc:sldChg>
      <pc:sldChg chg="addSp delSp modSp mod">
        <pc:chgData name="Lisa Bock" userId="1f2a7945151d6011" providerId="LiveId" clId="{9536145E-3543-417E-B4AB-38228BD82C19}" dt="2021-10-24T00:41:03.390" v="5207"/>
        <pc:sldMkLst>
          <pc:docMk/>
          <pc:sldMk cId="3965838131" sldId="289"/>
        </pc:sldMkLst>
        <pc:spChg chg="mod">
          <ac:chgData name="Lisa Bock" userId="1f2a7945151d6011" providerId="LiveId" clId="{9536145E-3543-417E-B4AB-38228BD82C19}" dt="2021-10-24T00:41:03.390" v="5207"/>
          <ac:spMkLst>
            <pc:docMk/>
            <pc:sldMk cId="3965838131" sldId="289"/>
            <ac:spMk id="2" creationId="{00910985-B36C-4A8C-8F00-496036FF49CE}"/>
          </ac:spMkLst>
        </pc:spChg>
        <pc:spChg chg="mod">
          <ac:chgData name="Lisa Bock" userId="1f2a7945151d6011" providerId="LiveId" clId="{9536145E-3543-417E-B4AB-38228BD82C19}" dt="2021-10-18T19:36:42.668" v="1473"/>
          <ac:spMkLst>
            <pc:docMk/>
            <pc:sldMk cId="3965838131" sldId="289"/>
            <ac:spMk id="3" creationId="{741BF6B6-2A64-4049-9A00-5F58CF8B2C57}"/>
          </ac:spMkLst>
        </pc:spChg>
        <pc:spChg chg="add del">
          <ac:chgData name="Lisa Bock" userId="1f2a7945151d6011" providerId="LiveId" clId="{9536145E-3543-417E-B4AB-38228BD82C19}" dt="2021-10-23T21:34:52.476" v="4261"/>
          <ac:spMkLst>
            <pc:docMk/>
            <pc:sldMk cId="3965838131" sldId="289"/>
            <ac:spMk id="5" creationId="{E05C7B62-C092-4E32-A515-DB6B8782E49D}"/>
          </ac:spMkLst>
        </pc:spChg>
      </pc:sldChg>
      <pc:sldChg chg="modNotesTx">
        <pc:chgData name="Lisa Bock" userId="1f2a7945151d6011" providerId="LiveId" clId="{9536145E-3543-417E-B4AB-38228BD82C19}" dt="2021-10-23T18:04:30.426" v="1760"/>
        <pc:sldMkLst>
          <pc:docMk/>
          <pc:sldMk cId="3790744140" sldId="290"/>
        </pc:sldMkLst>
      </pc:sldChg>
      <pc:sldChg chg="add del">
        <pc:chgData name="Lisa Bock" userId="1f2a7945151d6011" providerId="LiveId" clId="{9536145E-3543-417E-B4AB-38228BD82C19}" dt="2021-10-23T17:49:09.707" v="1758" actId="2696"/>
        <pc:sldMkLst>
          <pc:docMk/>
          <pc:sldMk cId="2593331203" sldId="291"/>
        </pc:sldMkLst>
      </pc:sldChg>
      <pc:sldChg chg="add del">
        <pc:chgData name="Lisa Bock" userId="1f2a7945151d6011" providerId="LiveId" clId="{9536145E-3543-417E-B4AB-38228BD82C19}" dt="2021-10-24T01:01:36.297" v="5327" actId="47"/>
        <pc:sldMkLst>
          <pc:docMk/>
          <pc:sldMk cId="2842538329" sldId="291"/>
        </pc:sldMkLst>
      </pc:sldChg>
      <pc:sldChg chg="del">
        <pc:chgData name="Lisa Bock" userId="1f2a7945151d6011" providerId="LiveId" clId="{9536145E-3543-417E-B4AB-38228BD82C19}" dt="2021-10-18T17:37:53.192" v="7" actId="2696"/>
        <pc:sldMkLst>
          <pc:docMk/>
          <pc:sldMk cId="4261538642" sldId="291"/>
        </pc:sldMkLst>
      </pc:sldChg>
      <pc:sldChg chg="del">
        <pc:chgData name="Lisa Bock" userId="1f2a7945151d6011" providerId="LiveId" clId="{9536145E-3543-417E-B4AB-38228BD82C19}" dt="2021-10-18T17:37:53.192" v="7" actId="2696"/>
        <pc:sldMkLst>
          <pc:docMk/>
          <pc:sldMk cId="2554463169" sldId="292"/>
        </pc:sldMkLst>
      </pc:sldChg>
      <pc:sldChg chg="add del">
        <pc:chgData name="Lisa Bock" userId="1f2a7945151d6011" providerId="LiveId" clId="{9536145E-3543-417E-B4AB-38228BD82C19}" dt="2021-10-24T01:01:37.352" v="5328" actId="47"/>
        <pc:sldMkLst>
          <pc:docMk/>
          <pc:sldMk cId="3014828871" sldId="292"/>
        </pc:sldMkLst>
      </pc:sldChg>
      <pc:sldChg chg="add del">
        <pc:chgData name="Lisa Bock" userId="1f2a7945151d6011" providerId="LiveId" clId="{9536145E-3543-417E-B4AB-38228BD82C19}" dt="2021-10-23T17:49:09.707" v="1758" actId="2696"/>
        <pc:sldMkLst>
          <pc:docMk/>
          <pc:sldMk cId="4068882922" sldId="292"/>
        </pc:sldMkLst>
      </pc:sldChg>
      <pc:sldChg chg="modSp mod">
        <pc:chgData name="Lisa Bock" userId="1f2a7945151d6011" providerId="LiveId" clId="{9536145E-3543-417E-B4AB-38228BD82C19}" dt="2021-10-24T00:58:56.087" v="5264" actId="20577"/>
        <pc:sldMkLst>
          <pc:docMk/>
          <pc:sldMk cId="750369082" sldId="293"/>
        </pc:sldMkLst>
        <pc:spChg chg="mod">
          <ac:chgData name="Lisa Bock" userId="1f2a7945151d6011" providerId="LiveId" clId="{9536145E-3543-417E-B4AB-38228BD82C19}" dt="2021-10-24T00:57:05.175" v="5222" actId="20577"/>
          <ac:spMkLst>
            <pc:docMk/>
            <pc:sldMk cId="750369082" sldId="293"/>
            <ac:spMk id="2" creationId="{A92B708E-4083-4962-9240-C5792BEC3394}"/>
          </ac:spMkLst>
        </pc:spChg>
        <pc:spChg chg="mod">
          <ac:chgData name="Lisa Bock" userId="1f2a7945151d6011" providerId="LiveId" clId="{9536145E-3543-417E-B4AB-38228BD82C19}" dt="2021-10-24T00:58:56.087" v="5264" actId="20577"/>
          <ac:spMkLst>
            <pc:docMk/>
            <pc:sldMk cId="750369082" sldId="293"/>
            <ac:spMk id="3" creationId="{D265882B-10E2-446D-A76D-9CAE7BFA8BE6}"/>
          </ac:spMkLst>
        </pc:spChg>
      </pc:sldChg>
      <pc:sldChg chg="modSp mod">
        <pc:chgData name="Lisa Bock" userId="1f2a7945151d6011" providerId="LiveId" clId="{9536145E-3543-417E-B4AB-38228BD82C19}" dt="2021-10-24T02:18:42.687" v="5870" actId="20577"/>
        <pc:sldMkLst>
          <pc:docMk/>
          <pc:sldMk cId="2745962525" sldId="294"/>
        </pc:sldMkLst>
        <pc:spChg chg="mod">
          <ac:chgData name="Lisa Bock" userId="1f2a7945151d6011" providerId="LiveId" clId="{9536145E-3543-417E-B4AB-38228BD82C19}" dt="2021-10-24T02:18:42.687" v="5870" actId="20577"/>
          <ac:spMkLst>
            <pc:docMk/>
            <pc:sldMk cId="2745962525" sldId="294"/>
            <ac:spMk id="2" creationId="{00910985-B36C-4A8C-8F00-496036FF49CE}"/>
          </ac:spMkLst>
        </pc:spChg>
        <pc:spChg chg="mod">
          <ac:chgData name="Lisa Bock" userId="1f2a7945151d6011" providerId="LiveId" clId="{9536145E-3543-417E-B4AB-38228BD82C19}" dt="2021-10-24T01:22:13.319" v="5814"/>
          <ac:spMkLst>
            <pc:docMk/>
            <pc:sldMk cId="2745962525" sldId="294"/>
            <ac:spMk id="3" creationId="{741BF6B6-2A64-4049-9A00-5F58CF8B2C57}"/>
          </ac:spMkLst>
        </pc:spChg>
      </pc:sldChg>
      <pc:sldChg chg="modSp add mod">
        <pc:chgData name="Lisa Bock" userId="1f2a7945151d6011" providerId="LiveId" clId="{9536145E-3543-417E-B4AB-38228BD82C19}" dt="2021-10-24T02:18:39.370" v="5868" actId="20577"/>
        <pc:sldMkLst>
          <pc:docMk/>
          <pc:sldMk cId="2015927749" sldId="295"/>
        </pc:sldMkLst>
        <pc:spChg chg="mod">
          <ac:chgData name="Lisa Bock" userId="1f2a7945151d6011" providerId="LiveId" clId="{9536145E-3543-417E-B4AB-38228BD82C19}" dt="2021-10-18T18:13:26.031" v="390"/>
          <ac:spMkLst>
            <pc:docMk/>
            <pc:sldMk cId="2015927749" sldId="295"/>
            <ac:spMk id="2" creationId="{A92B708E-4083-4962-9240-C5792BEC3394}"/>
          </ac:spMkLst>
        </pc:spChg>
        <pc:spChg chg="mod">
          <ac:chgData name="Lisa Bock" userId="1f2a7945151d6011" providerId="LiveId" clId="{9536145E-3543-417E-B4AB-38228BD82C19}" dt="2021-10-24T02:18:39.370" v="5868" actId="20577"/>
          <ac:spMkLst>
            <pc:docMk/>
            <pc:sldMk cId="2015927749" sldId="295"/>
            <ac:spMk id="3" creationId="{D265882B-10E2-446D-A76D-9CAE7BFA8BE6}"/>
          </ac:spMkLst>
        </pc:spChg>
      </pc:sldChg>
      <pc:sldChg chg="modSp add mod">
        <pc:chgData name="Lisa Bock" userId="1f2a7945151d6011" providerId="LiveId" clId="{9536145E-3543-417E-B4AB-38228BD82C19}" dt="2021-10-18T18:45:00.859" v="1099" actId="20577"/>
        <pc:sldMkLst>
          <pc:docMk/>
          <pc:sldMk cId="671680873" sldId="296"/>
        </pc:sldMkLst>
        <pc:spChg chg="mod">
          <ac:chgData name="Lisa Bock" userId="1f2a7945151d6011" providerId="LiveId" clId="{9536145E-3543-417E-B4AB-38228BD82C19}" dt="2021-10-18T18:29:52.032" v="692" actId="20577"/>
          <ac:spMkLst>
            <pc:docMk/>
            <pc:sldMk cId="671680873" sldId="296"/>
            <ac:spMk id="2" creationId="{A92B708E-4083-4962-9240-C5792BEC3394}"/>
          </ac:spMkLst>
        </pc:spChg>
        <pc:spChg chg="mod">
          <ac:chgData name="Lisa Bock" userId="1f2a7945151d6011" providerId="LiveId" clId="{9536145E-3543-417E-B4AB-38228BD82C19}" dt="2021-10-18T18:45:00.859" v="1099" actId="20577"/>
          <ac:spMkLst>
            <pc:docMk/>
            <pc:sldMk cId="671680873" sldId="296"/>
            <ac:spMk id="3" creationId="{D265882B-10E2-446D-A76D-9CAE7BFA8BE6}"/>
          </ac:spMkLst>
        </pc:spChg>
      </pc:sldChg>
      <pc:sldChg chg="modSp add mod">
        <pc:chgData name="Lisa Bock" userId="1f2a7945151d6011" providerId="LiveId" clId="{9536145E-3543-417E-B4AB-38228BD82C19}" dt="2021-10-18T18:49:52.302" v="1156" actId="20577"/>
        <pc:sldMkLst>
          <pc:docMk/>
          <pc:sldMk cId="339514789" sldId="297"/>
        </pc:sldMkLst>
        <pc:spChg chg="mod">
          <ac:chgData name="Lisa Bock" userId="1f2a7945151d6011" providerId="LiveId" clId="{9536145E-3543-417E-B4AB-38228BD82C19}" dt="2021-10-18T18:47:30.376" v="1103"/>
          <ac:spMkLst>
            <pc:docMk/>
            <pc:sldMk cId="339514789" sldId="297"/>
            <ac:spMk id="2" creationId="{A92B708E-4083-4962-9240-C5792BEC3394}"/>
          </ac:spMkLst>
        </pc:spChg>
        <pc:spChg chg="mod">
          <ac:chgData name="Lisa Bock" userId="1f2a7945151d6011" providerId="LiveId" clId="{9536145E-3543-417E-B4AB-38228BD82C19}" dt="2021-10-18T18:49:52.302" v="1156" actId="20577"/>
          <ac:spMkLst>
            <pc:docMk/>
            <pc:sldMk cId="339514789" sldId="297"/>
            <ac:spMk id="3" creationId="{D265882B-10E2-446D-A76D-9CAE7BFA8BE6}"/>
          </ac:spMkLst>
        </pc:spChg>
      </pc:sldChg>
      <pc:sldChg chg="add del">
        <pc:chgData name="Lisa Bock" userId="1f2a7945151d6011" providerId="LiveId" clId="{9536145E-3543-417E-B4AB-38228BD82C19}" dt="2021-10-18T18:49:58.658" v="1157" actId="2696"/>
        <pc:sldMkLst>
          <pc:docMk/>
          <pc:sldMk cId="1368285830" sldId="298"/>
        </pc:sldMkLst>
      </pc:sldChg>
      <pc:sldChg chg="modSp add mod modNotesTx">
        <pc:chgData name="Lisa Bock" userId="1f2a7945151d6011" providerId="LiveId" clId="{9536145E-3543-417E-B4AB-38228BD82C19}" dt="2021-10-23T19:50:20.842" v="2440" actId="20577"/>
        <pc:sldMkLst>
          <pc:docMk/>
          <pc:sldMk cId="1747778796" sldId="298"/>
        </pc:sldMkLst>
        <pc:spChg chg="mod">
          <ac:chgData name="Lisa Bock" userId="1f2a7945151d6011" providerId="LiveId" clId="{9536145E-3543-417E-B4AB-38228BD82C19}" dt="2021-10-23T19:15:12.427" v="2121"/>
          <ac:spMkLst>
            <pc:docMk/>
            <pc:sldMk cId="1747778796" sldId="298"/>
            <ac:spMk id="2" creationId="{A92B708E-4083-4962-9240-C5792BEC3394}"/>
          </ac:spMkLst>
        </pc:spChg>
        <pc:spChg chg="mod">
          <ac:chgData name="Lisa Bock" userId="1f2a7945151d6011" providerId="LiveId" clId="{9536145E-3543-417E-B4AB-38228BD82C19}" dt="2021-10-23T19:50:20.842" v="2440" actId="20577"/>
          <ac:spMkLst>
            <pc:docMk/>
            <pc:sldMk cId="1747778796" sldId="298"/>
            <ac:spMk id="3" creationId="{D265882B-10E2-446D-A76D-9CAE7BFA8BE6}"/>
          </ac:spMkLst>
        </pc:spChg>
      </pc:sldChg>
      <pc:sldChg chg="add del">
        <pc:chgData name="Lisa Bock" userId="1f2a7945151d6011" providerId="LiveId" clId="{9536145E-3543-417E-B4AB-38228BD82C19}" dt="2021-10-18T18:49:58.658" v="1157" actId="2696"/>
        <pc:sldMkLst>
          <pc:docMk/>
          <pc:sldMk cId="1245355525" sldId="299"/>
        </pc:sldMkLst>
      </pc:sldChg>
      <pc:sldChg chg="modSp add mod">
        <pc:chgData name="Lisa Bock" userId="1f2a7945151d6011" providerId="LiveId" clId="{9536145E-3543-417E-B4AB-38228BD82C19}" dt="2021-10-23T20:04:09.534" v="2784"/>
        <pc:sldMkLst>
          <pc:docMk/>
          <pc:sldMk cId="3822406085" sldId="299"/>
        </pc:sldMkLst>
        <pc:spChg chg="mod">
          <ac:chgData name="Lisa Bock" userId="1f2a7945151d6011" providerId="LiveId" clId="{9536145E-3543-417E-B4AB-38228BD82C19}" dt="2021-10-18T19:57:59.806" v="1549"/>
          <ac:spMkLst>
            <pc:docMk/>
            <pc:sldMk cId="3822406085" sldId="299"/>
            <ac:spMk id="2" creationId="{A92B708E-4083-4962-9240-C5792BEC3394}"/>
          </ac:spMkLst>
        </pc:spChg>
        <pc:spChg chg="mod">
          <ac:chgData name="Lisa Bock" userId="1f2a7945151d6011" providerId="LiveId" clId="{9536145E-3543-417E-B4AB-38228BD82C19}" dt="2021-10-23T20:04:09.534" v="2784"/>
          <ac:spMkLst>
            <pc:docMk/>
            <pc:sldMk cId="3822406085" sldId="299"/>
            <ac:spMk id="3" creationId="{D265882B-10E2-446D-A76D-9CAE7BFA8BE6}"/>
          </ac:spMkLst>
        </pc:spChg>
      </pc:sldChg>
      <pc:sldChg chg="modSp add del mod ord">
        <pc:chgData name="Lisa Bock" userId="1f2a7945151d6011" providerId="LiveId" clId="{9536145E-3543-417E-B4AB-38228BD82C19}" dt="2021-10-19T00:18:36.823" v="1588" actId="2696"/>
        <pc:sldMkLst>
          <pc:docMk/>
          <pc:sldMk cId="278679663" sldId="300"/>
        </pc:sldMkLst>
        <pc:spChg chg="mod">
          <ac:chgData name="Lisa Bock" userId="1f2a7945151d6011" providerId="LiveId" clId="{9536145E-3543-417E-B4AB-38228BD82C19}" dt="2021-10-18T20:02:08.552" v="1559"/>
          <ac:spMkLst>
            <pc:docMk/>
            <pc:sldMk cId="278679663" sldId="300"/>
            <ac:spMk id="2" creationId="{A92B708E-4083-4962-9240-C5792BEC3394}"/>
          </ac:spMkLst>
        </pc:spChg>
        <pc:spChg chg="mod">
          <ac:chgData name="Lisa Bock" userId="1f2a7945151d6011" providerId="LiveId" clId="{9536145E-3543-417E-B4AB-38228BD82C19}" dt="2021-10-18T20:15:41.095" v="1569" actId="20577"/>
          <ac:spMkLst>
            <pc:docMk/>
            <pc:sldMk cId="278679663" sldId="300"/>
            <ac:spMk id="3" creationId="{D265882B-10E2-446D-A76D-9CAE7BFA8BE6}"/>
          </ac:spMkLst>
        </pc:spChg>
      </pc:sldChg>
      <pc:sldChg chg="add del">
        <pc:chgData name="Lisa Bock" userId="1f2a7945151d6011" providerId="LiveId" clId="{9536145E-3543-417E-B4AB-38228BD82C19}" dt="2021-10-18T18:49:58.658" v="1157" actId="2696"/>
        <pc:sldMkLst>
          <pc:docMk/>
          <pc:sldMk cId="695437624" sldId="300"/>
        </pc:sldMkLst>
      </pc:sldChg>
      <pc:sldChg chg="modSp add del mod ord">
        <pc:chgData name="Lisa Bock" userId="1f2a7945151d6011" providerId="LiveId" clId="{9536145E-3543-417E-B4AB-38228BD82C19}" dt="2021-10-23T20:04:14.228" v="2785" actId="2696"/>
        <pc:sldMkLst>
          <pc:docMk/>
          <pc:sldMk cId="835291060" sldId="301"/>
        </pc:sldMkLst>
        <pc:spChg chg="mod">
          <ac:chgData name="Lisa Bock" userId="1f2a7945151d6011" providerId="LiveId" clId="{9536145E-3543-417E-B4AB-38228BD82C19}" dt="2021-10-23T19:59:07.663" v="2644" actId="21"/>
          <ac:spMkLst>
            <pc:docMk/>
            <pc:sldMk cId="835291060" sldId="301"/>
            <ac:spMk id="3" creationId="{D265882B-10E2-446D-A76D-9CAE7BFA8BE6}"/>
          </ac:spMkLst>
        </pc:spChg>
      </pc:sldChg>
      <pc:sldChg chg="add del ord">
        <pc:chgData name="Lisa Bock" userId="1f2a7945151d6011" providerId="LiveId" clId="{9536145E-3543-417E-B4AB-38228BD82C19}" dt="2021-10-23T19:50:26.225" v="2441" actId="2696"/>
        <pc:sldMkLst>
          <pc:docMk/>
          <pc:sldMk cId="1724200057" sldId="302"/>
        </pc:sldMkLst>
      </pc:sldChg>
      <pc:sldChg chg="add del">
        <pc:chgData name="Lisa Bock" userId="1f2a7945151d6011" providerId="LiveId" clId="{9536145E-3543-417E-B4AB-38228BD82C19}" dt="2021-10-23T20:14:34.619" v="2940" actId="2696"/>
        <pc:sldMkLst>
          <pc:docMk/>
          <pc:sldMk cId="521075346" sldId="303"/>
        </pc:sldMkLst>
      </pc:sldChg>
      <pc:sldChg chg="add del">
        <pc:chgData name="Lisa Bock" userId="1f2a7945151d6011" providerId="LiveId" clId="{9536145E-3543-417E-B4AB-38228BD82C19}" dt="2021-10-19T00:22:53.702" v="1605" actId="47"/>
        <pc:sldMkLst>
          <pc:docMk/>
          <pc:sldMk cId="160300440" sldId="304"/>
        </pc:sldMkLst>
      </pc:sldChg>
      <pc:sldChg chg="modSp add mod modNotesTx">
        <pc:chgData name="Lisa Bock" userId="1f2a7945151d6011" providerId="LiveId" clId="{9536145E-3543-417E-B4AB-38228BD82C19}" dt="2021-10-23T23:54:28.273" v="4672" actId="27636"/>
        <pc:sldMkLst>
          <pc:docMk/>
          <pc:sldMk cId="1931132080" sldId="305"/>
        </pc:sldMkLst>
        <pc:spChg chg="mod">
          <ac:chgData name="Lisa Bock" userId="1f2a7945151d6011" providerId="LiveId" clId="{9536145E-3543-417E-B4AB-38228BD82C19}" dt="2021-10-23T23:47:13.285" v="4617"/>
          <ac:spMkLst>
            <pc:docMk/>
            <pc:sldMk cId="1931132080" sldId="305"/>
            <ac:spMk id="2" creationId="{A92B708E-4083-4962-9240-C5792BEC3394}"/>
          </ac:spMkLst>
        </pc:spChg>
        <pc:spChg chg="mod">
          <ac:chgData name="Lisa Bock" userId="1f2a7945151d6011" providerId="LiveId" clId="{9536145E-3543-417E-B4AB-38228BD82C19}" dt="2021-10-23T23:54:28.273" v="4672" actId="27636"/>
          <ac:spMkLst>
            <pc:docMk/>
            <pc:sldMk cId="1931132080" sldId="305"/>
            <ac:spMk id="3" creationId="{D265882B-10E2-446D-A76D-9CAE7BFA8BE6}"/>
          </ac:spMkLst>
        </pc:spChg>
      </pc:sldChg>
      <pc:sldChg chg="add del">
        <pc:chgData name="Lisa Bock" userId="1f2a7945151d6011" providerId="LiveId" clId="{9536145E-3543-417E-B4AB-38228BD82C19}" dt="2021-10-19T00:22:57.061" v="1606" actId="2696"/>
        <pc:sldMkLst>
          <pc:docMk/>
          <pc:sldMk cId="3091733762" sldId="305"/>
        </pc:sldMkLst>
      </pc:sldChg>
      <pc:sldChg chg="add del">
        <pc:chgData name="Lisa Bock" userId="1f2a7945151d6011" providerId="LiveId" clId="{9536145E-3543-417E-B4AB-38228BD82C19}" dt="2021-10-19T00:22:57.061" v="1606" actId="2696"/>
        <pc:sldMkLst>
          <pc:docMk/>
          <pc:sldMk cId="350741380" sldId="306"/>
        </pc:sldMkLst>
      </pc:sldChg>
      <pc:sldChg chg="modSp add mod">
        <pc:chgData name="Lisa Bock" userId="1f2a7945151d6011" providerId="LiveId" clId="{9536145E-3543-417E-B4AB-38228BD82C19}" dt="2021-10-24T00:05:30.651" v="4783" actId="20577"/>
        <pc:sldMkLst>
          <pc:docMk/>
          <pc:sldMk cId="3285262683" sldId="306"/>
        </pc:sldMkLst>
        <pc:spChg chg="mod">
          <ac:chgData name="Lisa Bock" userId="1f2a7945151d6011" providerId="LiveId" clId="{9536145E-3543-417E-B4AB-38228BD82C19}" dt="2021-10-24T00:02:42.110" v="4761" actId="20577"/>
          <ac:spMkLst>
            <pc:docMk/>
            <pc:sldMk cId="3285262683" sldId="306"/>
            <ac:spMk id="2" creationId="{A92B708E-4083-4962-9240-C5792BEC3394}"/>
          </ac:spMkLst>
        </pc:spChg>
        <pc:spChg chg="mod">
          <ac:chgData name="Lisa Bock" userId="1f2a7945151d6011" providerId="LiveId" clId="{9536145E-3543-417E-B4AB-38228BD82C19}" dt="2021-10-24T00:05:30.651" v="4783" actId="20577"/>
          <ac:spMkLst>
            <pc:docMk/>
            <pc:sldMk cId="3285262683" sldId="306"/>
            <ac:spMk id="3" creationId="{D265882B-10E2-446D-A76D-9CAE7BFA8BE6}"/>
          </ac:spMkLst>
        </pc:spChg>
      </pc:sldChg>
      <pc:sldChg chg="modSp add mod">
        <pc:chgData name="Lisa Bock" userId="1f2a7945151d6011" providerId="LiveId" clId="{9536145E-3543-417E-B4AB-38228BD82C19}" dt="2021-10-23T21:30:04.689" v="4259" actId="20577"/>
        <pc:sldMkLst>
          <pc:docMk/>
          <pc:sldMk cId="694614970" sldId="307"/>
        </pc:sldMkLst>
        <pc:spChg chg="mod">
          <ac:chgData name="Lisa Bock" userId="1f2a7945151d6011" providerId="LiveId" clId="{9536145E-3543-417E-B4AB-38228BD82C19}" dt="2021-10-23T21:18:28.722" v="3935" actId="20577"/>
          <ac:spMkLst>
            <pc:docMk/>
            <pc:sldMk cId="694614970" sldId="307"/>
            <ac:spMk id="2" creationId="{A92B708E-4083-4962-9240-C5792BEC3394}"/>
          </ac:spMkLst>
        </pc:spChg>
        <pc:spChg chg="mod">
          <ac:chgData name="Lisa Bock" userId="1f2a7945151d6011" providerId="LiveId" clId="{9536145E-3543-417E-B4AB-38228BD82C19}" dt="2021-10-23T21:30:04.689" v="4259" actId="20577"/>
          <ac:spMkLst>
            <pc:docMk/>
            <pc:sldMk cId="694614970" sldId="307"/>
            <ac:spMk id="3" creationId="{D265882B-10E2-446D-A76D-9CAE7BFA8BE6}"/>
          </ac:spMkLst>
        </pc:spChg>
      </pc:sldChg>
      <pc:sldChg chg="add del">
        <pc:chgData name="Lisa Bock" userId="1f2a7945151d6011" providerId="LiveId" clId="{9536145E-3543-417E-B4AB-38228BD82C19}" dt="2021-10-23T17:49:09.707" v="1758" actId="2696"/>
        <pc:sldMkLst>
          <pc:docMk/>
          <pc:sldMk cId="1018174159" sldId="308"/>
        </pc:sldMkLst>
      </pc:sldChg>
      <pc:sldChg chg="add del">
        <pc:chgData name="Lisa Bock" userId="1f2a7945151d6011" providerId="LiveId" clId="{9536145E-3543-417E-B4AB-38228BD82C19}" dt="2021-10-24T01:01:32.251" v="5325" actId="47"/>
        <pc:sldMkLst>
          <pc:docMk/>
          <pc:sldMk cId="3872748337" sldId="308"/>
        </pc:sldMkLst>
      </pc:sldChg>
      <pc:sldChg chg="add del">
        <pc:chgData name="Lisa Bock" userId="1f2a7945151d6011" providerId="LiveId" clId="{9536145E-3543-417E-B4AB-38228BD82C19}" dt="2021-10-24T01:01:34.905" v="5326" actId="47"/>
        <pc:sldMkLst>
          <pc:docMk/>
          <pc:sldMk cId="180849100" sldId="309"/>
        </pc:sldMkLst>
      </pc:sldChg>
      <pc:sldChg chg="add del">
        <pc:chgData name="Lisa Bock" userId="1f2a7945151d6011" providerId="LiveId" clId="{9536145E-3543-417E-B4AB-38228BD82C19}" dt="2021-10-23T17:49:09.707" v="1758" actId="2696"/>
        <pc:sldMkLst>
          <pc:docMk/>
          <pc:sldMk cId="2764302635" sldId="309"/>
        </pc:sldMkLst>
      </pc:sldChg>
      <pc:sldChg chg="modSp add mod modNotesTx">
        <pc:chgData name="Lisa Bock" userId="1f2a7945151d6011" providerId="LiveId" clId="{9536145E-3543-417E-B4AB-38228BD82C19}" dt="2021-10-24T01:12:45.886" v="5546" actId="20577"/>
        <pc:sldMkLst>
          <pc:docMk/>
          <pc:sldMk cId="2633413742" sldId="310"/>
        </pc:sldMkLst>
        <pc:spChg chg="mod">
          <ac:chgData name="Lisa Bock" userId="1f2a7945151d6011" providerId="LiveId" clId="{9536145E-3543-417E-B4AB-38228BD82C19}" dt="2021-10-24T01:03:59.550" v="5415" actId="20577"/>
          <ac:spMkLst>
            <pc:docMk/>
            <pc:sldMk cId="2633413742" sldId="310"/>
            <ac:spMk id="2" creationId="{A92B708E-4083-4962-9240-C5792BEC3394}"/>
          </ac:spMkLst>
        </pc:spChg>
        <pc:spChg chg="mod">
          <ac:chgData name="Lisa Bock" userId="1f2a7945151d6011" providerId="LiveId" clId="{9536145E-3543-417E-B4AB-38228BD82C19}" dt="2021-10-24T01:12:45.886" v="5546" actId="20577"/>
          <ac:spMkLst>
            <pc:docMk/>
            <pc:sldMk cId="2633413742" sldId="310"/>
            <ac:spMk id="3" creationId="{D265882B-10E2-446D-A76D-9CAE7BFA8BE6}"/>
          </ac:spMkLst>
        </pc:spChg>
      </pc:sldChg>
      <pc:sldChg chg="add del">
        <pc:chgData name="Lisa Bock" userId="1f2a7945151d6011" providerId="LiveId" clId="{9536145E-3543-417E-B4AB-38228BD82C19}" dt="2021-10-23T18:10:50.825" v="1844" actId="47"/>
        <pc:sldMkLst>
          <pc:docMk/>
          <pc:sldMk cId="3996114703" sldId="311"/>
        </pc:sldMkLst>
      </pc:sldChg>
      <pc:sldChg chg="add del">
        <pc:chgData name="Lisa Bock" userId="1f2a7945151d6011" providerId="LiveId" clId="{9536145E-3543-417E-B4AB-38228BD82C19}" dt="2021-10-23T18:10:52.160" v="1845" actId="47"/>
        <pc:sldMkLst>
          <pc:docMk/>
          <pc:sldMk cId="1378646448" sldId="312"/>
        </pc:sldMkLst>
      </pc:sldChg>
      <pc:sldChg chg="add del">
        <pc:chgData name="Lisa Bock" userId="1f2a7945151d6011" providerId="LiveId" clId="{9536145E-3543-417E-B4AB-38228BD82C19}" dt="2021-10-23T18:10:53.403" v="1846" actId="47"/>
        <pc:sldMkLst>
          <pc:docMk/>
          <pc:sldMk cId="2049380590" sldId="313"/>
        </pc:sldMkLst>
      </pc:sldChg>
      <pc:sldChg chg="add del">
        <pc:chgData name="Lisa Bock" userId="1f2a7945151d6011" providerId="LiveId" clId="{9536145E-3543-417E-B4AB-38228BD82C19}" dt="2021-10-23T18:10:55.519" v="1847" actId="47"/>
        <pc:sldMkLst>
          <pc:docMk/>
          <pc:sldMk cId="3407347536" sldId="314"/>
        </pc:sldMkLst>
      </pc:sldChg>
      <pc:sldChg chg="add del">
        <pc:chgData name="Lisa Bock" userId="1f2a7945151d6011" providerId="LiveId" clId="{9536145E-3543-417E-B4AB-38228BD82C19}" dt="2021-10-23T18:10:56.729" v="1848" actId="47"/>
        <pc:sldMkLst>
          <pc:docMk/>
          <pc:sldMk cId="3165689382" sldId="315"/>
        </pc:sldMkLst>
      </pc:sldChg>
      <pc:sldChg chg="modSp add mod">
        <pc:chgData name="Lisa Bock" userId="1f2a7945151d6011" providerId="LiveId" clId="{9536145E-3543-417E-B4AB-38228BD82C19}" dt="2021-10-24T01:23:50.964" v="5840" actId="1076"/>
        <pc:sldMkLst>
          <pc:docMk/>
          <pc:sldMk cId="3639382932" sldId="316"/>
        </pc:sldMkLst>
        <pc:spChg chg="mod">
          <ac:chgData name="Lisa Bock" userId="1f2a7945151d6011" providerId="LiveId" clId="{9536145E-3543-417E-B4AB-38228BD82C19}" dt="2021-10-24T01:18:23.117" v="5707" actId="20577"/>
          <ac:spMkLst>
            <pc:docMk/>
            <pc:sldMk cId="3639382932" sldId="316"/>
            <ac:spMk id="2" creationId="{A92B708E-4083-4962-9240-C5792BEC3394}"/>
          </ac:spMkLst>
        </pc:spChg>
        <pc:spChg chg="mod">
          <ac:chgData name="Lisa Bock" userId="1f2a7945151d6011" providerId="LiveId" clId="{9536145E-3543-417E-B4AB-38228BD82C19}" dt="2021-10-24T01:23:50.964" v="5840" actId="1076"/>
          <ac:spMkLst>
            <pc:docMk/>
            <pc:sldMk cId="3639382932" sldId="316"/>
            <ac:spMk id="3" creationId="{D265882B-10E2-446D-A76D-9CAE7BFA8BE6}"/>
          </ac:spMkLst>
        </pc:spChg>
      </pc:sldChg>
      <pc:sldChg chg="modSp add del mod">
        <pc:chgData name="Lisa Bock" userId="1f2a7945151d6011" providerId="LiveId" clId="{9536145E-3543-417E-B4AB-38228BD82C19}" dt="2021-10-23T23:55:23.423" v="4673" actId="2696"/>
        <pc:sldMkLst>
          <pc:docMk/>
          <pc:sldMk cId="154866416" sldId="317"/>
        </pc:sldMkLst>
        <pc:spChg chg="mod">
          <ac:chgData name="Lisa Bock" userId="1f2a7945151d6011" providerId="LiveId" clId="{9536145E-3543-417E-B4AB-38228BD82C19}" dt="2021-10-23T21:06:50.711" v="3708" actId="27636"/>
          <ac:spMkLst>
            <pc:docMk/>
            <pc:sldMk cId="154866416" sldId="317"/>
            <ac:spMk id="3" creationId="{D265882B-10E2-446D-A76D-9CAE7BFA8BE6}"/>
          </ac:spMkLst>
        </pc:spChg>
      </pc:sldChg>
      <pc:sldChg chg="add del">
        <pc:chgData name="Lisa Bock" userId="1f2a7945151d6011" providerId="LiveId" clId="{9536145E-3543-417E-B4AB-38228BD82C19}" dt="2021-10-23T20:32:43.229" v="3661" actId="2696"/>
        <pc:sldMkLst>
          <pc:docMk/>
          <pc:sldMk cId="466570842" sldId="317"/>
        </pc:sldMkLst>
      </pc:sldChg>
      <pc:sldChg chg="modSp add del mod">
        <pc:chgData name="Lisa Bock" userId="1f2a7945151d6011" providerId="LiveId" clId="{9536145E-3543-417E-B4AB-38228BD82C19}" dt="2021-10-23T19:39:12.330" v="2244" actId="2696"/>
        <pc:sldMkLst>
          <pc:docMk/>
          <pc:sldMk cId="3465435393" sldId="317"/>
        </pc:sldMkLst>
        <pc:spChg chg="mod">
          <ac:chgData name="Lisa Bock" userId="1f2a7945151d6011" providerId="LiveId" clId="{9536145E-3543-417E-B4AB-38228BD82C19}" dt="2021-10-23T19:39:00.671" v="2237" actId="21"/>
          <ac:spMkLst>
            <pc:docMk/>
            <pc:sldMk cId="3465435393" sldId="317"/>
            <ac:spMk id="3" creationId="{D265882B-10E2-446D-A76D-9CAE7BFA8BE6}"/>
          </ac:spMkLst>
        </pc:spChg>
      </pc:sldChg>
      <pc:sldChg chg="modSp add mod">
        <pc:chgData name="Lisa Bock" userId="1f2a7945151d6011" providerId="LiveId" clId="{9536145E-3543-417E-B4AB-38228BD82C19}" dt="2021-10-24T00:32:34.569" v="5185" actId="20577"/>
        <pc:sldMkLst>
          <pc:docMk/>
          <pc:sldMk cId="1318542731" sldId="318"/>
        </pc:sldMkLst>
        <pc:spChg chg="mod">
          <ac:chgData name="Lisa Bock" userId="1f2a7945151d6011" providerId="LiveId" clId="{9536145E-3543-417E-B4AB-38228BD82C19}" dt="2021-10-24T00:32:34.569" v="5185" actId="20577"/>
          <ac:spMkLst>
            <pc:docMk/>
            <pc:sldMk cId="1318542731" sldId="318"/>
            <ac:spMk id="3" creationId="{D265882B-10E2-446D-A76D-9CAE7BFA8BE6}"/>
          </ac:spMkLst>
        </pc:spChg>
      </pc:sldChg>
      <pc:sldChg chg="add del">
        <pc:chgData name="Lisa Bock" userId="1f2a7945151d6011" providerId="LiveId" clId="{9536145E-3543-417E-B4AB-38228BD82C19}" dt="2021-10-24T00:32:14.408" v="5177" actId="2696"/>
        <pc:sldMkLst>
          <pc:docMk/>
          <pc:sldMk cId="6839822" sldId="319"/>
        </pc:sldMkLst>
      </pc:sldChg>
      <pc:sldChg chg="add del">
        <pc:chgData name="Lisa Bock" userId="1f2a7945151d6011" providerId="LiveId" clId="{9536145E-3543-417E-B4AB-38228BD82C19}" dt="2021-10-24T00:31:01.604" v="5174" actId="2696"/>
        <pc:sldMkLst>
          <pc:docMk/>
          <pc:sldMk cId="422859031" sldId="319"/>
        </pc:sldMkLst>
      </pc:sldChg>
      <pc:sldChg chg="modSp add mod">
        <pc:chgData name="Lisa Bock" userId="1f2a7945151d6011" providerId="LiveId" clId="{9536145E-3543-417E-B4AB-38228BD82C19}" dt="2021-10-24T01:09:44.672" v="5508" actId="6549"/>
        <pc:sldMkLst>
          <pc:docMk/>
          <pc:sldMk cId="2400249740" sldId="319"/>
        </pc:sldMkLst>
        <pc:spChg chg="mod">
          <ac:chgData name="Lisa Bock" userId="1f2a7945151d6011" providerId="LiveId" clId="{9536145E-3543-417E-B4AB-38228BD82C19}" dt="2021-10-24T01:06:39.422" v="5479" actId="20577"/>
          <ac:spMkLst>
            <pc:docMk/>
            <pc:sldMk cId="2400249740" sldId="319"/>
            <ac:spMk id="2" creationId="{A92B708E-4083-4962-9240-C5792BEC3394}"/>
          </ac:spMkLst>
        </pc:spChg>
        <pc:spChg chg="mod">
          <ac:chgData name="Lisa Bock" userId="1f2a7945151d6011" providerId="LiveId" clId="{9536145E-3543-417E-B4AB-38228BD82C19}" dt="2021-10-24T01:09:44.672" v="5508" actId="6549"/>
          <ac:spMkLst>
            <pc:docMk/>
            <pc:sldMk cId="2400249740" sldId="319"/>
            <ac:spMk id="3" creationId="{D265882B-10E2-446D-A76D-9CAE7BFA8BE6}"/>
          </ac:spMkLst>
        </pc:spChg>
      </pc:sldChg>
      <pc:sldChg chg="add del">
        <pc:chgData name="Lisa Bock" userId="1f2a7945151d6011" providerId="LiveId" clId="{9536145E-3543-417E-B4AB-38228BD82C19}" dt="2021-10-24T02:26:50.726" v="5946" actId="2696"/>
        <pc:sldMkLst>
          <pc:docMk/>
          <pc:sldMk cId="2046236481" sldId="320"/>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owasp.org/www-project-top-ten/"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readwrite.com/2020/11/30/3-dangerous-cross-site-scripting-attacks-of-the-last-decade/"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xkcd.com/327/"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cwe.mitre.org/data/definitions/170.html"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owasp.org/www-project-top-ten/"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nam11.safelinks.protection.outlook.com/?url=https%3A%2F%2Fgithub-wiki-see.page%2Fm%2Fbeefproject%2Fbeef%2Fwiki%2FInterface&amp;data=04%7C01%7Clbock%40pct.edu%7Cba14fd5453de428bcf3d08d985d6e9f8%7C920e613c72df49c1b026f53aac06dccd%7C0%7C0%7C637687980385142860%7CUnknown%7CTWFpbGZsb3d8eyJWIjoiMC4wLjAwMDAiLCJQIjoiV2luMzIiLCJBTiI6Ik1haWwiLCJXVCI6Mn0%3D%7C1000&amp;sdata=Po4l7p2QVHpSdzho1WZgL%2F2aN1ORLC%2B1Or%2FJT%2BffdOA%3D&amp;reserved=0"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nam11.safelinks.protection.outlook.com/?url=https%3A%2F%2Fgithub-wiki-see.page%2Fm%2Fbeefproject%2Fbeef%2Fwiki%2FInterface&amp;data=04%7C01%7Clbock%40pct.edu%7Cba14fd5453de428bcf3d08d985d6e9f8%7C920e613c72df49c1b026f53aac06dccd%7C0%7C0%7C637687980385142860%7CUnknown%7CTWFpbGZsb3d8eyJWIjoiMC4wLjAwMDAiLCJQIjoiV2luMzIiLCJBTiI6Ik1haWwiLCJXVCI6Mn0%3D%7C1000&amp;sdata=Po4l7p2QVHpSdzho1WZgL%2F2aN1ORLC%2B1Or%2FJT%2BffdOA%3D&amp;reserved=0"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nam11.safelinks.protection.outlook.com/?url=https%3A%2F%2Fgithub-wiki-see.page%2Fm%2Fbeefproject%2Fbeef%2Fwiki%2FInterface&amp;data=04%7C01%7Clbock%40pct.edu%7Cba14fd5453de428bcf3d08d985d6e9f8%7C920e613c72df49c1b026f53aac06dccd%7C0%7C0%7C637687980385142860%7CUnknown%7CTWFpbGZsb3d8eyJWIjoiMC4wLjAwMDAiLCJQIjoiV2luMzIiLCJBTiI6Ik1haWwiLCJXVCI6Mn0%3D%7C1000&amp;sdata=Po4l7p2QVHpSdzho1WZgL%2F2aN1ORLC%2B1Or%2FJT%2BffdOA%3D&amp;reserved=0"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Go to the OWASP website, and review the OWASP Top 10</a:t>
            </a:r>
          </a:p>
          <a:p>
            <a:pPr algn="l"/>
            <a:r>
              <a:rPr lang="en-US" b="0" i="1" dirty="0">
                <a:solidFill>
                  <a:srgbClr val="45545F"/>
                </a:solidFill>
                <a:effectLst/>
                <a:latin typeface="Open Sans" panose="020B0606030504020204" pitchFamily="34" charset="0"/>
              </a:rPr>
              <a:t>(Note: the class was written around OWASP Top 10 2017, the 2021 update was in draft as we were writing the course and should be released shortly. Be prepared to discuss the changes with the students).</a:t>
            </a:r>
          </a:p>
          <a:p>
            <a:pPr algn="l"/>
            <a:r>
              <a:rPr lang="en-US" b="0" i="1" dirty="0">
                <a:solidFill>
                  <a:srgbClr val="007C9E"/>
                </a:solidFill>
                <a:effectLst/>
                <a:latin typeface="Open Sans" panose="020B0606030504020204" pitchFamily="34" charset="0"/>
                <a:hlinkClick r:id="rId3"/>
              </a:rPr>
              <a:t>https://owasp.org/www-project-top-ten/</a:t>
            </a:r>
            <a:endParaRPr lang="en-US" b="0" i="1" dirty="0">
              <a:solidFill>
                <a:srgbClr val="45545F"/>
              </a:solidFill>
              <a:effectLst/>
              <a:latin typeface="Open Sans" panose="020B0606030504020204" pitchFamily="34" charset="0"/>
            </a:endParaRP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2196533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Discuss cookies and attacks on cookies. Discuss how, because cookies can be vulnerable, we use https today instead of http.</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1301836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Discuss with students if they have experienced an XSS/XSRF/CSRF attack.</a:t>
            </a:r>
          </a:p>
          <a:p>
            <a:pPr algn="l"/>
            <a:r>
              <a:rPr lang="en-US" b="0" i="1" dirty="0">
                <a:solidFill>
                  <a:srgbClr val="45545F"/>
                </a:solidFill>
                <a:effectLst/>
                <a:latin typeface="Open Sans" panose="020B0606030504020204" pitchFamily="34" charset="0"/>
              </a:rPr>
              <a:t>Discuss these in the news.</a:t>
            </a:r>
          </a:p>
          <a:p>
            <a:pPr algn="l"/>
            <a:r>
              <a:rPr lang="en-US" b="0" i="1" dirty="0">
                <a:solidFill>
                  <a:srgbClr val="007C9E"/>
                </a:solidFill>
                <a:effectLst/>
                <a:latin typeface="Open Sans" panose="020B0606030504020204" pitchFamily="34" charset="0"/>
                <a:hlinkClick r:id="rId3"/>
              </a:rPr>
              <a:t>https://readwrite.com/2020/11/30/3-dangerous-cross-site-scripting-attacks-of-the-last-decade/</a:t>
            </a:r>
            <a:endParaRPr lang="en-US" b="0" i="1" dirty="0">
              <a:solidFill>
                <a:srgbClr val="45545F"/>
              </a:solidFill>
              <a:effectLst/>
              <a:latin typeface="Open Sans" panose="020B0606030504020204" pitchFamily="34" charset="0"/>
            </a:endParaRPr>
          </a:p>
          <a:p>
            <a:pPr algn="l"/>
            <a:r>
              <a:rPr lang="en-US" b="0" i="1" dirty="0">
                <a:solidFill>
                  <a:srgbClr val="45545F"/>
                </a:solidFill>
                <a:effectLst/>
                <a:latin typeface="Open Sans" panose="020B0606030504020204" pitchFamily="34" charset="0"/>
              </a:rPr>
              <a:t>Discuss the impact these have on our everyday lives.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1" dirty="0">
                <a:solidFill>
                  <a:srgbClr val="45545F"/>
                </a:solidFill>
                <a:effectLst/>
                <a:latin typeface="Open Sans" panose="020B0606030504020204" pitchFamily="34" charset="0"/>
              </a:rPr>
              <a:t>Note: </a:t>
            </a:r>
            <a:r>
              <a:rPr lang="en-US" i="1" dirty="0"/>
              <a:t>In a server-side request forgery (SSRF) attack, an attacker takes advantage of the trust established between the server and the resources it can access, including itself. </a:t>
            </a:r>
          </a:p>
          <a:p>
            <a:pPr algn="l"/>
            <a:endParaRPr lang="en-US" b="0" i="1" dirty="0">
              <a:solidFill>
                <a:srgbClr val="45545F"/>
              </a:solidFill>
              <a:effectLst/>
              <a:latin typeface="Open Sans" panose="020B0606030504020204" pitchFamily="34" charset="0"/>
            </a:endParaRP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30852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APIs are becoming more prevalent because of the rush to automation.</a:t>
            </a:r>
          </a:p>
          <a:p>
            <a:pPr algn="l"/>
            <a:r>
              <a:rPr lang="en-US" b="0" i="1" dirty="0">
                <a:solidFill>
                  <a:srgbClr val="45545F"/>
                </a:solidFill>
                <a:effectLst/>
                <a:latin typeface="Open Sans" panose="020B0606030504020204" pitchFamily="34" charset="0"/>
              </a:rPr>
              <a:t>Discuss actions that can be taken to minimize the threat surface.</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1881275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1849097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Show the simplicity of SQL attacks with some humor:</a:t>
            </a:r>
          </a:p>
          <a:p>
            <a:pPr algn="l"/>
            <a:r>
              <a:rPr lang="en-US" b="0" i="1" dirty="0">
                <a:solidFill>
                  <a:srgbClr val="007C9E"/>
                </a:solidFill>
                <a:effectLst/>
                <a:latin typeface="Open Sans" panose="020B0606030504020204" pitchFamily="34" charset="0"/>
                <a:hlinkClick r:id="rId3"/>
              </a:rPr>
              <a:t>https://xkcd.com/327/</a:t>
            </a:r>
            <a:endParaRPr lang="en-US" b="0" i="1" dirty="0">
              <a:solidFill>
                <a:srgbClr val="45545F"/>
              </a:solidFill>
              <a:effectLst/>
              <a:latin typeface="Open Sans" panose="020B0606030504020204" pitchFamily="34" charset="0"/>
            </a:endParaRPr>
          </a:p>
          <a:p>
            <a:pPr algn="l"/>
            <a:r>
              <a:rPr lang="en-US" b="0" i="1" dirty="0">
                <a:solidFill>
                  <a:srgbClr val="45545F"/>
                </a:solidFill>
                <a:effectLst/>
                <a:latin typeface="Open Sans" panose="020B0606030504020204" pitchFamily="34" charset="0"/>
              </a:rPr>
              <a:t>Sanitize your database inputs!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4138945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Discuss that this is something that shouldn’t happen accidentally.</a:t>
            </a:r>
          </a:p>
          <a:p>
            <a:pPr algn="l"/>
            <a:r>
              <a:rPr lang="en-US" b="0" i="1" dirty="0">
                <a:solidFill>
                  <a:srgbClr val="45545F"/>
                </a:solidFill>
                <a:effectLst/>
                <a:latin typeface="Open Sans" panose="020B0606030504020204" pitchFamily="34" charset="0"/>
              </a:rPr>
              <a:t>This issue is known, and there are websites that discuss it and advise on how to avoid it:</a:t>
            </a:r>
          </a:p>
          <a:p>
            <a:pPr algn="l"/>
            <a:r>
              <a:rPr lang="en-US" b="0" i="1" dirty="0">
                <a:solidFill>
                  <a:srgbClr val="007C9E"/>
                </a:solidFill>
                <a:effectLst/>
                <a:latin typeface="Open Sans" panose="020B0606030504020204" pitchFamily="34" charset="0"/>
                <a:hlinkClick r:id="rId3"/>
              </a:rPr>
              <a:t>https://cwe.mitre.org/data/definitions/170.html</a:t>
            </a:r>
            <a:r>
              <a:rPr lang="en-US" b="0" i="1" dirty="0">
                <a:solidFill>
                  <a:srgbClr val="45545F"/>
                </a:solidFill>
                <a:effectLst/>
                <a:latin typeface="Open Sans" panose="020B0606030504020204" pitchFamily="34" charset="0"/>
              </a:rPr>
              <a:t>.</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588480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68823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On Third-Party Hosted Services: Even when you have permission to test, if the web application you are targeting belongs to an external organization (i.e.: Cloud), a persistent attack may impact users who are significantly outside of your scope.</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1133022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3729327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Go to the OWASP Top Ten website and use the search function to search for tools:</a:t>
            </a:r>
          </a:p>
          <a:p>
            <a:pPr algn="l"/>
            <a:r>
              <a:rPr lang="en-US" b="0" i="1" dirty="0">
                <a:solidFill>
                  <a:srgbClr val="007C9E"/>
                </a:solidFill>
                <a:effectLst/>
                <a:latin typeface="Open Sans" panose="020B0606030504020204" pitchFamily="34" charset="0"/>
                <a:hlinkClick r:id="rId3"/>
              </a:rPr>
              <a:t>https://owasp.org/www-project-top-ten/</a:t>
            </a:r>
            <a:endParaRPr lang="en-US" b="0" i="1" dirty="0">
              <a:solidFill>
                <a:srgbClr val="45545F"/>
              </a:solidFill>
              <a:effectLst/>
              <a:latin typeface="Open Sans" panose="020B0606030504020204" pitchFamily="34" charset="0"/>
            </a:endParaRPr>
          </a:p>
          <a:p>
            <a:pPr algn="l"/>
            <a:r>
              <a:rPr lang="en-US" b="0" i="1" dirty="0">
                <a:solidFill>
                  <a:srgbClr val="45545F"/>
                </a:solidFill>
                <a:effectLst/>
                <a:latin typeface="Open Sans" panose="020B0606030504020204" pitchFamily="34" charset="0"/>
              </a:rPr>
              <a:t>Burp</a:t>
            </a:r>
          </a:p>
          <a:p>
            <a:pPr algn="l"/>
            <a:r>
              <a:rPr lang="en-US" b="0" i="1" dirty="0">
                <a:solidFill>
                  <a:srgbClr val="45545F"/>
                </a:solidFill>
                <a:effectLst/>
                <a:latin typeface="Open Sans" panose="020B0606030504020204" pitchFamily="34" charset="0"/>
              </a:rPr>
              <a:t>ZAP</a:t>
            </a:r>
          </a:p>
          <a:p>
            <a:pPr algn="l"/>
            <a:r>
              <a:rPr lang="en-US" b="0" i="1" dirty="0">
                <a:solidFill>
                  <a:srgbClr val="45545F"/>
                </a:solidFill>
                <a:effectLst/>
                <a:latin typeface="Open Sans" panose="020B0606030504020204" pitchFamily="34" charset="0"/>
              </a:rPr>
              <a:t>W3af</a:t>
            </a:r>
          </a:p>
          <a:p>
            <a:pPr algn="l"/>
            <a:r>
              <a:rPr lang="en-US" b="0" i="1" dirty="0">
                <a:solidFill>
                  <a:srgbClr val="45545F"/>
                </a:solidFill>
                <a:effectLst/>
                <a:latin typeface="Open Sans" panose="020B0606030504020204" pitchFamily="34" charset="0"/>
              </a:rPr>
              <a:t>BeeF</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1885718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Go to </a:t>
            </a:r>
            <a:r>
              <a:rPr lang="en-US" b="0" i="1" dirty="0">
                <a:solidFill>
                  <a:srgbClr val="007C9E"/>
                </a:solidFill>
                <a:effectLst/>
                <a:latin typeface="Open Sans" panose="020B0606030504020204" pitchFamily="34" charset="0"/>
                <a:hlinkClick r:id="rId3"/>
              </a:rPr>
              <a:t>https://github-wiki-see.page/m/beefproject/beef/wiki/Interface</a:t>
            </a:r>
            <a:r>
              <a:rPr lang="en-US" b="0" i="1" dirty="0">
                <a:solidFill>
                  <a:srgbClr val="45545F"/>
                </a:solidFill>
                <a:effectLst/>
                <a:latin typeface="Open Sans" panose="020B0606030504020204" pitchFamily="34" charset="0"/>
              </a:rPr>
              <a:t> to see examples of some of the BeEF interface and learn more about BeEF’s capabilities.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1472824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Go to </a:t>
            </a:r>
            <a:r>
              <a:rPr lang="en-US" b="0" i="1" dirty="0">
                <a:solidFill>
                  <a:srgbClr val="007C9E"/>
                </a:solidFill>
                <a:effectLst/>
                <a:latin typeface="Open Sans" panose="020B0606030504020204" pitchFamily="34" charset="0"/>
                <a:hlinkClick r:id="rId3"/>
              </a:rPr>
              <a:t>https://github-wiki-see.page/m/beefproject/beef/wiki/Interface</a:t>
            </a:r>
            <a:r>
              <a:rPr lang="en-US" b="0" i="1" dirty="0">
                <a:solidFill>
                  <a:srgbClr val="45545F"/>
                </a:solidFill>
                <a:effectLst/>
                <a:latin typeface="Open Sans" panose="020B0606030504020204" pitchFamily="34" charset="0"/>
              </a:rPr>
              <a:t> to see examples of some of the BeEF interface and learn more about BeEF’s capabilities.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31</a:t>
            </a:fld>
            <a:endParaRPr lang="en-US" dirty="0"/>
          </a:p>
        </p:txBody>
      </p:sp>
    </p:spTree>
    <p:extLst>
      <p:ext uri="{BB962C8B-B14F-4D97-AF65-F5344CB8AC3E}">
        <p14:creationId xmlns:p14="http://schemas.microsoft.com/office/powerpoint/2010/main" val="39978037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Go to </a:t>
            </a:r>
            <a:r>
              <a:rPr lang="en-US" b="0" i="1" dirty="0">
                <a:solidFill>
                  <a:srgbClr val="007C9E"/>
                </a:solidFill>
                <a:effectLst/>
                <a:latin typeface="Open Sans" panose="020B0606030504020204" pitchFamily="34" charset="0"/>
                <a:hlinkClick r:id="rId3"/>
              </a:rPr>
              <a:t>https://github-wiki-see.page/m/beefproject/beef/wiki/Interface</a:t>
            </a:r>
            <a:r>
              <a:rPr lang="en-US" b="0" i="1" dirty="0">
                <a:solidFill>
                  <a:srgbClr val="45545F"/>
                </a:solidFill>
                <a:effectLst/>
                <a:latin typeface="Open Sans" panose="020B0606030504020204" pitchFamily="34" charset="0"/>
              </a:rPr>
              <a:t> to see examples of some of the BeEF interface and learn more about BeEF’s capabilities.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3630638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34</a:t>
            </a:fld>
            <a:endParaRPr lang="en-US" dirty="0"/>
          </a:p>
        </p:txBody>
      </p:sp>
    </p:spTree>
    <p:extLst>
      <p:ext uri="{BB962C8B-B14F-4D97-AF65-F5344CB8AC3E}">
        <p14:creationId xmlns:p14="http://schemas.microsoft.com/office/powerpoint/2010/main" val="419648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PT0-002</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CompTIA </a:t>
            </a:r>
            <a:r>
              <a:rPr lang="en-US" dirty="0" err="1"/>
              <a:t>PenTest</a:t>
            </a:r>
            <a:r>
              <a:rPr lang="en-US" dirty="0"/>
              <a:t>+</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7" name="Graphic 16">
            <a:extLst>
              <a:ext uri="{FF2B5EF4-FFF2-40B4-BE49-F238E27FC236}">
                <a16:creationId xmlns:a16="http://schemas.microsoft.com/office/drawing/2014/main" id="{7D84293D-9EA8-40F2-93FB-ED6D63C3A85B}"/>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22120" y="2131276"/>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err="1"/>
              <a:t>PenTest</a:t>
            </a:r>
            <a:r>
              <a:rPr lang="en-US" dirty="0"/>
              <a:t>+ PT0-002</a:t>
            </a:r>
            <a:endParaRPr lang="en-GB" dirty="0"/>
          </a:p>
        </p:txBody>
      </p:sp>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pic>
        <p:nvPicPr>
          <p:cNvPr id="19" name="Graphic 18">
            <a:extLst>
              <a:ext uri="{FF2B5EF4-FFF2-40B4-BE49-F238E27FC236}">
                <a16:creationId xmlns:a16="http://schemas.microsoft.com/office/drawing/2014/main" id="{ADBC3B40-8D17-4058-A330-EB58C13D6CD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20" name="Graphic 19">
            <a:extLst>
              <a:ext uri="{FF2B5EF4-FFF2-40B4-BE49-F238E27FC236}">
                <a16:creationId xmlns:a16="http://schemas.microsoft.com/office/drawing/2014/main" id="{0C10025E-BF6D-4382-802A-4903B84203D5}"/>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52816" y="1318606"/>
            <a:ext cx="2508635" cy="625047"/>
          </a:xfrm>
          <a:prstGeom prst="rect">
            <a:avLst/>
          </a:prstGeom>
        </p:spPr>
      </p:pic>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pic>
        <p:nvPicPr>
          <p:cNvPr id="12" name="Graphic 11">
            <a:extLst>
              <a:ext uri="{FF2B5EF4-FFF2-40B4-BE49-F238E27FC236}">
                <a16:creationId xmlns:a16="http://schemas.microsoft.com/office/drawing/2014/main" id="{6DCE80E9-7F35-4B60-9186-5838CCF74D37}"/>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43351" y="418781"/>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err="1"/>
              <a:t>PenTest</a:t>
            </a:r>
            <a:r>
              <a:rPr lang="en-US" dirty="0"/>
              <a:t>+ PT0-002</a:t>
            </a:r>
            <a:endParaRPr lang="en-GB" dirty="0"/>
          </a:p>
        </p:txBody>
      </p:sp>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pic>
        <p:nvPicPr>
          <p:cNvPr id="16" name="Graphic 15">
            <a:extLst>
              <a:ext uri="{FF2B5EF4-FFF2-40B4-BE49-F238E27FC236}">
                <a16:creationId xmlns:a16="http://schemas.microsoft.com/office/drawing/2014/main" id="{4F6561AF-3711-4D10-83B7-F654C4C4802B}"/>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9" name="Graphic 18">
            <a:extLst>
              <a:ext uri="{FF2B5EF4-FFF2-40B4-BE49-F238E27FC236}">
                <a16:creationId xmlns:a16="http://schemas.microsoft.com/office/drawing/2014/main" id="{C2DA8F62-B736-4E19-826C-4C8C382FE83B}"/>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97095" y="1315216"/>
            <a:ext cx="2508635" cy="625047"/>
          </a:xfrm>
          <a:prstGeom prst="rect">
            <a:avLst/>
          </a:prstGeom>
        </p:spPr>
      </p:pic>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9FB4-7244-4484-B018-DD33DB9A52A5}"/>
              </a:ext>
            </a:extLst>
          </p:cNvPr>
          <p:cNvSpPr>
            <a:spLocks noGrp="1"/>
          </p:cNvSpPr>
          <p:nvPr>
            <p:ph type="ctrTitle"/>
          </p:nvPr>
        </p:nvSpPr>
        <p:spPr/>
        <p:txBody>
          <a:bodyPr/>
          <a:lstStyle/>
          <a:p>
            <a:r>
              <a:rPr lang="en-US" dirty="0"/>
              <a:t>Exam PT0-002</a:t>
            </a:r>
          </a:p>
        </p:txBody>
      </p:sp>
      <p:sp>
        <p:nvSpPr>
          <p:cNvPr id="3" name="Subtitle 2">
            <a:extLst>
              <a:ext uri="{FF2B5EF4-FFF2-40B4-BE49-F238E27FC236}">
                <a16:creationId xmlns:a16="http://schemas.microsoft.com/office/drawing/2014/main" id="{0120E2C8-88F7-4382-A812-F719CC64D304}"/>
              </a:ext>
            </a:extLst>
          </p:cNvPr>
          <p:cNvSpPr>
            <a:spLocks noGrp="1"/>
          </p:cNvSpPr>
          <p:nvPr>
            <p:ph type="subTitle" idx="1"/>
          </p:nvPr>
        </p:nvSpPr>
        <p:spPr/>
        <p:txBody>
          <a:bodyPr/>
          <a:lstStyle/>
          <a:p>
            <a:r>
              <a:rPr lang="en-US" dirty="0"/>
              <a:t>CompTIA PenTest+</a:t>
            </a:r>
          </a:p>
        </p:txBody>
      </p:sp>
      <p:sp>
        <p:nvSpPr>
          <p:cNvPr id="4" name="Slide Number Placeholder 3">
            <a:extLst>
              <a:ext uri="{FF2B5EF4-FFF2-40B4-BE49-F238E27FC236}">
                <a16:creationId xmlns:a16="http://schemas.microsoft.com/office/drawing/2014/main" id="{0662A346-0A2D-4C5C-A981-A185650AD0E2}"/>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extLst>
      <p:ext uri="{BB962C8B-B14F-4D97-AF65-F5344CB8AC3E}">
        <p14:creationId xmlns:p14="http://schemas.microsoft.com/office/powerpoint/2010/main" val="63253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D087C-759A-4744-8CA2-B6FC76A04C6B}"/>
              </a:ext>
            </a:extLst>
          </p:cNvPr>
          <p:cNvSpPr>
            <a:spLocks noGrp="1"/>
          </p:cNvSpPr>
          <p:nvPr>
            <p:ph type="ctrTitle"/>
          </p:nvPr>
        </p:nvSpPr>
        <p:spPr/>
        <p:txBody>
          <a:bodyPr/>
          <a:lstStyle/>
          <a:p>
            <a:r>
              <a:rPr lang="en-US" dirty="0"/>
              <a:t>Web Application-Based Attacks</a:t>
            </a:r>
          </a:p>
        </p:txBody>
      </p:sp>
      <p:sp>
        <p:nvSpPr>
          <p:cNvPr id="3" name="Subtitle 2">
            <a:extLst>
              <a:ext uri="{FF2B5EF4-FFF2-40B4-BE49-F238E27FC236}">
                <a16:creationId xmlns:a16="http://schemas.microsoft.com/office/drawing/2014/main" id="{8E3CCB41-16A4-4F8D-ABB5-5CE3E3695174}"/>
              </a:ext>
            </a:extLst>
          </p:cNvPr>
          <p:cNvSpPr>
            <a:spLocks noGrp="1"/>
          </p:cNvSpPr>
          <p:nvPr>
            <p:ph type="subTitle" idx="1"/>
          </p:nvPr>
        </p:nvSpPr>
        <p:spPr>
          <a:xfrm>
            <a:off x="644723" y="1066518"/>
            <a:ext cx="7981244" cy="1080000"/>
          </a:xfrm>
        </p:spPr>
        <p:txBody>
          <a:bodyPr/>
          <a:lstStyle/>
          <a:p>
            <a:r>
              <a:rPr lang="en-US" dirty="0"/>
              <a:t>Lesson 13</a:t>
            </a:r>
          </a:p>
        </p:txBody>
      </p:sp>
      <p:sp>
        <p:nvSpPr>
          <p:cNvPr id="4" name="Text Placeholder 3">
            <a:extLst>
              <a:ext uri="{FF2B5EF4-FFF2-40B4-BE49-F238E27FC236}">
                <a16:creationId xmlns:a16="http://schemas.microsoft.com/office/drawing/2014/main" id="{FFFA2055-7F4C-49B3-90A3-30BC6D855737}"/>
              </a:ext>
            </a:extLst>
          </p:cNvPr>
          <p:cNvSpPr>
            <a:spLocks noGrp="1"/>
          </p:cNvSpPr>
          <p:nvPr>
            <p:ph type="body" sz="quarter" idx="12"/>
          </p:nvPr>
        </p:nvSpPr>
        <p:spPr/>
        <p:txBody>
          <a:bodyPr/>
          <a:lstStyle/>
          <a:p>
            <a:r>
              <a:rPr lang="en-US" dirty="0"/>
              <a:t>CompTIA PenTest+ Exam PT0-002</a:t>
            </a:r>
          </a:p>
        </p:txBody>
      </p:sp>
      <p:sp>
        <p:nvSpPr>
          <p:cNvPr id="5" name="Slide Number Placeholder 4">
            <a:extLst>
              <a:ext uri="{FF2B5EF4-FFF2-40B4-BE49-F238E27FC236}">
                <a16:creationId xmlns:a16="http://schemas.microsoft.com/office/drawing/2014/main" id="{24A2E7BE-3CF5-43B5-A07D-D2F63BA0A4CD}"/>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3476460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2032A-10FC-4BB7-B136-BD4193536FE4}"/>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7ED73DC9-4D7D-4A76-A939-CFBD8317E387}"/>
              </a:ext>
            </a:extLst>
          </p:cNvPr>
          <p:cNvSpPr>
            <a:spLocks noGrp="1"/>
          </p:cNvSpPr>
          <p:nvPr>
            <p:ph idx="1"/>
          </p:nvPr>
        </p:nvSpPr>
        <p:spPr>
          <a:xfrm>
            <a:off x="146050" y="746759"/>
            <a:ext cx="8870950" cy="4337605"/>
          </a:xfrm>
        </p:spPr>
        <p:txBody>
          <a:bodyPr>
            <a:normAutofit lnSpcReduction="10000"/>
          </a:bodyPr>
          <a:lstStyle/>
          <a:p>
            <a:r>
              <a:rPr lang="en-US" dirty="0"/>
              <a:t>Given a scenario, perform active reconnaissance.</a:t>
            </a:r>
          </a:p>
          <a:p>
            <a:r>
              <a:rPr lang="en-US" dirty="0"/>
              <a:t>Given a scenario, research attack vectors and perform application-based attacks.</a:t>
            </a:r>
          </a:p>
          <a:p>
            <a:r>
              <a:rPr lang="en-US" dirty="0"/>
              <a:t>Given a scenario, perform a social engineering or physical attack.</a:t>
            </a:r>
          </a:p>
          <a:p>
            <a:r>
              <a:rPr lang="en-US" dirty="0"/>
              <a:t>Explain common attacks and vulnerabilities against specialized systems.</a:t>
            </a:r>
          </a:p>
          <a:p>
            <a:r>
              <a:rPr lang="fr-FR" dirty="0"/>
              <a:t>Given a scenario, perform post-exploitation techniques.</a:t>
            </a:r>
          </a:p>
          <a:p>
            <a:r>
              <a:rPr lang="en-US" dirty="0"/>
              <a:t>Explain use cases of the following tools during the phases of a penetration test.</a:t>
            </a:r>
          </a:p>
        </p:txBody>
      </p:sp>
      <p:sp>
        <p:nvSpPr>
          <p:cNvPr id="4" name="Slide Number Placeholder 3">
            <a:extLst>
              <a:ext uri="{FF2B5EF4-FFF2-40B4-BE49-F238E27FC236}">
                <a16:creationId xmlns:a16="http://schemas.microsoft.com/office/drawing/2014/main" id="{F3D724FD-097F-41F1-84E9-7E3A49F253D2}"/>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extLst>
      <p:ext uri="{BB962C8B-B14F-4D97-AF65-F5344CB8AC3E}">
        <p14:creationId xmlns:p14="http://schemas.microsoft.com/office/powerpoint/2010/main" val="3676537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EEB6-1AEE-41DF-9C4C-570C8610147C}"/>
              </a:ext>
            </a:extLst>
          </p:cNvPr>
          <p:cNvSpPr>
            <a:spLocks noGrp="1"/>
          </p:cNvSpPr>
          <p:nvPr>
            <p:ph type="ctrTitle"/>
          </p:nvPr>
        </p:nvSpPr>
        <p:spPr/>
        <p:txBody>
          <a:bodyPr/>
          <a:lstStyle/>
          <a:p>
            <a:r>
              <a:rPr lang="en-US" dirty="0"/>
              <a:t>Recognize Web Vulnerabilities</a:t>
            </a:r>
          </a:p>
        </p:txBody>
      </p:sp>
      <p:sp>
        <p:nvSpPr>
          <p:cNvPr id="3" name="Subtitle 2">
            <a:extLst>
              <a:ext uri="{FF2B5EF4-FFF2-40B4-BE49-F238E27FC236}">
                <a16:creationId xmlns:a16="http://schemas.microsoft.com/office/drawing/2014/main" id="{4987CBD2-FC2F-43E3-BBCF-3F07A0EC94E2}"/>
              </a:ext>
            </a:extLst>
          </p:cNvPr>
          <p:cNvSpPr>
            <a:spLocks noGrp="1"/>
          </p:cNvSpPr>
          <p:nvPr>
            <p:ph type="subTitle" idx="1"/>
          </p:nvPr>
        </p:nvSpPr>
        <p:spPr/>
        <p:txBody>
          <a:bodyPr/>
          <a:lstStyle/>
          <a:p>
            <a:r>
              <a:rPr lang="en-US" dirty="0"/>
              <a:t>Topic 13A</a:t>
            </a:r>
          </a:p>
        </p:txBody>
      </p:sp>
      <p:sp>
        <p:nvSpPr>
          <p:cNvPr id="4" name="Text Placeholder 3">
            <a:extLst>
              <a:ext uri="{FF2B5EF4-FFF2-40B4-BE49-F238E27FC236}">
                <a16:creationId xmlns:a16="http://schemas.microsoft.com/office/drawing/2014/main" id="{8C758618-B692-44C1-92DC-F8A5F871B945}"/>
              </a:ext>
            </a:extLst>
          </p:cNvPr>
          <p:cNvSpPr>
            <a:spLocks noGrp="1"/>
          </p:cNvSpPr>
          <p:nvPr>
            <p:ph type="body" sz="quarter" idx="12"/>
          </p:nvPr>
        </p:nvSpPr>
        <p:spPr/>
        <p:txBody>
          <a:bodyPr/>
          <a:lstStyle/>
          <a:p>
            <a:r>
              <a:rPr lang="en-US" dirty="0"/>
              <a:t>Lesson 13</a:t>
            </a:r>
          </a:p>
        </p:txBody>
      </p:sp>
      <p:sp>
        <p:nvSpPr>
          <p:cNvPr id="5" name="Slide Number Placeholder 4">
            <a:extLst>
              <a:ext uri="{FF2B5EF4-FFF2-40B4-BE49-F238E27FC236}">
                <a16:creationId xmlns:a16="http://schemas.microsoft.com/office/drawing/2014/main" id="{53249E05-C74B-4ADD-92BD-BF8C8F918D6C}"/>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3581186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Outlining the OWASP Top 10</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Web applications (apps) interact with many different users at the same time, which gives attackers an easy target </a:t>
            </a:r>
          </a:p>
          <a:p>
            <a:r>
              <a:rPr lang="en-US" dirty="0"/>
              <a:t>In general, vulnerabilities include:</a:t>
            </a:r>
          </a:p>
          <a:p>
            <a:pPr lvl="1"/>
            <a:r>
              <a:rPr lang="en-US" dirty="0"/>
              <a:t>Poorly implemented or non-existent security configurations.</a:t>
            </a:r>
          </a:p>
          <a:p>
            <a:pPr lvl="1"/>
            <a:r>
              <a:rPr lang="en-US" dirty="0"/>
              <a:t>Failings in authentication and authorization components.</a:t>
            </a:r>
          </a:p>
          <a:p>
            <a:pPr lvl="1"/>
            <a:r>
              <a:rPr lang="en-US" dirty="0"/>
              <a:t>The potential for various types of code injection attacks</a:t>
            </a:r>
          </a:p>
          <a:p>
            <a:r>
              <a:rPr lang="en-US" dirty="0"/>
              <a:t>Most common vulnerabilities are described in the OWASP Top Ten</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2700514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Exposing Sensitive Data</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Security measurements for web resources may leave gaps that leave data exposed and vulnerable. </a:t>
            </a:r>
          </a:p>
          <a:p>
            <a:r>
              <a:rPr lang="en-US" dirty="0"/>
              <a:t>Vulnerabilities include insecure default configurations, open cloud storage, misconfigured HTTP headers, and verbose error messages </a:t>
            </a:r>
          </a:p>
          <a:p>
            <a:r>
              <a:rPr lang="en-US" dirty="0"/>
              <a:t>This exposure could provide the attacker with further details to research and other vectors to analyze and possibly exploit</a:t>
            </a:r>
          </a:p>
          <a:p>
            <a:pPr lvl="1"/>
            <a:r>
              <a:rPr lang="en-US" dirty="0"/>
              <a:t>This is referenced as OWASP Top Ten A6:2017-Security Misconfiguration.</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1766491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Improperly Handling Errors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Developers add code to handle errors, ensure continuity, and provide informative error output. </a:t>
            </a:r>
          </a:p>
          <a:p>
            <a:r>
              <a:rPr lang="en-US" dirty="0"/>
              <a:t>However, error output can provide the team with key details about the underlying technology. </a:t>
            </a:r>
          </a:p>
          <a:p>
            <a:r>
              <a:rPr lang="en-US" dirty="0"/>
              <a:t>Other times the error contains references to the location of files related to the web application </a:t>
            </a:r>
          </a:p>
          <a:p>
            <a:pPr lvl="1"/>
            <a:r>
              <a:rPr lang="en-US" dirty="0"/>
              <a:t>This is referenced as OWASP Top Ten A3:2017-Sensitive Data Exposure.</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2528030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Missing Input Validation</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When user-supplied data is processed by the web application without proper validation, this can leave the system exposed</a:t>
            </a:r>
          </a:p>
          <a:p>
            <a:r>
              <a:rPr lang="en-US" dirty="0"/>
              <a:t>Missing input validation can lead to injection attacks, such as SQL, NoSQL, OS, and LDAP injection</a:t>
            </a:r>
          </a:p>
          <a:p>
            <a:r>
              <a:rPr lang="en-US" dirty="0"/>
              <a:t>This can then allow a malicious actor to execute commands or access data without authorization</a:t>
            </a:r>
          </a:p>
          <a:p>
            <a:pPr lvl="1"/>
            <a:r>
              <a:rPr lang="en-US" dirty="0"/>
              <a:t>This is referenced as OWASP Top Ten A1:2017-Injection.</a:t>
            </a:r>
          </a:p>
          <a:p>
            <a:pPr lvl="1"/>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2015927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Signing and Verifying Code</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In order to confirm that a script or executable has not been tampered with, developers create digital signature</a:t>
            </a:r>
          </a:p>
          <a:p>
            <a:pPr lvl="1"/>
            <a:r>
              <a:rPr lang="en-US" dirty="0"/>
              <a:t>Using the developer's private key </a:t>
            </a:r>
          </a:p>
          <a:p>
            <a:r>
              <a:rPr lang="en-US" dirty="0"/>
              <a:t>If the code is not properly signed, this could allow someone to modify the code, which can result in the following:</a:t>
            </a:r>
          </a:p>
          <a:p>
            <a:pPr lvl="1"/>
            <a:r>
              <a:rPr lang="en-US" dirty="0"/>
              <a:t>A malicious actor can gain access to a protected resource. </a:t>
            </a:r>
          </a:p>
          <a:p>
            <a:pPr lvl="1"/>
            <a:r>
              <a:rPr lang="en-US" dirty="0"/>
              <a:t>Users may the inadvertently run the invalid or inauthentic code.</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671680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Causing a Race Condition</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lstStyle/>
          <a:p>
            <a:r>
              <a:rPr lang="en-US" dirty="0"/>
              <a:t>Race conditions occur when the outcome from execution processes is </a:t>
            </a:r>
            <a:r>
              <a:rPr lang="en-US" i="1" dirty="0"/>
              <a:t>directly dependent </a:t>
            </a:r>
            <a:r>
              <a:rPr lang="en-US" dirty="0"/>
              <a:t>on the order and timing of certain events.</a:t>
            </a:r>
          </a:p>
          <a:p>
            <a:r>
              <a:rPr lang="en-US" dirty="0"/>
              <a:t>Issues can arise if these events fail to execute in the order and timing intended by the developer.</a:t>
            </a:r>
          </a:p>
          <a:p>
            <a:r>
              <a:rPr lang="en-US" dirty="0"/>
              <a:t>For example, an app can check that a file exists and then use it later. </a:t>
            </a:r>
          </a:p>
          <a:p>
            <a:pPr lvl="1"/>
            <a:r>
              <a:rPr lang="en-US" dirty="0"/>
              <a:t>You may be able to replace the file </a:t>
            </a:r>
            <a:r>
              <a:rPr lang="en-US" i="1" dirty="0"/>
              <a:t>after</a:t>
            </a:r>
            <a:r>
              <a:rPr lang="en-US" dirty="0"/>
              <a:t> it is checked but hasn’t been used. </a:t>
            </a:r>
          </a:p>
          <a:p>
            <a:pPr lvl="1"/>
            <a:r>
              <a:rPr lang="en-US" dirty="0"/>
              <a:t>This can then trigger app instability or privilege escalation.</a:t>
            </a:r>
          </a:p>
          <a:p>
            <a:pPr lvl="1"/>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33951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Outline the significance of the OWASP Top 10</a:t>
            </a:r>
          </a:p>
          <a:p>
            <a:r>
              <a:rPr lang="en-US" dirty="0"/>
              <a:t>List ways developers can inadvertently expose sensitive data</a:t>
            </a:r>
          </a:p>
          <a:p>
            <a:r>
              <a:rPr lang="en-US" dirty="0"/>
              <a:t>Review the consequences of improperly handling errors</a:t>
            </a:r>
          </a:p>
          <a:p>
            <a:r>
              <a:rPr lang="en-US" dirty="0"/>
              <a:t>Discuss what could happen when there is a lack of input validation</a:t>
            </a:r>
          </a:p>
          <a:p>
            <a:r>
              <a:rPr lang="en-US" dirty="0"/>
              <a:t>Explain why it’s good practice to sign and verify code, scripts and executables</a:t>
            </a:r>
          </a:p>
          <a:p>
            <a:r>
              <a:rPr lang="en-US" dirty="0"/>
              <a:t>Describe what happens in a race condition </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Recognize Web Vulnerabilities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1379302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5AF4-7AED-4A32-8826-AA455EAA7711}"/>
              </a:ext>
            </a:extLst>
          </p:cNvPr>
          <p:cNvSpPr>
            <a:spLocks noGrp="1"/>
          </p:cNvSpPr>
          <p:nvPr>
            <p:ph type="ctrTitle"/>
          </p:nvPr>
        </p:nvSpPr>
        <p:spPr/>
        <p:txBody>
          <a:bodyPr/>
          <a:lstStyle/>
          <a:p>
            <a:r>
              <a:rPr lang="en-US" dirty="0"/>
              <a:t>Launch Session Attacks</a:t>
            </a:r>
          </a:p>
        </p:txBody>
      </p:sp>
      <p:sp>
        <p:nvSpPr>
          <p:cNvPr id="3" name="Subtitle 2">
            <a:extLst>
              <a:ext uri="{FF2B5EF4-FFF2-40B4-BE49-F238E27FC236}">
                <a16:creationId xmlns:a16="http://schemas.microsoft.com/office/drawing/2014/main" id="{1C09A606-AC3C-4FE5-B558-E5DD82C0A761}"/>
              </a:ext>
            </a:extLst>
          </p:cNvPr>
          <p:cNvSpPr>
            <a:spLocks noGrp="1"/>
          </p:cNvSpPr>
          <p:nvPr>
            <p:ph type="subTitle" idx="1"/>
          </p:nvPr>
        </p:nvSpPr>
        <p:spPr/>
        <p:txBody>
          <a:bodyPr/>
          <a:lstStyle/>
          <a:p>
            <a:r>
              <a:rPr lang="en-US" dirty="0"/>
              <a:t>Topic 13B</a:t>
            </a:r>
          </a:p>
        </p:txBody>
      </p:sp>
      <p:sp>
        <p:nvSpPr>
          <p:cNvPr id="4" name="Text Placeholder 3">
            <a:extLst>
              <a:ext uri="{FF2B5EF4-FFF2-40B4-BE49-F238E27FC236}">
                <a16:creationId xmlns:a16="http://schemas.microsoft.com/office/drawing/2014/main" id="{6F8820F5-6357-429C-9E9F-7ADBB5B6CA98}"/>
              </a:ext>
            </a:extLst>
          </p:cNvPr>
          <p:cNvSpPr>
            <a:spLocks noGrp="1"/>
          </p:cNvSpPr>
          <p:nvPr>
            <p:ph type="body" sz="quarter" idx="12"/>
          </p:nvPr>
        </p:nvSpPr>
        <p:spPr/>
        <p:txBody>
          <a:bodyPr/>
          <a:lstStyle/>
          <a:p>
            <a:r>
              <a:rPr lang="en-US" dirty="0"/>
              <a:t>Lesson 13</a:t>
            </a:r>
          </a:p>
        </p:txBody>
      </p:sp>
      <p:sp>
        <p:nvSpPr>
          <p:cNvPr id="5" name="Slide Number Placeholder 4">
            <a:extLst>
              <a:ext uri="{FF2B5EF4-FFF2-40B4-BE49-F238E27FC236}">
                <a16:creationId xmlns:a16="http://schemas.microsoft.com/office/drawing/2014/main" id="{073BEE37-D7CF-4ED1-B9E2-10B1F8A4D79E}"/>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2476087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Hijacking Session Credentials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a:t>
            </a:r>
            <a:r>
              <a:rPr lang="en-US" b="1" dirty="0"/>
              <a:t> cookie </a:t>
            </a:r>
            <a:r>
              <a:rPr lang="en-US" dirty="0"/>
              <a:t>is a text file that contains the session ID (SID) for that web </a:t>
            </a:r>
          </a:p>
          <a:p>
            <a:pPr lvl="1"/>
            <a:r>
              <a:rPr lang="en-US" dirty="0"/>
              <a:t>Used as an authentication token instead of having to re-enter credentials</a:t>
            </a:r>
          </a:p>
          <a:p>
            <a:r>
              <a:rPr lang="en-US" b="1" dirty="0"/>
              <a:t>Session hijacking </a:t>
            </a:r>
            <a:r>
              <a:rPr lang="en-US" dirty="0"/>
              <a:t>is stealing the session credential from a user's browser and then use it to </a:t>
            </a:r>
            <a:r>
              <a:rPr lang="en-US" i="1" dirty="0"/>
              <a:t>impersonate </a:t>
            </a:r>
            <a:r>
              <a:rPr lang="en-US" dirty="0"/>
              <a:t>the user on a website. </a:t>
            </a:r>
          </a:p>
          <a:p>
            <a:r>
              <a:rPr lang="en-US" b="1" dirty="0"/>
              <a:t>Session fixation </a:t>
            </a:r>
            <a:r>
              <a:rPr lang="en-US" dirty="0"/>
              <a:t>requires the user to authenticate with a </a:t>
            </a:r>
            <a:r>
              <a:rPr lang="en-US" i="1" dirty="0"/>
              <a:t>known session identifier</a:t>
            </a:r>
            <a:r>
              <a:rPr lang="en-US" dirty="0"/>
              <a:t> that will then be used for impersonation. </a:t>
            </a:r>
          </a:p>
          <a:p>
            <a:r>
              <a:rPr lang="en-US" b="1" dirty="0"/>
              <a:t>Session replay </a:t>
            </a:r>
            <a:r>
              <a:rPr lang="en-US" dirty="0"/>
              <a:t>is when the malicious actor gains access to a victim’s credentials and uses them to gain access to a session.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996616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Crafting Request Forgery Attacks (XSRF/CSRF)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 XSRF/CSRF attack takes advantage the trust that remote sites have in a user’s system to execute commands on the user’s behalf.</a:t>
            </a:r>
          </a:p>
          <a:p>
            <a:pPr lvl="1"/>
            <a:r>
              <a:rPr lang="en-US" dirty="0"/>
              <a:t>Takes advantage of the saved authentication data stored inside the cookie to gain access to a web browser's sensitive data. </a:t>
            </a:r>
          </a:p>
          <a:p>
            <a:r>
              <a:rPr lang="en-US" dirty="0"/>
              <a:t>For example, the target page has a form with a </a:t>
            </a:r>
            <a:r>
              <a:rPr lang="en-US" i="1" dirty="0"/>
              <a:t>Remember Me </a:t>
            </a:r>
            <a:r>
              <a:rPr lang="en-US" dirty="0"/>
              <a:t>check box, which then creates a stored cookie</a:t>
            </a:r>
          </a:p>
          <a:p>
            <a:pPr lvl="1"/>
            <a:r>
              <a:rPr lang="en-US" dirty="0"/>
              <a:t>The cookie is then used for authentication when they access the site. </a:t>
            </a:r>
          </a:p>
          <a:p>
            <a:r>
              <a:rPr lang="en-US" dirty="0"/>
              <a:t>You can exploit this trust and leverage the user's privileges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1747778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Escalating Privilege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b="1" dirty="0"/>
              <a:t>Horizontal Privilege Escalation </a:t>
            </a:r>
            <a:r>
              <a:rPr lang="en-US" dirty="0"/>
              <a:t>- gaining access to an account with </a:t>
            </a:r>
            <a:r>
              <a:rPr lang="en-US" i="1" dirty="0"/>
              <a:t>different access or permissions </a:t>
            </a:r>
            <a:r>
              <a:rPr lang="en-US" dirty="0"/>
              <a:t>than the one currently in use. </a:t>
            </a:r>
          </a:p>
          <a:p>
            <a:pPr lvl="1"/>
            <a:r>
              <a:rPr lang="en-US" dirty="0"/>
              <a:t>This approach reduces the risk of raising suspicion</a:t>
            </a:r>
          </a:p>
          <a:p>
            <a:r>
              <a:rPr lang="en-US" b="1" dirty="0"/>
              <a:t>Vertical Privilege Escalation - </a:t>
            </a:r>
            <a:r>
              <a:rPr lang="en-US" dirty="0"/>
              <a:t>gaining access to an account with </a:t>
            </a:r>
            <a:r>
              <a:rPr lang="en-US" i="1" dirty="0"/>
              <a:t>higher</a:t>
            </a:r>
            <a:r>
              <a:rPr lang="en-US" dirty="0"/>
              <a:t> privileges than the one currently in use</a:t>
            </a:r>
          </a:p>
          <a:p>
            <a:pPr lvl="1"/>
            <a:r>
              <a:rPr lang="en-US" dirty="0"/>
              <a:t>Use the account to gain access to normally protected resources</a:t>
            </a:r>
          </a:p>
          <a:p>
            <a:pPr lvl="1"/>
            <a:r>
              <a:rPr lang="en-US" dirty="0"/>
              <a:t>For instance, a process might run with local administrator privileges, but a vulnerability allows the arbitrary code to run with higher system privileges.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3822406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Upgrading a Non-Interactive Shell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 non-interactive </a:t>
            </a:r>
            <a:r>
              <a:rPr lang="en-US" sz="2400" dirty="0"/>
              <a:t>(or restricted) </a:t>
            </a:r>
            <a:r>
              <a:rPr lang="en-US" dirty="0"/>
              <a:t>shell is limited in use, in that, unlike an interactive shell, has minimal functionality: </a:t>
            </a:r>
          </a:p>
          <a:p>
            <a:pPr lvl="1"/>
            <a:r>
              <a:rPr lang="en-US" sz="2100" dirty="0"/>
              <a:t>You can’t press the up-arrow key to display prior commands; or when pressing TAB, the command does not auto-complete</a:t>
            </a:r>
          </a:p>
          <a:p>
            <a:pPr lvl="1"/>
            <a:r>
              <a:rPr lang="en-US" sz="2100" dirty="0"/>
              <a:t>You can’t move through the system, discover directories, or redirect output. </a:t>
            </a:r>
          </a:p>
          <a:p>
            <a:pPr algn="l"/>
            <a:r>
              <a:rPr lang="en-US" dirty="0"/>
              <a:t>When PenTesting the team may need to upgrade a non-interactive shell to an interactive one using a command or script</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1387039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Exploiting Business Logic Flaws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Business logic flaws are vulnerabilities that arise from faulty design and implementation issues that can lead to unintended behavior. </a:t>
            </a:r>
          </a:p>
          <a:p>
            <a:pPr lvl="1"/>
            <a:r>
              <a:rPr lang="en-US" dirty="0"/>
              <a:t>For example, a poorly implemented method to lock accounts after successive failures to authenticate. </a:t>
            </a:r>
          </a:p>
          <a:p>
            <a:pPr lvl="1"/>
            <a:r>
              <a:rPr lang="en-US" dirty="0"/>
              <a:t>Common types of services that are exploited due to business logic flaws are APIs, that include RESTful, XML-RPC and SOAP</a:t>
            </a:r>
          </a:p>
          <a:p>
            <a:r>
              <a:rPr lang="en-US" dirty="0"/>
              <a:t>Business logic flaws should be identified and mitigated as they can result in unauthorized access to protected content.</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443996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Compare the different forms of session hijacking</a:t>
            </a:r>
          </a:p>
          <a:p>
            <a:r>
              <a:rPr lang="en-US" dirty="0"/>
              <a:t>Provide an overview of Request Forgery Attacks </a:t>
            </a:r>
          </a:p>
          <a:p>
            <a:r>
              <a:rPr lang="en-US" dirty="0"/>
              <a:t>Discuss ways the team can escalate privilege </a:t>
            </a:r>
          </a:p>
          <a:p>
            <a:r>
              <a:rPr lang="en-US" dirty="0"/>
              <a:t>Outline why the team would need to upgrade a non-interactive shell </a:t>
            </a:r>
          </a:p>
          <a:p>
            <a:r>
              <a:rPr lang="en-US" dirty="0"/>
              <a:t>Explain why it’s essential to identify and mitigate business logic flaws </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Launch Session Attacks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1555248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159B2B-48E2-4647-ABDD-6BF7993BECA5}"/>
              </a:ext>
            </a:extLst>
          </p:cNvPr>
          <p:cNvSpPr>
            <a:spLocks noGrp="1"/>
          </p:cNvSpPr>
          <p:nvPr>
            <p:ph type="sldNum" sz="quarter" idx="13"/>
          </p:nvPr>
        </p:nvSpPr>
        <p:spPr/>
        <p:txBody>
          <a:bodyPr/>
          <a:lstStyle/>
          <a:p>
            <a:fld id="{B7CF8A19-3A9E-4ABC-B336-2FDDE321C72D}" type="slidenum">
              <a:rPr lang="en-US" smtClean="0"/>
              <a:pPr/>
              <a:t>19</a:t>
            </a:fld>
            <a:endParaRPr lang="en-US" dirty="0"/>
          </a:p>
        </p:txBody>
      </p:sp>
      <p:sp>
        <p:nvSpPr>
          <p:cNvPr id="3" name="Content Placeholder 2">
            <a:extLst>
              <a:ext uri="{FF2B5EF4-FFF2-40B4-BE49-F238E27FC236}">
                <a16:creationId xmlns:a16="http://schemas.microsoft.com/office/drawing/2014/main" id="{568708AE-48ED-4852-AE39-86C44E3C3102}"/>
              </a:ext>
            </a:extLst>
          </p:cNvPr>
          <p:cNvSpPr>
            <a:spLocks noGrp="1"/>
          </p:cNvSpPr>
          <p:nvPr>
            <p:ph sz="quarter" idx="14"/>
          </p:nvPr>
        </p:nvSpPr>
        <p:spPr>
          <a:xfrm>
            <a:off x="146050" y="748621"/>
            <a:ext cx="3742072" cy="4044357"/>
          </a:xfrm>
        </p:spPr>
        <p:txBody>
          <a:bodyPr/>
          <a:lstStyle/>
          <a:p>
            <a:pPr marL="0" indent="0">
              <a:buNone/>
            </a:pPr>
            <a:r>
              <a:rPr lang="en-US" sz="1800" b="0" i="0" u="none" strike="noStrike" dirty="0">
                <a:solidFill>
                  <a:srgbClr val="000000"/>
                </a:solidFill>
                <a:effectLst/>
                <a:latin typeface="Calibri" panose="020F0502020204030204" pitchFamily="34" charset="0"/>
              </a:rPr>
              <a:t>Assisted Lab: Exploiting Web Authentication</a:t>
            </a:r>
          </a:p>
          <a:p>
            <a:pPr marL="0" indent="0">
              <a:buNone/>
            </a:pPr>
            <a:r>
              <a:rPr lang="en-US" sz="1800" b="0" i="0" u="none" strike="noStrike" dirty="0">
                <a:solidFill>
                  <a:srgbClr val="000000"/>
                </a:solidFill>
                <a:effectLst/>
                <a:latin typeface="Calibri" panose="020F0502020204030204" pitchFamily="34" charset="0"/>
              </a:rPr>
              <a:t>Assisted Lab: Exploiting Weaknesses in a Website</a:t>
            </a:r>
          </a:p>
        </p:txBody>
      </p:sp>
      <p:sp>
        <p:nvSpPr>
          <p:cNvPr id="5" name="TextBox 4">
            <a:extLst>
              <a:ext uri="{FF2B5EF4-FFF2-40B4-BE49-F238E27FC236}">
                <a16:creationId xmlns:a16="http://schemas.microsoft.com/office/drawing/2014/main" id="{913E43AC-45A4-4D84-834A-CE8499000767}"/>
              </a:ext>
            </a:extLst>
          </p:cNvPr>
          <p:cNvSpPr txBox="1"/>
          <p:nvPr/>
        </p:nvSpPr>
        <p:spPr>
          <a:xfrm>
            <a:off x="3975101" y="742950"/>
            <a:ext cx="5120843" cy="3986972"/>
          </a:xfrm>
          <a:custGeom>
            <a:avLst/>
            <a:gdLst>
              <a:gd name="connsiteX0" fmla="*/ 0 w 5120843"/>
              <a:gd name="connsiteY0" fmla="*/ 0 h 3986972"/>
              <a:gd name="connsiteX1" fmla="*/ 620191 w 5120843"/>
              <a:gd name="connsiteY1" fmla="*/ 0 h 3986972"/>
              <a:gd name="connsiteX2" fmla="*/ 1035548 w 5120843"/>
              <a:gd name="connsiteY2" fmla="*/ 0 h 3986972"/>
              <a:gd name="connsiteX3" fmla="*/ 1655739 w 5120843"/>
              <a:gd name="connsiteY3" fmla="*/ 0 h 3986972"/>
              <a:gd name="connsiteX4" fmla="*/ 2173513 w 5120843"/>
              <a:gd name="connsiteY4" fmla="*/ 0 h 3986972"/>
              <a:gd name="connsiteX5" fmla="*/ 2793704 w 5120843"/>
              <a:gd name="connsiteY5" fmla="*/ 0 h 3986972"/>
              <a:gd name="connsiteX6" fmla="*/ 3260270 w 5120843"/>
              <a:gd name="connsiteY6" fmla="*/ 0 h 3986972"/>
              <a:gd name="connsiteX7" fmla="*/ 3931669 w 5120843"/>
              <a:gd name="connsiteY7" fmla="*/ 0 h 3986972"/>
              <a:gd name="connsiteX8" fmla="*/ 4603069 w 5120843"/>
              <a:gd name="connsiteY8" fmla="*/ 0 h 3986972"/>
              <a:gd name="connsiteX9" fmla="*/ 5120843 w 5120843"/>
              <a:gd name="connsiteY9" fmla="*/ 0 h 3986972"/>
              <a:gd name="connsiteX10" fmla="*/ 5120843 w 5120843"/>
              <a:gd name="connsiteY10" fmla="*/ 489828 h 3986972"/>
              <a:gd name="connsiteX11" fmla="*/ 5120843 w 5120843"/>
              <a:gd name="connsiteY11" fmla="*/ 1139135 h 3986972"/>
              <a:gd name="connsiteX12" fmla="*/ 5120843 w 5120843"/>
              <a:gd name="connsiteY12" fmla="*/ 1788442 h 3986972"/>
              <a:gd name="connsiteX13" fmla="*/ 5120843 w 5120843"/>
              <a:gd name="connsiteY13" fmla="*/ 2437749 h 3986972"/>
              <a:gd name="connsiteX14" fmla="*/ 5120843 w 5120843"/>
              <a:gd name="connsiteY14" fmla="*/ 2887707 h 3986972"/>
              <a:gd name="connsiteX15" fmla="*/ 5120843 w 5120843"/>
              <a:gd name="connsiteY15" fmla="*/ 3377535 h 3986972"/>
              <a:gd name="connsiteX16" fmla="*/ 5120843 w 5120843"/>
              <a:gd name="connsiteY16" fmla="*/ 3986972 h 3986972"/>
              <a:gd name="connsiteX17" fmla="*/ 4500652 w 5120843"/>
              <a:gd name="connsiteY17" fmla="*/ 3986972 h 3986972"/>
              <a:gd name="connsiteX18" fmla="*/ 4034086 w 5120843"/>
              <a:gd name="connsiteY18" fmla="*/ 3986972 h 3986972"/>
              <a:gd name="connsiteX19" fmla="*/ 3362687 w 5120843"/>
              <a:gd name="connsiteY19" fmla="*/ 3986972 h 3986972"/>
              <a:gd name="connsiteX20" fmla="*/ 2691287 w 5120843"/>
              <a:gd name="connsiteY20" fmla="*/ 3986972 h 3986972"/>
              <a:gd name="connsiteX21" fmla="*/ 2224722 w 5120843"/>
              <a:gd name="connsiteY21" fmla="*/ 3986972 h 3986972"/>
              <a:gd name="connsiteX22" fmla="*/ 1809365 w 5120843"/>
              <a:gd name="connsiteY22" fmla="*/ 3986972 h 3986972"/>
              <a:gd name="connsiteX23" fmla="*/ 1394007 w 5120843"/>
              <a:gd name="connsiteY23" fmla="*/ 3986972 h 3986972"/>
              <a:gd name="connsiteX24" fmla="*/ 876233 w 5120843"/>
              <a:gd name="connsiteY24" fmla="*/ 3986972 h 3986972"/>
              <a:gd name="connsiteX25" fmla="*/ 0 w 5120843"/>
              <a:gd name="connsiteY25" fmla="*/ 3986972 h 3986972"/>
              <a:gd name="connsiteX26" fmla="*/ 0 w 5120843"/>
              <a:gd name="connsiteY26" fmla="*/ 3457274 h 3986972"/>
              <a:gd name="connsiteX27" fmla="*/ 0 w 5120843"/>
              <a:gd name="connsiteY27" fmla="*/ 2927577 h 3986972"/>
              <a:gd name="connsiteX28" fmla="*/ 0 w 5120843"/>
              <a:gd name="connsiteY28" fmla="*/ 2278270 h 3986972"/>
              <a:gd name="connsiteX29" fmla="*/ 0 w 5120843"/>
              <a:gd name="connsiteY29" fmla="*/ 1748572 h 3986972"/>
              <a:gd name="connsiteX30" fmla="*/ 0 w 5120843"/>
              <a:gd name="connsiteY30" fmla="*/ 1298614 h 3986972"/>
              <a:gd name="connsiteX31" fmla="*/ 0 w 5120843"/>
              <a:gd name="connsiteY31" fmla="*/ 768916 h 3986972"/>
              <a:gd name="connsiteX32" fmla="*/ 0 w 5120843"/>
              <a:gd name="connsiteY32" fmla="*/ 0 h 398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20843" h="3986972" fill="none" extrusionOk="0">
                <a:moveTo>
                  <a:pt x="0" y="0"/>
                </a:moveTo>
                <a:cubicBezTo>
                  <a:pt x="181082" y="-44144"/>
                  <a:pt x="332351" y="17296"/>
                  <a:pt x="620191" y="0"/>
                </a:cubicBezTo>
                <a:cubicBezTo>
                  <a:pt x="908031" y="-17296"/>
                  <a:pt x="913865" y="31805"/>
                  <a:pt x="1035548" y="0"/>
                </a:cubicBezTo>
                <a:cubicBezTo>
                  <a:pt x="1157231" y="-31805"/>
                  <a:pt x="1401820" y="28595"/>
                  <a:pt x="1655739" y="0"/>
                </a:cubicBezTo>
                <a:cubicBezTo>
                  <a:pt x="1909658" y="-28595"/>
                  <a:pt x="2005301" y="20107"/>
                  <a:pt x="2173513" y="0"/>
                </a:cubicBezTo>
                <a:cubicBezTo>
                  <a:pt x="2341725" y="-20107"/>
                  <a:pt x="2581271" y="43917"/>
                  <a:pt x="2793704" y="0"/>
                </a:cubicBezTo>
                <a:cubicBezTo>
                  <a:pt x="3006137" y="-43917"/>
                  <a:pt x="3042637" y="10045"/>
                  <a:pt x="3260270" y="0"/>
                </a:cubicBezTo>
                <a:cubicBezTo>
                  <a:pt x="3477903" y="-10045"/>
                  <a:pt x="3644284" y="77189"/>
                  <a:pt x="3931669" y="0"/>
                </a:cubicBezTo>
                <a:cubicBezTo>
                  <a:pt x="4219054" y="-77189"/>
                  <a:pt x="4316130" y="46666"/>
                  <a:pt x="4603069" y="0"/>
                </a:cubicBezTo>
                <a:cubicBezTo>
                  <a:pt x="4890008" y="-46666"/>
                  <a:pt x="4998350" y="36197"/>
                  <a:pt x="5120843" y="0"/>
                </a:cubicBezTo>
                <a:cubicBezTo>
                  <a:pt x="5128488" y="186839"/>
                  <a:pt x="5112671" y="254479"/>
                  <a:pt x="5120843" y="489828"/>
                </a:cubicBezTo>
                <a:cubicBezTo>
                  <a:pt x="5129015" y="725177"/>
                  <a:pt x="5060647" y="965704"/>
                  <a:pt x="5120843" y="1139135"/>
                </a:cubicBezTo>
                <a:cubicBezTo>
                  <a:pt x="5181039" y="1312566"/>
                  <a:pt x="5049372" y="1539935"/>
                  <a:pt x="5120843" y="1788442"/>
                </a:cubicBezTo>
                <a:cubicBezTo>
                  <a:pt x="5192314" y="2036949"/>
                  <a:pt x="5061265" y="2214741"/>
                  <a:pt x="5120843" y="2437749"/>
                </a:cubicBezTo>
                <a:cubicBezTo>
                  <a:pt x="5180421" y="2660757"/>
                  <a:pt x="5078268" y="2666755"/>
                  <a:pt x="5120843" y="2887707"/>
                </a:cubicBezTo>
                <a:cubicBezTo>
                  <a:pt x="5163418" y="3108659"/>
                  <a:pt x="5103872" y="3212463"/>
                  <a:pt x="5120843" y="3377535"/>
                </a:cubicBezTo>
                <a:cubicBezTo>
                  <a:pt x="5137814" y="3542607"/>
                  <a:pt x="5090777" y="3838116"/>
                  <a:pt x="5120843" y="3986972"/>
                </a:cubicBezTo>
                <a:cubicBezTo>
                  <a:pt x="4958232" y="4008270"/>
                  <a:pt x="4738321" y="3954766"/>
                  <a:pt x="4500652" y="3986972"/>
                </a:cubicBezTo>
                <a:cubicBezTo>
                  <a:pt x="4262983" y="4019178"/>
                  <a:pt x="4225098" y="3932484"/>
                  <a:pt x="4034086" y="3986972"/>
                </a:cubicBezTo>
                <a:cubicBezTo>
                  <a:pt x="3843074" y="4041460"/>
                  <a:pt x="3602078" y="3914575"/>
                  <a:pt x="3362687" y="3986972"/>
                </a:cubicBezTo>
                <a:cubicBezTo>
                  <a:pt x="3123296" y="4059369"/>
                  <a:pt x="2951314" y="3919249"/>
                  <a:pt x="2691287" y="3986972"/>
                </a:cubicBezTo>
                <a:cubicBezTo>
                  <a:pt x="2431260" y="4054695"/>
                  <a:pt x="2350391" y="3956158"/>
                  <a:pt x="2224722" y="3986972"/>
                </a:cubicBezTo>
                <a:cubicBezTo>
                  <a:pt x="2099054" y="4017786"/>
                  <a:pt x="1991047" y="3955209"/>
                  <a:pt x="1809365" y="3986972"/>
                </a:cubicBezTo>
                <a:cubicBezTo>
                  <a:pt x="1627683" y="4018735"/>
                  <a:pt x="1518268" y="3941113"/>
                  <a:pt x="1394007" y="3986972"/>
                </a:cubicBezTo>
                <a:cubicBezTo>
                  <a:pt x="1269746" y="4032831"/>
                  <a:pt x="1001496" y="3974555"/>
                  <a:pt x="876233" y="3986972"/>
                </a:cubicBezTo>
                <a:cubicBezTo>
                  <a:pt x="750970" y="3999389"/>
                  <a:pt x="342774" y="3907284"/>
                  <a:pt x="0" y="3986972"/>
                </a:cubicBezTo>
                <a:cubicBezTo>
                  <a:pt x="-41093" y="3761640"/>
                  <a:pt x="12633" y="3591114"/>
                  <a:pt x="0" y="3457274"/>
                </a:cubicBezTo>
                <a:cubicBezTo>
                  <a:pt x="-12633" y="3323434"/>
                  <a:pt x="53828" y="3048359"/>
                  <a:pt x="0" y="2927577"/>
                </a:cubicBezTo>
                <a:cubicBezTo>
                  <a:pt x="-53828" y="2806795"/>
                  <a:pt x="22417" y="2456264"/>
                  <a:pt x="0" y="2278270"/>
                </a:cubicBezTo>
                <a:cubicBezTo>
                  <a:pt x="-22417" y="2100276"/>
                  <a:pt x="52072" y="1993161"/>
                  <a:pt x="0" y="1748572"/>
                </a:cubicBezTo>
                <a:cubicBezTo>
                  <a:pt x="-52072" y="1503983"/>
                  <a:pt x="23634" y="1446189"/>
                  <a:pt x="0" y="1298614"/>
                </a:cubicBezTo>
                <a:cubicBezTo>
                  <a:pt x="-23634" y="1151039"/>
                  <a:pt x="2064" y="1023762"/>
                  <a:pt x="0" y="768916"/>
                </a:cubicBezTo>
                <a:cubicBezTo>
                  <a:pt x="-2064" y="514070"/>
                  <a:pt x="41086" y="192150"/>
                  <a:pt x="0" y="0"/>
                </a:cubicBezTo>
                <a:close/>
              </a:path>
              <a:path w="5120843" h="3986972" stroke="0" extrusionOk="0">
                <a:moveTo>
                  <a:pt x="0" y="0"/>
                </a:moveTo>
                <a:cubicBezTo>
                  <a:pt x="196917" y="-3664"/>
                  <a:pt x="331007" y="36965"/>
                  <a:pt x="568983" y="0"/>
                </a:cubicBezTo>
                <a:cubicBezTo>
                  <a:pt x="806959" y="-36965"/>
                  <a:pt x="895566" y="12616"/>
                  <a:pt x="1137965" y="0"/>
                </a:cubicBezTo>
                <a:cubicBezTo>
                  <a:pt x="1380364" y="-12616"/>
                  <a:pt x="1373421" y="28097"/>
                  <a:pt x="1604531" y="0"/>
                </a:cubicBezTo>
                <a:cubicBezTo>
                  <a:pt x="1835641" y="-28097"/>
                  <a:pt x="1991050" y="62516"/>
                  <a:pt x="2275930" y="0"/>
                </a:cubicBezTo>
                <a:cubicBezTo>
                  <a:pt x="2560810" y="-62516"/>
                  <a:pt x="2764877" y="24309"/>
                  <a:pt x="2896121" y="0"/>
                </a:cubicBezTo>
                <a:cubicBezTo>
                  <a:pt x="3027365" y="-24309"/>
                  <a:pt x="3333223" y="68499"/>
                  <a:pt x="3567521" y="0"/>
                </a:cubicBezTo>
                <a:cubicBezTo>
                  <a:pt x="3801819" y="-68499"/>
                  <a:pt x="3880549" y="26681"/>
                  <a:pt x="4034086" y="0"/>
                </a:cubicBezTo>
                <a:cubicBezTo>
                  <a:pt x="4187623" y="-26681"/>
                  <a:pt x="4292075" y="6610"/>
                  <a:pt x="4449444" y="0"/>
                </a:cubicBezTo>
                <a:cubicBezTo>
                  <a:pt x="4606813" y="-6610"/>
                  <a:pt x="4924858" y="50377"/>
                  <a:pt x="5120843" y="0"/>
                </a:cubicBezTo>
                <a:cubicBezTo>
                  <a:pt x="5124064" y="177052"/>
                  <a:pt x="5075000" y="364208"/>
                  <a:pt x="5120843" y="609437"/>
                </a:cubicBezTo>
                <a:cubicBezTo>
                  <a:pt x="5166686" y="854666"/>
                  <a:pt x="5080602" y="1006665"/>
                  <a:pt x="5120843" y="1258744"/>
                </a:cubicBezTo>
                <a:cubicBezTo>
                  <a:pt x="5161084" y="1510823"/>
                  <a:pt x="5065440" y="1665073"/>
                  <a:pt x="5120843" y="1908051"/>
                </a:cubicBezTo>
                <a:cubicBezTo>
                  <a:pt x="5176246" y="2151029"/>
                  <a:pt x="5063729" y="2204958"/>
                  <a:pt x="5120843" y="2477618"/>
                </a:cubicBezTo>
                <a:cubicBezTo>
                  <a:pt x="5177957" y="2750278"/>
                  <a:pt x="5087919" y="2838664"/>
                  <a:pt x="5120843" y="3126925"/>
                </a:cubicBezTo>
                <a:cubicBezTo>
                  <a:pt x="5153767" y="3415186"/>
                  <a:pt x="5044073" y="3617059"/>
                  <a:pt x="5120843" y="3986972"/>
                </a:cubicBezTo>
                <a:cubicBezTo>
                  <a:pt x="4997668" y="3999707"/>
                  <a:pt x="4820200" y="3951302"/>
                  <a:pt x="4705486" y="3986972"/>
                </a:cubicBezTo>
                <a:cubicBezTo>
                  <a:pt x="4590772" y="4022642"/>
                  <a:pt x="4451539" y="3944457"/>
                  <a:pt x="4238920" y="3986972"/>
                </a:cubicBezTo>
                <a:cubicBezTo>
                  <a:pt x="4026301" y="4029487"/>
                  <a:pt x="3838266" y="3921800"/>
                  <a:pt x="3618729" y="3986972"/>
                </a:cubicBezTo>
                <a:cubicBezTo>
                  <a:pt x="3399192" y="4052144"/>
                  <a:pt x="3343191" y="3981849"/>
                  <a:pt x="3152163" y="3986972"/>
                </a:cubicBezTo>
                <a:cubicBezTo>
                  <a:pt x="2961135" y="3992095"/>
                  <a:pt x="2783312" y="3927901"/>
                  <a:pt x="2583181" y="3986972"/>
                </a:cubicBezTo>
                <a:cubicBezTo>
                  <a:pt x="2383050" y="4046043"/>
                  <a:pt x="2319553" y="3935605"/>
                  <a:pt x="2065407" y="3986972"/>
                </a:cubicBezTo>
                <a:cubicBezTo>
                  <a:pt x="1811261" y="4038339"/>
                  <a:pt x="1855188" y="3971939"/>
                  <a:pt x="1650049" y="3986972"/>
                </a:cubicBezTo>
                <a:cubicBezTo>
                  <a:pt x="1444910" y="4002005"/>
                  <a:pt x="1360394" y="3981690"/>
                  <a:pt x="1081067" y="3986972"/>
                </a:cubicBezTo>
                <a:cubicBezTo>
                  <a:pt x="801740" y="3992254"/>
                  <a:pt x="814428" y="3941863"/>
                  <a:pt x="665710" y="3986972"/>
                </a:cubicBezTo>
                <a:cubicBezTo>
                  <a:pt x="516992" y="4032081"/>
                  <a:pt x="318869" y="3967429"/>
                  <a:pt x="0" y="3986972"/>
                </a:cubicBezTo>
                <a:cubicBezTo>
                  <a:pt x="-38782" y="3876890"/>
                  <a:pt x="24531" y="3734988"/>
                  <a:pt x="0" y="3537014"/>
                </a:cubicBezTo>
                <a:cubicBezTo>
                  <a:pt x="-24531" y="3339040"/>
                  <a:pt x="3800" y="3024723"/>
                  <a:pt x="0" y="2887707"/>
                </a:cubicBezTo>
                <a:cubicBezTo>
                  <a:pt x="-3800" y="2750691"/>
                  <a:pt x="22496" y="2499081"/>
                  <a:pt x="0" y="2358009"/>
                </a:cubicBezTo>
                <a:cubicBezTo>
                  <a:pt x="-22496" y="2216937"/>
                  <a:pt x="26334" y="2017386"/>
                  <a:pt x="0" y="1868181"/>
                </a:cubicBezTo>
                <a:cubicBezTo>
                  <a:pt x="-26334" y="1718976"/>
                  <a:pt x="31746" y="1426559"/>
                  <a:pt x="0" y="1218874"/>
                </a:cubicBezTo>
                <a:cubicBezTo>
                  <a:pt x="-31746" y="1011189"/>
                  <a:pt x="40466" y="846605"/>
                  <a:pt x="0" y="729046"/>
                </a:cubicBezTo>
                <a:cubicBezTo>
                  <a:pt x="-40466" y="611487"/>
                  <a:pt x="3188" y="174080"/>
                  <a:pt x="0" y="0"/>
                </a:cubicBezTo>
                <a:close/>
              </a:path>
            </a:pathLst>
          </a:custGeom>
          <a:ln>
            <a:noFill/>
            <a:extLst>
              <a:ext uri="{C807C97D-BFC1-408E-A445-0C87EB9F89A2}">
                <ask:lineSketchStyleProps xmlns:ask="http://schemas.microsoft.com/office/drawing/2018/sketchyshapes" sd="3368494492">
                  <a:prstGeom prst="rect">
                    <a:avLst/>
                  </a:prstGeom>
                  <ask:type>
                    <ask:lineSketchScribble/>
                  </ask:type>
                </ask:lineSketchStyleProps>
              </a:ext>
            </a:extLst>
          </a:ln>
        </p:spPr>
        <p:txBody>
          <a:bodyPr vert="horz" lIns="91440" tIns="45720" rIns="91440" bIns="45720" rtlCol="0">
            <a:normAutofit fontScale="62500" lnSpcReduction="20000"/>
          </a:bodyPr>
          <a:lstStyle>
            <a:lvl1pPr marL="257175" lvl="0" indent="-257175" defTabSz="342900">
              <a:spcBef>
                <a:spcPts val="1000"/>
              </a:spcBef>
              <a:spcAft>
                <a:spcPts val="600"/>
              </a:spcAft>
              <a:buClrTx/>
              <a:buFont typeface="Arial" panose="020B0604020202020204" pitchFamily="34" charset="0"/>
              <a:buChar char="•"/>
              <a:defRPr sz="2400">
                <a:latin typeface="Calibri" panose="020F0502020204030204" pitchFamily="34" charset="0"/>
                <a:cs typeface="Calibri" panose="020F0502020204030204" pitchFamily="34" charset="0"/>
              </a:defRPr>
            </a:lvl1pPr>
            <a:lvl2pPr marL="685800" lvl="1" indent="-34290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2pPr>
            <a:lvl3pPr marL="857250" lvl="2" indent="-171450" defTabSz="342900">
              <a:spcBef>
                <a:spcPts val="1000"/>
              </a:spcBef>
              <a:spcAft>
                <a:spcPts val="600"/>
              </a:spcAft>
              <a:buClrTx/>
              <a:buSzPct val="100000"/>
              <a:buFont typeface="Arial" panose="020B0604020202020204" pitchFamily="34" charset="0"/>
              <a:buChar char="•"/>
              <a:defRPr sz="2000">
                <a:latin typeface="Calibri" panose="020F0502020204030204" pitchFamily="34" charset="0"/>
                <a:cs typeface="Calibri" panose="020F0502020204030204" pitchFamily="34" charset="0"/>
              </a:defRPr>
            </a:lvl3pPr>
            <a:lvl4pPr marL="1200150" lvl="3"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4pPr>
            <a:lvl5pPr marL="1543050" lvl="4"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5pPr>
            <a:lvl6pPr marL="1885950" indent="-171450" defTabSz="342900">
              <a:spcBef>
                <a:spcPct val="20000"/>
              </a:spcBef>
              <a:buFont typeface="Arial"/>
              <a:buChar char="•"/>
              <a:defRPr sz="1500"/>
            </a:lvl6pPr>
            <a:lvl7pPr marL="2228850" indent="-171450" defTabSz="342900">
              <a:spcBef>
                <a:spcPct val="20000"/>
              </a:spcBef>
              <a:buFont typeface="Arial"/>
              <a:buChar char="•"/>
              <a:defRPr sz="1500"/>
            </a:lvl7pPr>
            <a:lvl8pPr marL="2571750" indent="-171450" defTabSz="342900">
              <a:spcBef>
                <a:spcPct val="20000"/>
              </a:spcBef>
              <a:buFont typeface="Arial"/>
              <a:buChar char="•"/>
              <a:defRPr sz="1500"/>
            </a:lvl8pPr>
            <a:lvl9pPr marL="2914650" indent="-171450" defTabSz="342900">
              <a:spcBef>
                <a:spcPct val="20000"/>
              </a:spcBef>
              <a:buFont typeface="Arial"/>
              <a:buChar char="•"/>
              <a:defRPr sz="1500"/>
            </a:lvl9pPr>
          </a:lstStyle>
          <a:p>
            <a:pPr lvl="0"/>
            <a:r>
              <a:rPr lang="en-US" dirty="0">
                <a:solidFill>
                  <a:schemeClr val="accent1"/>
                </a:solidFill>
              </a:rPr>
              <a:t>Lab types</a:t>
            </a:r>
          </a:p>
          <a:p>
            <a:pPr lvl="1"/>
            <a:r>
              <a:rPr lang="en-US" dirty="0">
                <a:solidFill>
                  <a:schemeClr val="accent1"/>
                </a:solidFill>
              </a:rPr>
              <a:t>Assisted labs guide you step-by-step through tasks</a:t>
            </a:r>
          </a:p>
          <a:p>
            <a:pPr lvl="1"/>
            <a:r>
              <a:rPr lang="en-US" dirty="0">
                <a:solidFill>
                  <a:schemeClr val="accent1"/>
                </a:solidFill>
              </a:rPr>
              <a:t>Applied labs set goals with limited guidance</a:t>
            </a:r>
          </a:p>
          <a:p>
            <a:pPr lvl="0"/>
            <a:r>
              <a:rPr lang="en-US" dirty="0">
                <a:solidFill>
                  <a:schemeClr val="accent1"/>
                </a:solidFill>
              </a:rPr>
              <a:t>Complete lab</a:t>
            </a:r>
          </a:p>
          <a:p>
            <a:pPr lvl="1"/>
            <a:r>
              <a:rPr lang="en-US" dirty="0">
                <a:solidFill>
                  <a:schemeClr val="accent1"/>
                </a:solidFill>
              </a:rPr>
              <a:t>Submit all items for grading and check each progress box</a:t>
            </a:r>
          </a:p>
          <a:p>
            <a:pPr lvl="1"/>
            <a:r>
              <a:rPr lang="en-US" dirty="0">
                <a:solidFill>
                  <a:schemeClr val="accent1"/>
                </a:solidFill>
              </a:rPr>
              <a:t>Select “Grade Lab” from final page</a:t>
            </a:r>
          </a:p>
          <a:p>
            <a:pPr lvl="0"/>
            <a:r>
              <a:rPr lang="en-US" dirty="0">
                <a:solidFill>
                  <a:schemeClr val="accent1"/>
                </a:solidFill>
              </a:rPr>
              <a:t>Save lab</a:t>
            </a:r>
          </a:p>
          <a:p>
            <a:pPr lvl="1"/>
            <a:r>
              <a:rPr lang="en-US" dirty="0">
                <a:solidFill>
                  <a:schemeClr val="accent1"/>
                </a:solidFill>
              </a:rPr>
              <a:t>Select the hamburger menu and select “Save”</a:t>
            </a:r>
          </a:p>
          <a:p>
            <a:pPr lvl="1"/>
            <a:r>
              <a:rPr lang="en-US" dirty="0">
                <a:solidFill>
                  <a:schemeClr val="accent1"/>
                </a:solidFill>
              </a:rPr>
              <a:t>Save up to two labs in progress for up to 7 days</a:t>
            </a:r>
            <a:endParaRPr lang="en-GB" dirty="0">
              <a:solidFill>
                <a:schemeClr val="accent1"/>
              </a:solidFill>
            </a:endParaRPr>
          </a:p>
          <a:p>
            <a:pPr lvl="0"/>
            <a:r>
              <a:rPr lang="en-US" dirty="0">
                <a:solidFill>
                  <a:schemeClr val="accent1"/>
                </a:solidFill>
              </a:rPr>
              <a:t>Cancel lab without grading</a:t>
            </a:r>
          </a:p>
          <a:p>
            <a:pPr marL="685800" marR="0" lvl="1" indent="-342900"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dirty="0">
                <a:solidFill>
                  <a:schemeClr val="accent1"/>
                </a:solidFill>
              </a:rPr>
              <a:t>Select the hamburger menu and select “End”</a:t>
            </a:r>
          </a:p>
        </p:txBody>
      </p:sp>
      <p:pic>
        <p:nvPicPr>
          <p:cNvPr id="6" name="Graphic 5">
            <a:extLst>
              <a:ext uri="{FF2B5EF4-FFF2-40B4-BE49-F238E27FC236}">
                <a16:creationId xmlns:a16="http://schemas.microsoft.com/office/drawing/2014/main" id="{57BE2E88-1023-417C-91BD-53B87CC9E2B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1421816">
            <a:off x="3988506" y="507806"/>
            <a:ext cx="2225591" cy="575230"/>
          </a:xfrm>
          <a:prstGeom prst="rect">
            <a:avLst/>
          </a:prstGeom>
        </p:spPr>
      </p:pic>
      <p:pic>
        <p:nvPicPr>
          <p:cNvPr id="7" name="Graphic 6">
            <a:extLst>
              <a:ext uri="{FF2B5EF4-FFF2-40B4-BE49-F238E27FC236}">
                <a16:creationId xmlns:a16="http://schemas.microsoft.com/office/drawing/2014/main" id="{21E5D5AE-DD5E-43DF-9E59-06879D1C363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18457" y="2041782"/>
            <a:ext cx="1275893" cy="190500"/>
          </a:xfrm>
          <a:prstGeom prst="rect">
            <a:avLst/>
          </a:prstGeom>
        </p:spPr>
      </p:pic>
      <p:pic>
        <p:nvPicPr>
          <p:cNvPr id="8" name="Graphic 7">
            <a:extLst>
              <a:ext uri="{FF2B5EF4-FFF2-40B4-BE49-F238E27FC236}">
                <a16:creationId xmlns:a16="http://schemas.microsoft.com/office/drawing/2014/main" id="{B3C5ED1D-C224-4E8C-A1A6-7BA094A47E72}"/>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5042424" y="2922609"/>
            <a:ext cx="1694926" cy="422305"/>
          </a:xfrm>
          <a:prstGeom prst="rect">
            <a:avLst/>
          </a:prstGeom>
        </p:spPr>
      </p:pic>
    </p:spTree>
    <p:extLst>
      <p:ext uri="{BB962C8B-B14F-4D97-AF65-F5344CB8AC3E}">
        <p14:creationId xmlns:p14="http://schemas.microsoft.com/office/powerpoint/2010/main" val="3073644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E334A-0A8F-4570-A91D-468192F8CD81}"/>
              </a:ext>
            </a:extLst>
          </p:cNvPr>
          <p:cNvSpPr>
            <a:spLocks noGrp="1"/>
          </p:cNvSpPr>
          <p:nvPr>
            <p:ph type="ctrTitle"/>
          </p:nvPr>
        </p:nvSpPr>
        <p:spPr/>
        <p:txBody>
          <a:bodyPr/>
          <a:lstStyle/>
          <a:p>
            <a:r>
              <a:rPr lang="en-US" dirty="0"/>
              <a:t>Plan Injection Attacks</a:t>
            </a:r>
          </a:p>
        </p:txBody>
      </p:sp>
      <p:sp>
        <p:nvSpPr>
          <p:cNvPr id="3" name="Subtitle 2">
            <a:extLst>
              <a:ext uri="{FF2B5EF4-FFF2-40B4-BE49-F238E27FC236}">
                <a16:creationId xmlns:a16="http://schemas.microsoft.com/office/drawing/2014/main" id="{1F39D58A-425E-4AFF-8B6F-6914EE1DDCD9}"/>
              </a:ext>
            </a:extLst>
          </p:cNvPr>
          <p:cNvSpPr>
            <a:spLocks noGrp="1"/>
          </p:cNvSpPr>
          <p:nvPr>
            <p:ph type="subTitle" idx="1"/>
          </p:nvPr>
        </p:nvSpPr>
        <p:spPr/>
        <p:txBody>
          <a:bodyPr/>
          <a:lstStyle/>
          <a:p>
            <a:r>
              <a:rPr lang="en-US" dirty="0"/>
              <a:t>Topic 13C</a:t>
            </a:r>
          </a:p>
        </p:txBody>
      </p:sp>
      <p:sp>
        <p:nvSpPr>
          <p:cNvPr id="4" name="Text Placeholder 3">
            <a:extLst>
              <a:ext uri="{FF2B5EF4-FFF2-40B4-BE49-F238E27FC236}">
                <a16:creationId xmlns:a16="http://schemas.microsoft.com/office/drawing/2014/main" id="{C0420C06-F6E3-4367-9B8F-1CC0589E3B9C}"/>
              </a:ext>
            </a:extLst>
          </p:cNvPr>
          <p:cNvSpPr>
            <a:spLocks noGrp="1"/>
          </p:cNvSpPr>
          <p:nvPr>
            <p:ph type="body" sz="quarter" idx="12"/>
          </p:nvPr>
        </p:nvSpPr>
        <p:spPr/>
        <p:txBody>
          <a:bodyPr/>
          <a:lstStyle/>
          <a:p>
            <a:r>
              <a:rPr lang="en-US" dirty="0"/>
              <a:t>Lesson 13</a:t>
            </a:r>
          </a:p>
        </p:txBody>
      </p:sp>
      <p:sp>
        <p:nvSpPr>
          <p:cNvPr id="5" name="Slide Number Placeholder 4">
            <a:extLst>
              <a:ext uri="{FF2B5EF4-FFF2-40B4-BE49-F238E27FC236}">
                <a16:creationId xmlns:a16="http://schemas.microsoft.com/office/drawing/2014/main" id="{A881ABB1-56A0-4E2B-B620-F831A79C7BA5}"/>
              </a:ext>
            </a:extLst>
          </p:cNvPr>
          <p:cNvSpPr>
            <a:spLocks noGrp="1"/>
          </p:cNvSpPr>
          <p:nvPr>
            <p:ph type="sldNum" sz="quarter" idx="10"/>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3161289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Identifying SQLi Vulnerabilities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An SQLi attack is one of the most common types of code injection. As a result, the team should test for this vulnerability</a:t>
            </a:r>
          </a:p>
          <a:p>
            <a:pPr lvl="1"/>
            <a:r>
              <a:rPr lang="en-US" dirty="0"/>
              <a:t>One simple method is to use the </a:t>
            </a:r>
            <a:r>
              <a:rPr lang="en-US" b="1" dirty="0"/>
              <a:t>single quote method </a:t>
            </a:r>
            <a:r>
              <a:rPr lang="en-US" dirty="0"/>
              <a:t>then look for errors. </a:t>
            </a:r>
          </a:p>
          <a:p>
            <a:r>
              <a:rPr lang="en-US" dirty="0"/>
              <a:t>Certain web app APIs allow you to stack multiple queries in the same call. </a:t>
            </a:r>
          </a:p>
          <a:p>
            <a:pPr lvl="1"/>
            <a:r>
              <a:rPr lang="en-US" dirty="0"/>
              <a:t>You can use this to obtain data from other tables that might not be directly exposed by the app.</a:t>
            </a:r>
          </a:p>
          <a:p>
            <a:r>
              <a:rPr lang="en-US" b="1" dirty="0"/>
              <a:t>Blind SQL injection </a:t>
            </a:r>
            <a:r>
              <a:rPr lang="en-US" dirty="0"/>
              <a:t>is injecting SQL when the web application’s response does not contain the result of the query.</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685463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Traversing Files Using Invalid Input</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Directory traversal is accessing a file from a location that the user is not authorized to access. </a:t>
            </a:r>
          </a:p>
          <a:p>
            <a:pPr lvl="1"/>
            <a:r>
              <a:rPr lang="en-US" dirty="0"/>
              <a:t>The simplest example involves sending a ..\ or ../ command to the app or API.</a:t>
            </a:r>
          </a:p>
          <a:p>
            <a:pPr lvl="1"/>
            <a:r>
              <a:rPr lang="en-US" dirty="0"/>
              <a:t>It’s most effective when you're able to navigate all the way back to the root and execute </a:t>
            </a:r>
            <a:r>
              <a:rPr lang="en-US" i="1" dirty="0"/>
              <a:t>any</a:t>
            </a:r>
            <a:r>
              <a:rPr lang="en-US" dirty="0"/>
              <a:t> command or program in </a:t>
            </a:r>
            <a:r>
              <a:rPr lang="en-US" i="1" dirty="0"/>
              <a:t>any</a:t>
            </a:r>
            <a:r>
              <a:rPr lang="en-US" dirty="0"/>
              <a:t> folder on the computer. </a:t>
            </a:r>
          </a:p>
          <a:p>
            <a:r>
              <a:rPr lang="en-US" dirty="0"/>
              <a:t>Properly configured web servers will filter out known untrusted input like the directory traversal character set. </a:t>
            </a:r>
          </a:p>
          <a:p>
            <a:pPr lvl="1"/>
            <a:r>
              <a:rPr lang="en-US" dirty="0"/>
              <a:t>However, you may be able to bypass these filters by encoding characters in your requests in hexadecimal. </a:t>
            </a:r>
          </a:p>
          <a:p>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1931132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Injecting Code</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Injection attacks can compromise an app in several ways:</a:t>
            </a:r>
          </a:p>
          <a:p>
            <a:pPr lvl="1"/>
            <a:r>
              <a:rPr lang="en-US" dirty="0"/>
              <a:t>Cause a DoS, escalate privileges, deface a website</a:t>
            </a:r>
          </a:p>
          <a:p>
            <a:pPr lvl="1"/>
            <a:r>
              <a:rPr lang="en-US" dirty="0"/>
              <a:t>Install malicious software on the server hosting the app</a:t>
            </a:r>
          </a:p>
          <a:p>
            <a:r>
              <a:rPr lang="en-US" b="1" dirty="0"/>
              <a:t>Code injection </a:t>
            </a:r>
            <a:r>
              <a:rPr lang="en-US" dirty="0"/>
              <a:t>introduces malicious code into a vulnerable application to compromise the security of that application. </a:t>
            </a:r>
          </a:p>
          <a:p>
            <a:r>
              <a:rPr lang="en-US" b="1" dirty="0"/>
              <a:t>Command injection</a:t>
            </a:r>
            <a:r>
              <a:rPr lang="en-US" dirty="0"/>
              <a:t> supplies malicious input to the web server, which then passes this input to a system shell for execution.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3285262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Executing a Cross-Site Scripting (XSS) Attack</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 XSS attack is an attack which injects JavaScript that executes on the client's browser, and can result in the following:</a:t>
            </a:r>
          </a:p>
          <a:p>
            <a:pPr lvl="1"/>
            <a:r>
              <a:rPr lang="en-US" dirty="0"/>
              <a:t>Change the contents of a page, steal session cookies, read sensitive information or inject malware that can execute on the user's computer. </a:t>
            </a:r>
          </a:p>
          <a:p>
            <a:r>
              <a:rPr lang="en-US" dirty="0"/>
              <a:t>The three categories of XSS attacks are as follows:</a:t>
            </a:r>
          </a:p>
          <a:p>
            <a:pPr lvl="1"/>
            <a:r>
              <a:rPr lang="en-US" b="1" dirty="0"/>
              <a:t>Persistent</a:t>
            </a:r>
            <a:r>
              <a:rPr lang="en-US" dirty="0"/>
              <a:t> - injected code is permanently stored on the web server</a:t>
            </a:r>
          </a:p>
          <a:p>
            <a:pPr lvl="1"/>
            <a:r>
              <a:rPr lang="en-US" b="1" dirty="0"/>
              <a:t>Reflected</a:t>
            </a:r>
            <a:r>
              <a:rPr lang="en-US" dirty="0"/>
              <a:t> - code reflects from victim to server then back to attacker</a:t>
            </a:r>
          </a:p>
          <a:p>
            <a:pPr lvl="1"/>
            <a:r>
              <a:rPr lang="en-US" b="1" dirty="0"/>
              <a:t>DOM-based</a:t>
            </a:r>
            <a:r>
              <a:rPr lang="en-US" dirty="0"/>
              <a:t> - takes advantage of a web app's client-side implementation of JavaScript to execute the attack solely on the client.</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1318542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Providing Responses via a Web Proxy</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 web proxy is an intermediary between the client and server </a:t>
            </a:r>
          </a:p>
          <a:p>
            <a:pPr lvl="1"/>
            <a:r>
              <a:rPr lang="en-US" dirty="0"/>
              <a:t>The proxy receives web requests and forwards the request to the server</a:t>
            </a:r>
          </a:p>
          <a:p>
            <a:pPr lvl="1"/>
            <a:r>
              <a:rPr lang="en-US" dirty="0"/>
              <a:t>The client never has direct contact with the server, which improves security </a:t>
            </a:r>
          </a:p>
          <a:p>
            <a:r>
              <a:rPr lang="en-US" dirty="0"/>
              <a:t>Advanced proxy servers today can include firewall and web filters, along with web caching and helps protect against attacks </a:t>
            </a:r>
          </a:p>
          <a:p>
            <a:r>
              <a:rPr lang="en-US" dirty="0"/>
              <a:t>As a result, if the customer is using a web proxy, the team need to adjust the PenTest accordingly.</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6946149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Outline why the team should test for SQLi vulnerabilities</a:t>
            </a:r>
          </a:p>
          <a:p>
            <a:r>
              <a:rPr lang="en-US" dirty="0"/>
              <a:t>Review how to traverse files using invalid input</a:t>
            </a:r>
          </a:p>
          <a:p>
            <a:r>
              <a:rPr lang="en-US" dirty="0"/>
              <a:t>Discuss how injection attacks can compromise an app </a:t>
            </a:r>
          </a:p>
          <a:p>
            <a:r>
              <a:rPr lang="en-US" dirty="0"/>
              <a:t>Describe some of the types of XSS attacks </a:t>
            </a:r>
          </a:p>
          <a:p>
            <a:r>
              <a:rPr lang="en-US" dirty="0"/>
              <a:t>Explain why the team may need to adjust the PenTest if the customer is using a web proxy</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Plan Injection Attacks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3965838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159B2B-48E2-4647-ABDD-6BF7993BECA5}"/>
              </a:ext>
            </a:extLst>
          </p:cNvPr>
          <p:cNvSpPr>
            <a:spLocks noGrp="1"/>
          </p:cNvSpPr>
          <p:nvPr>
            <p:ph type="sldNum" sz="quarter" idx="13"/>
          </p:nvPr>
        </p:nvSpPr>
        <p:spPr/>
        <p:txBody>
          <a:bodyPr/>
          <a:lstStyle/>
          <a:p>
            <a:fld id="{B7CF8A19-3A9E-4ABC-B336-2FDDE321C72D}" type="slidenum">
              <a:rPr lang="en-US" smtClean="0"/>
              <a:pPr/>
              <a:t>27</a:t>
            </a:fld>
            <a:endParaRPr lang="en-US" dirty="0"/>
          </a:p>
        </p:txBody>
      </p:sp>
      <p:sp>
        <p:nvSpPr>
          <p:cNvPr id="3" name="Content Placeholder 2">
            <a:extLst>
              <a:ext uri="{FF2B5EF4-FFF2-40B4-BE49-F238E27FC236}">
                <a16:creationId xmlns:a16="http://schemas.microsoft.com/office/drawing/2014/main" id="{568708AE-48ED-4852-AE39-86C44E3C3102}"/>
              </a:ext>
            </a:extLst>
          </p:cNvPr>
          <p:cNvSpPr>
            <a:spLocks noGrp="1"/>
          </p:cNvSpPr>
          <p:nvPr>
            <p:ph sz="quarter" idx="14"/>
          </p:nvPr>
        </p:nvSpPr>
        <p:spPr>
          <a:xfrm>
            <a:off x="146050" y="748621"/>
            <a:ext cx="3742072" cy="4044357"/>
          </a:xfrm>
        </p:spPr>
        <p:txBody>
          <a:bodyPr/>
          <a:lstStyle/>
          <a:p>
            <a:pPr marL="0" indent="0">
              <a:buNone/>
            </a:pPr>
            <a:r>
              <a:rPr lang="en-US" sz="1800" b="0" i="0" u="none" strike="noStrike" dirty="0">
                <a:solidFill>
                  <a:srgbClr val="000000"/>
                </a:solidFill>
                <a:effectLst/>
                <a:latin typeface="Calibri" panose="020F0502020204030204" pitchFamily="34" charset="0"/>
              </a:rPr>
              <a:t>Assisted Lab: Exploiting Weaknesses in a Database</a:t>
            </a:r>
          </a:p>
          <a:p>
            <a:pPr marL="0" indent="0">
              <a:buNone/>
            </a:pPr>
            <a:r>
              <a:rPr lang="en-US" sz="1800" b="0" i="0" u="none" strike="noStrike" dirty="0">
                <a:solidFill>
                  <a:srgbClr val="000000"/>
                </a:solidFill>
                <a:effectLst/>
                <a:latin typeface="Calibri" panose="020F0502020204030204" pitchFamily="34" charset="0"/>
              </a:rPr>
              <a:t>Assisted Lab: Using SQL Injection</a:t>
            </a:r>
          </a:p>
        </p:txBody>
      </p:sp>
      <p:sp>
        <p:nvSpPr>
          <p:cNvPr id="5" name="TextBox 4">
            <a:extLst>
              <a:ext uri="{FF2B5EF4-FFF2-40B4-BE49-F238E27FC236}">
                <a16:creationId xmlns:a16="http://schemas.microsoft.com/office/drawing/2014/main" id="{913E43AC-45A4-4D84-834A-CE8499000767}"/>
              </a:ext>
            </a:extLst>
          </p:cNvPr>
          <p:cNvSpPr txBox="1"/>
          <p:nvPr/>
        </p:nvSpPr>
        <p:spPr>
          <a:xfrm>
            <a:off x="3975101" y="742950"/>
            <a:ext cx="5120843" cy="3986972"/>
          </a:xfrm>
          <a:custGeom>
            <a:avLst/>
            <a:gdLst>
              <a:gd name="connsiteX0" fmla="*/ 0 w 5120843"/>
              <a:gd name="connsiteY0" fmla="*/ 0 h 3986972"/>
              <a:gd name="connsiteX1" fmla="*/ 620191 w 5120843"/>
              <a:gd name="connsiteY1" fmla="*/ 0 h 3986972"/>
              <a:gd name="connsiteX2" fmla="*/ 1035548 w 5120843"/>
              <a:gd name="connsiteY2" fmla="*/ 0 h 3986972"/>
              <a:gd name="connsiteX3" fmla="*/ 1655739 w 5120843"/>
              <a:gd name="connsiteY3" fmla="*/ 0 h 3986972"/>
              <a:gd name="connsiteX4" fmla="*/ 2173513 w 5120843"/>
              <a:gd name="connsiteY4" fmla="*/ 0 h 3986972"/>
              <a:gd name="connsiteX5" fmla="*/ 2793704 w 5120843"/>
              <a:gd name="connsiteY5" fmla="*/ 0 h 3986972"/>
              <a:gd name="connsiteX6" fmla="*/ 3260270 w 5120843"/>
              <a:gd name="connsiteY6" fmla="*/ 0 h 3986972"/>
              <a:gd name="connsiteX7" fmla="*/ 3931669 w 5120843"/>
              <a:gd name="connsiteY7" fmla="*/ 0 h 3986972"/>
              <a:gd name="connsiteX8" fmla="*/ 4603069 w 5120843"/>
              <a:gd name="connsiteY8" fmla="*/ 0 h 3986972"/>
              <a:gd name="connsiteX9" fmla="*/ 5120843 w 5120843"/>
              <a:gd name="connsiteY9" fmla="*/ 0 h 3986972"/>
              <a:gd name="connsiteX10" fmla="*/ 5120843 w 5120843"/>
              <a:gd name="connsiteY10" fmla="*/ 489828 h 3986972"/>
              <a:gd name="connsiteX11" fmla="*/ 5120843 w 5120843"/>
              <a:gd name="connsiteY11" fmla="*/ 1139135 h 3986972"/>
              <a:gd name="connsiteX12" fmla="*/ 5120843 w 5120843"/>
              <a:gd name="connsiteY12" fmla="*/ 1788442 h 3986972"/>
              <a:gd name="connsiteX13" fmla="*/ 5120843 w 5120843"/>
              <a:gd name="connsiteY13" fmla="*/ 2437749 h 3986972"/>
              <a:gd name="connsiteX14" fmla="*/ 5120843 w 5120843"/>
              <a:gd name="connsiteY14" fmla="*/ 2887707 h 3986972"/>
              <a:gd name="connsiteX15" fmla="*/ 5120843 w 5120843"/>
              <a:gd name="connsiteY15" fmla="*/ 3377535 h 3986972"/>
              <a:gd name="connsiteX16" fmla="*/ 5120843 w 5120843"/>
              <a:gd name="connsiteY16" fmla="*/ 3986972 h 3986972"/>
              <a:gd name="connsiteX17" fmla="*/ 4500652 w 5120843"/>
              <a:gd name="connsiteY17" fmla="*/ 3986972 h 3986972"/>
              <a:gd name="connsiteX18" fmla="*/ 4034086 w 5120843"/>
              <a:gd name="connsiteY18" fmla="*/ 3986972 h 3986972"/>
              <a:gd name="connsiteX19" fmla="*/ 3362687 w 5120843"/>
              <a:gd name="connsiteY19" fmla="*/ 3986972 h 3986972"/>
              <a:gd name="connsiteX20" fmla="*/ 2691287 w 5120843"/>
              <a:gd name="connsiteY20" fmla="*/ 3986972 h 3986972"/>
              <a:gd name="connsiteX21" fmla="*/ 2224722 w 5120843"/>
              <a:gd name="connsiteY21" fmla="*/ 3986972 h 3986972"/>
              <a:gd name="connsiteX22" fmla="*/ 1809365 w 5120843"/>
              <a:gd name="connsiteY22" fmla="*/ 3986972 h 3986972"/>
              <a:gd name="connsiteX23" fmla="*/ 1394007 w 5120843"/>
              <a:gd name="connsiteY23" fmla="*/ 3986972 h 3986972"/>
              <a:gd name="connsiteX24" fmla="*/ 876233 w 5120843"/>
              <a:gd name="connsiteY24" fmla="*/ 3986972 h 3986972"/>
              <a:gd name="connsiteX25" fmla="*/ 0 w 5120843"/>
              <a:gd name="connsiteY25" fmla="*/ 3986972 h 3986972"/>
              <a:gd name="connsiteX26" fmla="*/ 0 w 5120843"/>
              <a:gd name="connsiteY26" fmla="*/ 3457274 h 3986972"/>
              <a:gd name="connsiteX27" fmla="*/ 0 w 5120843"/>
              <a:gd name="connsiteY27" fmla="*/ 2927577 h 3986972"/>
              <a:gd name="connsiteX28" fmla="*/ 0 w 5120843"/>
              <a:gd name="connsiteY28" fmla="*/ 2278270 h 3986972"/>
              <a:gd name="connsiteX29" fmla="*/ 0 w 5120843"/>
              <a:gd name="connsiteY29" fmla="*/ 1748572 h 3986972"/>
              <a:gd name="connsiteX30" fmla="*/ 0 w 5120843"/>
              <a:gd name="connsiteY30" fmla="*/ 1298614 h 3986972"/>
              <a:gd name="connsiteX31" fmla="*/ 0 w 5120843"/>
              <a:gd name="connsiteY31" fmla="*/ 768916 h 3986972"/>
              <a:gd name="connsiteX32" fmla="*/ 0 w 5120843"/>
              <a:gd name="connsiteY32" fmla="*/ 0 h 398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20843" h="3986972" fill="none" extrusionOk="0">
                <a:moveTo>
                  <a:pt x="0" y="0"/>
                </a:moveTo>
                <a:cubicBezTo>
                  <a:pt x="181082" y="-44144"/>
                  <a:pt x="332351" y="17296"/>
                  <a:pt x="620191" y="0"/>
                </a:cubicBezTo>
                <a:cubicBezTo>
                  <a:pt x="908031" y="-17296"/>
                  <a:pt x="913865" y="31805"/>
                  <a:pt x="1035548" y="0"/>
                </a:cubicBezTo>
                <a:cubicBezTo>
                  <a:pt x="1157231" y="-31805"/>
                  <a:pt x="1401820" y="28595"/>
                  <a:pt x="1655739" y="0"/>
                </a:cubicBezTo>
                <a:cubicBezTo>
                  <a:pt x="1909658" y="-28595"/>
                  <a:pt x="2005301" y="20107"/>
                  <a:pt x="2173513" y="0"/>
                </a:cubicBezTo>
                <a:cubicBezTo>
                  <a:pt x="2341725" y="-20107"/>
                  <a:pt x="2581271" y="43917"/>
                  <a:pt x="2793704" y="0"/>
                </a:cubicBezTo>
                <a:cubicBezTo>
                  <a:pt x="3006137" y="-43917"/>
                  <a:pt x="3042637" y="10045"/>
                  <a:pt x="3260270" y="0"/>
                </a:cubicBezTo>
                <a:cubicBezTo>
                  <a:pt x="3477903" y="-10045"/>
                  <a:pt x="3644284" y="77189"/>
                  <a:pt x="3931669" y="0"/>
                </a:cubicBezTo>
                <a:cubicBezTo>
                  <a:pt x="4219054" y="-77189"/>
                  <a:pt x="4316130" y="46666"/>
                  <a:pt x="4603069" y="0"/>
                </a:cubicBezTo>
                <a:cubicBezTo>
                  <a:pt x="4890008" y="-46666"/>
                  <a:pt x="4998350" y="36197"/>
                  <a:pt x="5120843" y="0"/>
                </a:cubicBezTo>
                <a:cubicBezTo>
                  <a:pt x="5128488" y="186839"/>
                  <a:pt x="5112671" y="254479"/>
                  <a:pt x="5120843" y="489828"/>
                </a:cubicBezTo>
                <a:cubicBezTo>
                  <a:pt x="5129015" y="725177"/>
                  <a:pt x="5060647" y="965704"/>
                  <a:pt x="5120843" y="1139135"/>
                </a:cubicBezTo>
                <a:cubicBezTo>
                  <a:pt x="5181039" y="1312566"/>
                  <a:pt x="5049372" y="1539935"/>
                  <a:pt x="5120843" y="1788442"/>
                </a:cubicBezTo>
                <a:cubicBezTo>
                  <a:pt x="5192314" y="2036949"/>
                  <a:pt x="5061265" y="2214741"/>
                  <a:pt x="5120843" y="2437749"/>
                </a:cubicBezTo>
                <a:cubicBezTo>
                  <a:pt x="5180421" y="2660757"/>
                  <a:pt x="5078268" y="2666755"/>
                  <a:pt x="5120843" y="2887707"/>
                </a:cubicBezTo>
                <a:cubicBezTo>
                  <a:pt x="5163418" y="3108659"/>
                  <a:pt x="5103872" y="3212463"/>
                  <a:pt x="5120843" y="3377535"/>
                </a:cubicBezTo>
                <a:cubicBezTo>
                  <a:pt x="5137814" y="3542607"/>
                  <a:pt x="5090777" y="3838116"/>
                  <a:pt x="5120843" y="3986972"/>
                </a:cubicBezTo>
                <a:cubicBezTo>
                  <a:pt x="4958232" y="4008270"/>
                  <a:pt x="4738321" y="3954766"/>
                  <a:pt x="4500652" y="3986972"/>
                </a:cubicBezTo>
                <a:cubicBezTo>
                  <a:pt x="4262983" y="4019178"/>
                  <a:pt x="4225098" y="3932484"/>
                  <a:pt x="4034086" y="3986972"/>
                </a:cubicBezTo>
                <a:cubicBezTo>
                  <a:pt x="3843074" y="4041460"/>
                  <a:pt x="3602078" y="3914575"/>
                  <a:pt x="3362687" y="3986972"/>
                </a:cubicBezTo>
                <a:cubicBezTo>
                  <a:pt x="3123296" y="4059369"/>
                  <a:pt x="2951314" y="3919249"/>
                  <a:pt x="2691287" y="3986972"/>
                </a:cubicBezTo>
                <a:cubicBezTo>
                  <a:pt x="2431260" y="4054695"/>
                  <a:pt x="2350391" y="3956158"/>
                  <a:pt x="2224722" y="3986972"/>
                </a:cubicBezTo>
                <a:cubicBezTo>
                  <a:pt x="2099054" y="4017786"/>
                  <a:pt x="1991047" y="3955209"/>
                  <a:pt x="1809365" y="3986972"/>
                </a:cubicBezTo>
                <a:cubicBezTo>
                  <a:pt x="1627683" y="4018735"/>
                  <a:pt x="1518268" y="3941113"/>
                  <a:pt x="1394007" y="3986972"/>
                </a:cubicBezTo>
                <a:cubicBezTo>
                  <a:pt x="1269746" y="4032831"/>
                  <a:pt x="1001496" y="3974555"/>
                  <a:pt x="876233" y="3986972"/>
                </a:cubicBezTo>
                <a:cubicBezTo>
                  <a:pt x="750970" y="3999389"/>
                  <a:pt x="342774" y="3907284"/>
                  <a:pt x="0" y="3986972"/>
                </a:cubicBezTo>
                <a:cubicBezTo>
                  <a:pt x="-41093" y="3761640"/>
                  <a:pt x="12633" y="3591114"/>
                  <a:pt x="0" y="3457274"/>
                </a:cubicBezTo>
                <a:cubicBezTo>
                  <a:pt x="-12633" y="3323434"/>
                  <a:pt x="53828" y="3048359"/>
                  <a:pt x="0" y="2927577"/>
                </a:cubicBezTo>
                <a:cubicBezTo>
                  <a:pt x="-53828" y="2806795"/>
                  <a:pt x="22417" y="2456264"/>
                  <a:pt x="0" y="2278270"/>
                </a:cubicBezTo>
                <a:cubicBezTo>
                  <a:pt x="-22417" y="2100276"/>
                  <a:pt x="52072" y="1993161"/>
                  <a:pt x="0" y="1748572"/>
                </a:cubicBezTo>
                <a:cubicBezTo>
                  <a:pt x="-52072" y="1503983"/>
                  <a:pt x="23634" y="1446189"/>
                  <a:pt x="0" y="1298614"/>
                </a:cubicBezTo>
                <a:cubicBezTo>
                  <a:pt x="-23634" y="1151039"/>
                  <a:pt x="2064" y="1023762"/>
                  <a:pt x="0" y="768916"/>
                </a:cubicBezTo>
                <a:cubicBezTo>
                  <a:pt x="-2064" y="514070"/>
                  <a:pt x="41086" y="192150"/>
                  <a:pt x="0" y="0"/>
                </a:cubicBezTo>
                <a:close/>
              </a:path>
              <a:path w="5120843" h="3986972" stroke="0" extrusionOk="0">
                <a:moveTo>
                  <a:pt x="0" y="0"/>
                </a:moveTo>
                <a:cubicBezTo>
                  <a:pt x="196917" y="-3664"/>
                  <a:pt x="331007" y="36965"/>
                  <a:pt x="568983" y="0"/>
                </a:cubicBezTo>
                <a:cubicBezTo>
                  <a:pt x="806959" y="-36965"/>
                  <a:pt x="895566" y="12616"/>
                  <a:pt x="1137965" y="0"/>
                </a:cubicBezTo>
                <a:cubicBezTo>
                  <a:pt x="1380364" y="-12616"/>
                  <a:pt x="1373421" y="28097"/>
                  <a:pt x="1604531" y="0"/>
                </a:cubicBezTo>
                <a:cubicBezTo>
                  <a:pt x="1835641" y="-28097"/>
                  <a:pt x="1991050" y="62516"/>
                  <a:pt x="2275930" y="0"/>
                </a:cubicBezTo>
                <a:cubicBezTo>
                  <a:pt x="2560810" y="-62516"/>
                  <a:pt x="2764877" y="24309"/>
                  <a:pt x="2896121" y="0"/>
                </a:cubicBezTo>
                <a:cubicBezTo>
                  <a:pt x="3027365" y="-24309"/>
                  <a:pt x="3333223" y="68499"/>
                  <a:pt x="3567521" y="0"/>
                </a:cubicBezTo>
                <a:cubicBezTo>
                  <a:pt x="3801819" y="-68499"/>
                  <a:pt x="3880549" y="26681"/>
                  <a:pt x="4034086" y="0"/>
                </a:cubicBezTo>
                <a:cubicBezTo>
                  <a:pt x="4187623" y="-26681"/>
                  <a:pt x="4292075" y="6610"/>
                  <a:pt x="4449444" y="0"/>
                </a:cubicBezTo>
                <a:cubicBezTo>
                  <a:pt x="4606813" y="-6610"/>
                  <a:pt x="4924858" y="50377"/>
                  <a:pt x="5120843" y="0"/>
                </a:cubicBezTo>
                <a:cubicBezTo>
                  <a:pt x="5124064" y="177052"/>
                  <a:pt x="5075000" y="364208"/>
                  <a:pt x="5120843" y="609437"/>
                </a:cubicBezTo>
                <a:cubicBezTo>
                  <a:pt x="5166686" y="854666"/>
                  <a:pt x="5080602" y="1006665"/>
                  <a:pt x="5120843" y="1258744"/>
                </a:cubicBezTo>
                <a:cubicBezTo>
                  <a:pt x="5161084" y="1510823"/>
                  <a:pt x="5065440" y="1665073"/>
                  <a:pt x="5120843" y="1908051"/>
                </a:cubicBezTo>
                <a:cubicBezTo>
                  <a:pt x="5176246" y="2151029"/>
                  <a:pt x="5063729" y="2204958"/>
                  <a:pt x="5120843" y="2477618"/>
                </a:cubicBezTo>
                <a:cubicBezTo>
                  <a:pt x="5177957" y="2750278"/>
                  <a:pt x="5087919" y="2838664"/>
                  <a:pt x="5120843" y="3126925"/>
                </a:cubicBezTo>
                <a:cubicBezTo>
                  <a:pt x="5153767" y="3415186"/>
                  <a:pt x="5044073" y="3617059"/>
                  <a:pt x="5120843" y="3986972"/>
                </a:cubicBezTo>
                <a:cubicBezTo>
                  <a:pt x="4997668" y="3999707"/>
                  <a:pt x="4820200" y="3951302"/>
                  <a:pt x="4705486" y="3986972"/>
                </a:cubicBezTo>
                <a:cubicBezTo>
                  <a:pt x="4590772" y="4022642"/>
                  <a:pt x="4451539" y="3944457"/>
                  <a:pt x="4238920" y="3986972"/>
                </a:cubicBezTo>
                <a:cubicBezTo>
                  <a:pt x="4026301" y="4029487"/>
                  <a:pt x="3838266" y="3921800"/>
                  <a:pt x="3618729" y="3986972"/>
                </a:cubicBezTo>
                <a:cubicBezTo>
                  <a:pt x="3399192" y="4052144"/>
                  <a:pt x="3343191" y="3981849"/>
                  <a:pt x="3152163" y="3986972"/>
                </a:cubicBezTo>
                <a:cubicBezTo>
                  <a:pt x="2961135" y="3992095"/>
                  <a:pt x="2783312" y="3927901"/>
                  <a:pt x="2583181" y="3986972"/>
                </a:cubicBezTo>
                <a:cubicBezTo>
                  <a:pt x="2383050" y="4046043"/>
                  <a:pt x="2319553" y="3935605"/>
                  <a:pt x="2065407" y="3986972"/>
                </a:cubicBezTo>
                <a:cubicBezTo>
                  <a:pt x="1811261" y="4038339"/>
                  <a:pt x="1855188" y="3971939"/>
                  <a:pt x="1650049" y="3986972"/>
                </a:cubicBezTo>
                <a:cubicBezTo>
                  <a:pt x="1444910" y="4002005"/>
                  <a:pt x="1360394" y="3981690"/>
                  <a:pt x="1081067" y="3986972"/>
                </a:cubicBezTo>
                <a:cubicBezTo>
                  <a:pt x="801740" y="3992254"/>
                  <a:pt x="814428" y="3941863"/>
                  <a:pt x="665710" y="3986972"/>
                </a:cubicBezTo>
                <a:cubicBezTo>
                  <a:pt x="516992" y="4032081"/>
                  <a:pt x="318869" y="3967429"/>
                  <a:pt x="0" y="3986972"/>
                </a:cubicBezTo>
                <a:cubicBezTo>
                  <a:pt x="-38782" y="3876890"/>
                  <a:pt x="24531" y="3734988"/>
                  <a:pt x="0" y="3537014"/>
                </a:cubicBezTo>
                <a:cubicBezTo>
                  <a:pt x="-24531" y="3339040"/>
                  <a:pt x="3800" y="3024723"/>
                  <a:pt x="0" y="2887707"/>
                </a:cubicBezTo>
                <a:cubicBezTo>
                  <a:pt x="-3800" y="2750691"/>
                  <a:pt x="22496" y="2499081"/>
                  <a:pt x="0" y="2358009"/>
                </a:cubicBezTo>
                <a:cubicBezTo>
                  <a:pt x="-22496" y="2216937"/>
                  <a:pt x="26334" y="2017386"/>
                  <a:pt x="0" y="1868181"/>
                </a:cubicBezTo>
                <a:cubicBezTo>
                  <a:pt x="-26334" y="1718976"/>
                  <a:pt x="31746" y="1426559"/>
                  <a:pt x="0" y="1218874"/>
                </a:cubicBezTo>
                <a:cubicBezTo>
                  <a:pt x="-31746" y="1011189"/>
                  <a:pt x="40466" y="846605"/>
                  <a:pt x="0" y="729046"/>
                </a:cubicBezTo>
                <a:cubicBezTo>
                  <a:pt x="-40466" y="611487"/>
                  <a:pt x="3188" y="174080"/>
                  <a:pt x="0" y="0"/>
                </a:cubicBezTo>
                <a:close/>
              </a:path>
            </a:pathLst>
          </a:custGeom>
          <a:ln>
            <a:noFill/>
            <a:extLst>
              <a:ext uri="{C807C97D-BFC1-408E-A445-0C87EB9F89A2}">
                <ask:lineSketchStyleProps xmlns:ask="http://schemas.microsoft.com/office/drawing/2018/sketchyshapes" sd="3368494492">
                  <a:prstGeom prst="rect">
                    <a:avLst/>
                  </a:prstGeom>
                  <ask:type>
                    <ask:lineSketchScribble/>
                  </ask:type>
                </ask:lineSketchStyleProps>
              </a:ext>
            </a:extLst>
          </a:ln>
        </p:spPr>
        <p:txBody>
          <a:bodyPr vert="horz" lIns="91440" tIns="45720" rIns="91440" bIns="45720" rtlCol="0">
            <a:normAutofit fontScale="62500" lnSpcReduction="20000"/>
          </a:bodyPr>
          <a:lstStyle>
            <a:lvl1pPr marL="257175" lvl="0" indent="-257175" defTabSz="342900">
              <a:spcBef>
                <a:spcPts val="1000"/>
              </a:spcBef>
              <a:spcAft>
                <a:spcPts val="600"/>
              </a:spcAft>
              <a:buClrTx/>
              <a:buFont typeface="Arial" panose="020B0604020202020204" pitchFamily="34" charset="0"/>
              <a:buChar char="•"/>
              <a:defRPr sz="2400">
                <a:latin typeface="Calibri" panose="020F0502020204030204" pitchFamily="34" charset="0"/>
                <a:cs typeface="Calibri" panose="020F0502020204030204" pitchFamily="34" charset="0"/>
              </a:defRPr>
            </a:lvl1pPr>
            <a:lvl2pPr marL="685800" lvl="1" indent="-34290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2pPr>
            <a:lvl3pPr marL="857250" lvl="2" indent="-171450" defTabSz="342900">
              <a:spcBef>
                <a:spcPts val="1000"/>
              </a:spcBef>
              <a:spcAft>
                <a:spcPts val="600"/>
              </a:spcAft>
              <a:buClrTx/>
              <a:buSzPct val="100000"/>
              <a:buFont typeface="Arial" panose="020B0604020202020204" pitchFamily="34" charset="0"/>
              <a:buChar char="•"/>
              <a:defRPr sz="2000">
                <a:latin typeface="Calibri" panose="020F0502020204030204" pitchFamily="34" charset="0"/>
                <a:cs typeface="Calibri" panose="020F0502020204030204" pitchFamily="34" charset="0"/>
              </a:defRPr>
            </a:lvl3pPr>
            <a:lvl4pPr marL="1200150" lvl="3"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4pPr>
            <a:lvl5pPr marL="1543050" lvl="4"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5pPr>
            <a:lvl6pPr marL="1885950" indent="-171450" defTabSz="342900">
              <a:spcBef>
                <a:spcPct val="20000"/>
              </a:spcBef>
              <a:buFont typeface="Arial"/>
              <a:buChar char="•"/>
              <a:defRPr sz="1500"/>
            </a:lvl6pPr>
            <a:lvl7pPr marL="2228850" indent="-171450" defTabSz="342900">
              <a:spcBef>
                <a:spcPct val="20000"/>
              </a:spcBef>
              <a:buFont typeface="Arial"/>
              <a:buChar char="•"/>
              <a:defRPr sz="1500"/>
            </a:lvl7pPr>
            <a:lvl8pPr marL="2571750" indent="-171450" defTabSz="342900">
              <a:spcBef>
                <a:spcPct val="20000"/>
              </a:spcBef>
              <a:buFont typeface="Arial"/>
              <a:buChar char="•"/>
              <a:defRPr sz="1500"/>
            </a:lvl8pPr>
            <a:lvl9pPr marL="2914650" indent="-171450" defTabSz="342900">
              <a:spcBef>
                <a:spcPct val="20000"/>
              </a:spcBef>
              <a:buFont typeface="Arial"/>
              <a:buChar char="•"/>
              <a:defRPr sz="1500"/>
            </a:lvl9pPr>
          </a:lstStyle>
          <a:p>
            <a:pPr lvl="0"/>
            <a:r>
              <a:rPr lang="en-US" dirty="0">
                <a:solidFill>
                  <a:schemeClr val="accent1"/>
                </a:solidFill>
              </a:rPr>
              <a:t>Lab types</a:t>
            </a:r>
          </a:p>
          <a:p>
            <a:pPr lvl="1"/>
            <a:r>
              <a:rPr lang="en-US" dirty="0">
                <a:solidFill>
                  <a:schemeClr val="accent1"/>
                </a:solidFill>
              </a:rPr>
              <a:t>Assisted labs guide you step-by-step through tasks</a:t>
            </a:r>
          </a:p>
          <a:p>
            <a:pPr lvl="1"/>
            <a:r>
              <a:rPr lang="en-US" dirty="0">
                <a:solidFill>
                  <a:schemeClr val="accent1"/>
                </a:solidFill>
              </a:rPr>
              <a:t>Applied labs set goals with limited guidance</a:t>
            </a:r>
          </a:p>
          <a:p>
            <a:pPr lvl="0"/>
            <a:r>
              <a:rPr lang="en-US" dirty="0">
                <a:solidFill>
                  <a:schemeClr val="accent1"/>
                </a:solidFill>
              </a:rPr>
              <a:t>Complete lab</a:t>
            </a:r>
          </a:p>
          <a:p>
            <a:pPr lvl="1"/>
            <a:r>
              <a:rPr lang="en-US" dirty="0">
                <a:solidFill>
                  <a:schemeClr val="accent1"/>
                </a:solidFill>
              </a:rPr>
              <a:t>Submit all items for grading and check each progress box</a:t>
            </a:r>
          </a:p>
          <a:p>
            <a:pPr lvl="1"/>
            <a:r>
              <a:rPr lang="en-US" dirty="0">
                <a:solidFill>
                  <a:schemeClr val="accent1"/>
                </a:solidFill>
              </a:rPr>
              <a:t>Select “Grade Lab” from final page</a:t>
            </a:r>
          </a:p>
          <a:p>
            <a:pPr lvl="0"/>
            <a:r>
              <a:rPr lang="en-US" dirty="0">
                <a:solidFill>
                  <a:schemeClr val="accent1"/>
                </a:solidFill>
              </a:rPr>
              <a:t>Save lab</a:t>
            </a:r>
          </a:p>
          <a:p>
            <a:pPr lvl="1"/>
            <a:r>
              <a:rPr lang="en-US" dirty="0">
                <a:solidFill>
                  <a:schemeClr val="accent1"/>
                </a:solidFill>
              </a:rPr>
              <a:t>Select the hamburger menu and select “Save”</a:t>
            </a:r>
          </a:p>
          <a:p>
            <a:pPr lvl="1"/>
            <a:r>
              <a:rPr lang="en-US" dirty="0">
                <a:solidFill>
                  <a:schemeClr val="accent1"/>
                </a:solidFill>
              </a:rPr>
              <a:t>Save up to two labs in progress for up to 7 days</a:t>
            </a:r>
            <a:endParaRPr lang="en-GB" dirty="0">
              <a:solidFill>
                <a:schemeClr val="accent1"/>
              </a:solidFill>
            </a:endParaRPr>
          </a:p>
          <a:p>
            <a:pPr lvl="0"/>
            <a:r>
              <a:rPr lang="en-US" dirty="0">
                <a:solidFill>
                  <a:schemeClr val="accent1"/>
                </a:solidFill>
              </a:rPr>
              <a:t>Cancel lab without grading</a:t>
            </a:r>
          </a:p>
          <a:p>
            <a:pPr marL="685800" marR="0" lvl="1" indent="-342900"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dirty="0">
                <a:solidFill>
                  <a:schemeClr val="accent1"/>
                </a:solidFill>
              </a:rPr>
              <a:t>Select the hamburger menu and select “End”</a:t>
            </a:r>
          </a:p>
        </p:txBody>
      </p:sp>
      <p:pic>
        <p:nvPicPr>
          <p:cNvPr id="6" name="Graphic 5">
            <a:extLst>
              <a:ext uri="{FF2B5EF4-FFF2-40B4-BE49-F238E27FC236}">
                <a16:creationId xmlns:a16="http://schemas.microsoft.com/office/drawing/2014/main" id="{57BE2E88-1023-417C-91BD-53B87CC9E2B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1421816">
            <a:off x="3988506" y="507806"/>
            <a:ext cx="2225591" cy="575230"/>
          </a:xfrm>
          <a:prstGeom prst="rect">
            <a:avLst/>
          </a:prstGeom>
        </p:spPr>
      </p:pic>
      <p:pic>
        <p:nvPicPr>
          <p:cNvPr id="7" name="Graphic 6">
            <a:extLst>
              <a:ext uri="{FF2B5EF4-FFF2-40B4-BE49-F238E27FC236}">
                <a16:creationId xmlns:a16="http://schemas.microsoft.com/office/drawing/2014/main" id="{21E5D5AE-DD5E-43DF-9E59-06879D1C363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18457" y="2041782"/>
            <a:ext cx="1275893" cy="190500"/>
          </a:xfrm>
          <a:prstGeom prst="rect">
            <a:avLst/>
          </a:prstGeom>
        </p:spPr>
      </p:pic>
      <p:pic>
        <p:nvPicPr>
          <p:cNvPr id="8" name="Graphic 7">
            <a:extLst>
              <a:ext uri="{FF2B5EF4-FFF2-40B4-BE49-F238E27FC236}">
                <a16:creationId xmlns:a16="http://schemas.microsoft.com/office/drawing/2014/main" id="{B3C5ED1D-C224-4E8C-A1A6-7BA094A47E72}"/>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5042424" y="2922609"/>
            <a:ext cx="1694926" cy="422305"/>
          </a:xfrm>
          <a:prstGeom prst="rect">
            <a:avLst/>
          </a:prstGeom>
        </p:spPr>
      </p:pic>
    </p:spTree>
    <p:extLst>
      <p:ext uri="{BB962C8B-B14F-4D97-AF65-F5344CB8AC3E}">
        <p14:creationId xmlns:p14="http://schemas.microsoft.com/office/powerpoint/2010/main" val="3470850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E334A-0A8F-4570-A91D-468192F8CD81}"/>
              </a:ext>
            </a:extLst>
          </p:cNvPr>
          <p:cNvSpPr>
            <a:spLocks noGrp="1"/>
          </p:cNvSpPr>
          <p:nvPr>
            <p:ph type="ctrTitle"/>
          </p:nvPr>
        </p:nvSpPr>
        <p:spPr/>
        <p:txBody>
          <a:bodyPr/>
          <a:lstStyle/>
          <a:p>
            <a:r>
              <a:rPr lang="en-US" dirty="0"/>
              <a:t>Identify Tools</a:t>
            </a:r>
          </a:p>
        </p:txBody>
      </p:sp>
      <p:sp>
        <p:nvSpPr>
          <p:cNvPr id="3" name="Subtitle 2">
            <a:extLst>
              <a:ext uri="{FF2B5EF4-FFF2-40B4-BE49-F238E27FC236}">
                <a16:creationId xmlns:a16="http://schemas.microsoft.com/office/drawing/2014/main" id="{1F39D58A-425E-4AFF-8B6F-6914EE1DDCD9}"/>
              </a:ext>
            </a:extLst>
          </p:cNvPr>
          <p:cNvSpPr>
            <a:spLocks noGrp="1"/>
          </p:cNvSpPr>
          <p:nvPr>
            <p:ph type="subTitle" idx="1"/>
          </p:nvPr>
        </p:nvSpPr>
        <p:spPr/>
        <p:txBody>
          <a:bodyPr/>
          <a:lstStyle/>
          <a:p>
            <a:r>
              <a:rPr lang="en-US" dirty="0"/>
              <a:t>Topic 13D</a:t>
            </a:r>
          </a:p>
        </p:txBody>
      </p:sp>
      <p:sp>
        <p:nvSpPr>
          <p:cNvPr id="4" name="Text Placeholder 3">
            <a:extLst>
              <a:ext uri="{FF2B5EF4-FFF2-40B4-BE49-F238E27FC236}">
                <a16:creationId xmlns:a16="http://schemas.microsoft.com/office/drawing/2014/main" id="{C0420C06-F6E3-4367-9B8F-1CC0589E3B9C}"/>
              </a:ext>
            </a:extLst>
          </p:cNvPr>
          <p:cNvSpPr>
            <a:spLocks noGrp="1"/>
          </p:cNvSpPr>
          <p:nvPr>
            <p:ph type="body" sz="quarter" idx="12"/>
          </p:nvPr>
        </p:nvSpPr>
        <p:spPr/>
        <p:txBody>
          <a:bodyPr/>
          <a:lstStyle/>
          <a:p>
            <a:r>
              <a:rPr lang="en-US" dirty="0"/>
              <a:t>Lesson 13</a:t>
            </a:r>
          </a:p>
        </p:txBody>
      </p:sp>
      <p:sp>
        <p:nvSpPr>
          <p:cNvPr id="5" name="Slide Number Placeholder 4">
            <a:extLst>
              <a:ext uri="{FF2B5EF4-FFF2-40B4-BE49-F238E27FC236}">
                <a16:creationId xmlns:a16="http://schemas.microsoft.com/office/drawing/2014/main" id="{A881ABB1-56A0-4E2B-B620-F831A79C7BA5}"/>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3790744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Overview of Web Testing Tools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Testing tools range in capabilities:</a:t>
            </a:r>
          </a:p>
          <a:p>
            <a:pPr lvl="1"/>
            <a:r>
              <a:rPr lang="en-US" dirty="0"/>
              <a:t>Simple vulnerability scanners for a particular web application </a:t>
            </a:r>
          </a:p>
          <a:p>
            <a:pPr lvl="1"/>
            <a:r>
              <a:rPr lang="en-US" dirty="0"/>
              <a:t>Credential lookup tools and proxies that allow you to manipulate and fine-tune requests</a:t>
            </a:r>
          </a:p>
          <a:p>
            <a:r>
              <a:rPr lang="en-US" dirty="0"/>
              <a:t>Examples include:</a:t>
            </a:r>
          </a:p>
          <a:p>
            <a:pPr lvl="1"/>
            <a:r>
              <a:rPr lang="en-US" b="1" dirty="0"/>
              <a:t>WPScan</a:t>
            </a:r>
            <a:r>
              <a:rPr lang="en-US" dirty="0"/>
              <a:t> - Automatically gathers data about a WordPress site and compares findings such as plugins against a database of known vulnerabilities. </a:t>
            </a:r>
          </a:p>
          <a:p>
            <a:pPr lvl="1"/>
            <a:r>
              <a:rPr lang="en-US" b="1" dirty="0"/>
              <a:t>CrackMapExec</a:t>
            </a:r>
            <a:r>
              <a:rPr lang="en-US" dirty="0"/>
              <a:t> - Post-exploitation tool to identify vulnerabilities in active directory environments.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750369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Exploring the Browser Exploit Framework (BeEF)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a:xfrm>
            <a:off x="136525" y="734060"/>
            <a:ext cx="8870950" cy="4046220"/>
          </a:xfrm>
        </p:spPr>
        <p:txBody>
          <a:bodyPr>
            <a:normAutofit lnSpcReduction="10000"/>
          </a:bodyPr>
          <a:lstStyle/>
          <a:p>
            <a:r>
              <a:rPr lang="en-US" dirty="0"/>
              <a:t>BeEF is a tool designed to exploit some functionality within a browser to launch XSS and injection attacks against a website. </a:t>
            </a:r>
          </a:p>
          <a:p>
            <a:pPr lvl="1"/>
            <a:r>
              <a:rPr lang="en-US" dirty="0"/>
              <a:t>The goal is to gain access, gather information, use a proxy, and other utilities for the PenTester.</a:t>
            </a:r>
          </a:p>
          <a:p>
            <a:r>
              <a:rPr lang="en-US" dirty="0"/>
              <a:t>One method to gain control is by hooking a browser</a:t>
            </a:r>
          </a:p>
          <a:p>
            <a:pPr lvl="1"/>
            <a:r>
              <a:rPr lang="en-US" dirty="0"/>
              <a:t>Connects a browser to another device, usually an attacker’s tool or framework, to execute further attacks.</a:t>
            </a:r>
          </a:p>
          <a:p>
            <a:r>
              <a:rPr lang="en-US" dirty="0"/>
              <a:t>With BeEF, you can easily ‘hook’ a browser</a:t>
            </a:r>
          </a:p>
          <a:p>
            <a:pPr lvl="1"/>
            <a:r>
              <a:rPr lang="en-US" dirty="0"/>
              <a:t>Using a standard JavaScript file included within the framework.</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26334137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Exploiting a Browser with BeEF</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a:xfrm>
            <a:off x="136525" y="734060"/>
            <a:ext cx="8870950" cy="4046220"/>
          </a:xfrm>
        </p:spPr>
        <p:txBody>
          <a:bodyPr>
            <a:normAutofit/>
          </a:bodyPr>
          <a:lstStyle/>
          <a:p>
            <a:r>
              <a:rPr lang="en-US" dirty="0"/>
              <a:t>On the left side BeEF’s main window, you will see a list of Hooked Browsers. Within the section, there are two folders displayed:</a:t>
            </a:r>
          </a:p>
          <a:p>
            <a:pPr lvl="1"/>
            <a:r>
              <a:rPr lang="en-US" b="1" dirty="0"/>
              <a:t>Online</a:t>
            </a:r>
            <a:r>
              <a:rPr lang="en-US" dirty="0"/>
              <a:t> informs you that the device is available and awaiting instructions.</a:t>
            </a:r>
          </a:p>
          <a:p>
            <a:pPr lvl="1"/>
            <a:r>
              <a:rPr lang="en-US" b="1" dirty="0"/>
              <a:t>Offline</a:t>
            </a:r>
            <a:r>
              <a:rPr lang="en-US" dirty="0"/>
              <a:t> informs you that the device is not ready.</a:t>
            </a:r>
          </a:p>
          <a:p>
            <a:r>
              <a:rPr lang="en-US" dirty="0"/>
              <a:t>If you select an IP address of one of the hooked browsers, BeEF will provide some basic information, such as:</a:t>
            </a:r>
          </a:p>
          <a:p>
            <a:pPr lvl="1"/>
            <a:r>
              <a:rPr lang="en-US" dirty="0"/>
              <a:t>Web browser, OS, hardware type (if known), location (if known)</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31</a:t>
            </a:fld>
            <a:endParaRPr lang="en-US" dirty="0"/>
          </a:p>
        </p:txBody>
      </p:sp>
    </p:spTree>
    <p:extLst>
      <p:ext uri="{BB962C8B-B14F-4D97-AF65-F5344CB8AC3E}">
        <p14:creationId xmlns:p14="http://schemas.microsoft.com/office/powerpoint/2010/main" val="24002497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Displaying Information in BeEF</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a:xfrm>
            <a:off x="146050" y="731520"/>
            <a:ext cx="8870950" cy="4046220"/>
          </a:xfrm>
        </p:spPr>
        <p:txBody>
          <a:bodyPr>
            <a:normAutofit/>
          </a:bodyPr>
          <a:lstStyle/>
          <a:p>
            <a:r>
              <a:rPr lang="en-US" dirty="0"/>
              <a:t>Selecting an IP address is selected will display tabs on the right:</a:t>
            </a:r>
          </a:p>
          <a:p>
            <a:pPr lvl="1"/>
            <a:r>
              <a:rPr lang="en-US" dirty="0"/>
              <a:t>Details, Logs and Commands. </a:t>
            </a:r>
          </a:p>
          <a:p>
            <a:r>
              <a:rPr lang="en-US" dirty="0"/>
              <a:t>Selecting </a:t>
            </a:r>
            <a:r>
              <a:rPr lang="en-US" i="1" dirty="0"/>
              <a:t>Commands</a:t>
            </a:r>
            <a:r>
              <a:rPr lang="en-US" dirty="0"/>
              <a:t> will provide a way to execute a variety of modules used to gather further information about the device. </a:t>
            </a:r>
          </a:p>
          <a:p>
            <a:r>
              <a:rPr lang="en-US" dirty="0"/>
              <a:t>Modules include:</a:t>
            </a:r>
          </a:p>
          <a:p>
            <a:pPr lvl="1"/>
            <a:r>
              <a:rPr lang="en-US" dirty="0"/>
              <a:t>Type of browser in use, Use as a proxy, Get Internal IP address</a:t>
            </a:r>
          </a:p>
          <a:p>
            <a:r>
              <a:rPr lang="en-US" dirty="0"/>
              <a:t>BeEF will indicate which modules will work against the target by using different colors.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3639382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Compare differences in web testing tools  and list some examples</a:t>
            </a:r>
          </a:p>
          <a:p>
            <a:r>
              <a:rPr lang="en-US" dirty="0"/>
              <a:t>Discuss how Browser Exploit Framework (BeEF) can be used to test web browsers</a:t>
            </a:r>
          </a:p>
          <a:p>
            <a:r>
              <a:rPr lang="en-US" dirty="0"/>
              <a:t>Explain how the team will move through exploiting a browser with BeEF </a:t>
            </a:r>
          </a:p>
          <a:p>
            <a:r>
              <a:rPr lang="en-US" dirty="0"/>
              <a:t>Describe how BeEF displays information on hooked browsers</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Identify Tools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2745962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159B2B-48E2-4647-ABDD-6BF7993BECA5}"/>
              </a:ext>
            </a:extLst>
          </p:cNvPr>
          <p:cNvSpPr>
            <a:spLocks noGrp="1"/>
          </p:cNvSpPr>
          <p:nvPr>
            <p:ph type="sldNum" sz="quarter" idx="13"/>
          </p:nvPr>
        </p:nvSpPr>
        <p:spPr/>
        <p:txBody>
          <a:bodyPr/>
          <a:lstStyle/>
          <a:p>
            <a:fld id="{B7CF8A19-3A9E-4ABC-B336-2FDDE321C72D}" type="slidenum">
              <a:rPr lang="en-US" smtClean="0"/>
              <a:pPr/>
              <a:t>34</a:t>
            </a:fld>
            <a:endParaRPr lang="en-US" dirty="0"/>
          </a:p>
        </p:txBody>
      </p:sp>
      <p:sp>
        <p:nvSpPr>
          <p:cNvPr id="3" name="Content Placeholder 2">
            <a:extLst>
              <a:ext uri="{FF2B5EF4-FFF2-40B4-BE49-F238E27FC236}">
                <a16:creationId xmlns:a16="http://schemas.microsoft.com/office/drawing/2014/main" id="{568708AE-48ED-4852-AE39-86C44E3C3102}"/>
              </a:ext>
            </a:extLst>
          </p:cNvPr>
          <p:cNvSpPr>
            <a:spLocks noGrp="1"/>
          </p:cNvSpPr>
          <p:nvPr>
            <p:ph sz="quarter" idx="14"/>
          </p:nvPr>
        </p:nvSpPr>
        <p:spPr>
          <a:xfrm>
            <a:off x="146050" y="748621"/>
            <a:ext cx="3742072" cy="4044357"/>
          </a:xfrm>
        </p:spPr>
        <p:txBody>
          <a:bodyPr/>
          <a:lstStyle/>
          <a:p>
            <a:pPr marL="0" indent="0">
              <a:buNone/>
            </a:pPr>
            <a:r>
              <a:rPr lang="en-US" sz="1800" b="0" i="0" u="none" strike="noStrike" dirty="0">
                <a:solidFill>
                  <a:srgbClr val="000000"/>
                </a:solidFill>
                <a:effectLst/>
                <a:latin typeface="Calibri" panose="020F0502020204030204" pitchFamily="34" charset="0"/>
              </a:rPr>
              <a:t>Assisted Lab: Performing an </a:t>
            </a:r>
            <a:r>
              <a:rPr lang="en-US" sz="1800" b="0" i="0" u="none" strike="noStrike" dirty="0" err="1">
                <a:solidFill>
                  <a:srgbClr val="000000"/>
                </a:solidFill>
                <a:effectLst/>
                <a:latin typeface="Calibri" panose="020F0502020204030204" pitchFamily="34" charset="0"/>
              </a:rPr>
              <a:t>AitM</a:t>
            </a:r>
            <a:r>
              <a:rPr lang="en-US" sz="1800" b="0" i="0" u="none" strike="noStrike" dirty="0">
                <a:solidFill>
                  <a:srgbClr val="000000"/>
                </a:solidFill>
                <a:effectLst/>
                <a:latin typeface="Calibri" panose="020F0502020204030204" pitchFamily="34" charset="0"/>
              </a:rPr>
              <a:t> Attack</a:t>
            </a:r>
          </a:p>
        </p:txBody>
      </p:sp>
      <p:sp>
        <p:nvSpPr>
          <p:cNvPr id="5" name="TextBox 4">
            <a:extLst>
              <a:ext uri="{FF2B5EF4-FFF2-40B4-BE49-F238E27FC236}">
                <a16:creationId xmlns:a16="http://schemas.microsoft.com/office/drawing/2014/main" id="{913E43AC-45A4-4D84-834A-CE8499000767}"/>
              </a:ext>
            </a:extLst>
          </p:cNvPr>
          <p:cNvSpPr txBox="1"/>
          <p:nvPr/>
        </p:nvSpPr>
        <p:spPr>
          <a:xfrm>
            <a:off x="3975101" y="742950"/>
            <a:ext cx="5120843" cy="3986972"/>
          </a:xfrm>
          <a:custGeom>
            <a:avLst/>
            <a:gdLst>
              <a:gd name="connsiteX0" fmla="*/ 0 w 5120843"/>
              <a:gd name="connsiteY0" fmla="*/ 0 h 3986972"/>
              <a:gd name="connsiteX1" fmla="*/ 620191 w 5120843"/>
              <a:gd name="connsiteY1" fmla="*/ 0 h 3986972"/>
              <a:gd name="connsiteX2" fmla="*/ 1035548 w 5120843"/>
              <a:gd name="connsiteY2" fmla="*/ 0 h 3986972"/>
              <a:gd name="connsiteX3" fmla="*/ 1655739 w 5120843"/>
              <a:gd name="connsiteY3" fmla="*/ 0 h 3986972"/>
              <a:gd name="connsiteX4" fmla="*/ 2173513 w 5120843"/>
              <a:gd name="connsiteY4" fmla="*/ 0 h 3986972"/>
              <a:gd name="connsiteX5" fmla="*/ 2793704 w 5120843"/>
              <a:gd name="connsiteY5" fmla="*/ 0 h 3986972"/>
              <a:gd name="connsiteX6" fmla="*/ 3260270 w 5120843"/>
              <a:gd name="connsiteY6" fmla="*/ 0 h 3986972"/>
              <a:gd name="connsiteX7" fmla="*/ 3931669 w 5120843"/>
              <a:gd name="connsiteY7" fmla="*/ 0 h 3986972"/>
              <a:gd name="connsiteX8" fmla="*/ 4603069 w 5120843"/>
              <a:gd name="connsiteY8" fmla="*/ 0 h 3986972"/>
              <a:gd name="connsiteX9" fmla="*/ 5120843 w 5120843"/>
              <a:gd name="connsiteY9" fmla="*/ 0 h 3986972"/>
              <a:gd name="connsiteX10" fmla="*/ 5120843 w 5120843"/>
              <a:gd name="connsiteY10" fmla="*/ 489828 h 3986972"/>
              <a:gd name="connsiteX11" fmla="*/ 5120843 w 5120843"/>
              <a:gd name="connsiteY11" fmla="*/ 1139135 h 3986972"/>
              <a:gd name="connsiteX12" fmla="*/ 5120843 w 5120843"/>
              <a:gd name="connsiteY12" fmla="*/ 1788442 h 3986972"/>
              <a:gd name="connsiteX13" fmla="*/ 5120843 w 5120843"/>
              <a:gd name="connsiteY13" fmla="*/ 2437749 h 3986972"/>
              <a:gd name="connsiteX14" fmla="*/ 5120843 w 5120843"/>
              <a:gd name="connsiteY14" fmla="*/ 2887707 h 3986972"/>
              <a:gd name="connsiteX15" fmla="*/ 5120843 w 5120843"/>
              <a:gd name="connsiteY15" fmla="*/ 3377535 h 3986972"/>
              <a:gd name="connsiteX16" fmla="*/ 5120843 w 5120843"/>
              <a:gd name="connsiteY16" fmla="*/ 3986972 h 3986972"/>
              <a:gd name="connsiteX17" fmla="*/ 4500652 w 5120843"/>
              <a:gd name="connsiteY17" fmla="*/ 3986972 h 3986972"/>
              <a:gd name="connsiteX18" fmla="*/ 4034086 w 5120843"/>
              <a:gd name="connsiteY18" fmla="*/ 3986972 h 3986972"/>
              <a:gd name="connsiteX19" fmla="*/ 3362687 w 5120843"/>
              <a:gd name="connsiteY19" fmla="*/ 3986972 h 3986972"/>
              <a:gd name="connsiteX20" fmla="*/ 2691287 w 5120843"/>
              <a:gd name="connsiteY20" fmla="*/ 3986972 h 3986972"/>
              <a:gd name="connsiteX21" fmla="*/ 2224722 w 5120843"/>
              <a:gd name="connsiteY21" fmla="*/ 3986972 h 3986972"/>
              <a:gd name="connsiteX22" fmla="*/ 1809365 w 5120843"/>
              <a:gd name="connsiteY22" fmla="*/ 3986972 h 3986972"/>
              <a:gd name="connsiteX23" fmla="*/ 1394007 w 5120843"/>
              <a:gd name="connsiteY23" fmla="*/ 3986972 h 3986972"/>
              <a:gd name="connsiteX24" fmla="*/ 876233 w 5120843"/>
              <a:gd name="connsiteY24" fmla="*/ 3986972 h 3986972"/>
              <a:gd name="connsiteX25" fmla="*/ 0 w 5120843"/>
              <a:gd name="connsiteY25" fmla="*/ 3986972 h 3986972"/>
              <a:gd name="connsiteX26" fmla="*/ 0 w 5120843"/>
              <a:gd name="connsiteY26" fmla="*/ 3457274 h 3986972"/>
              <a:gd name="connsiteX27" fmla="*/ 0 w 5120843"/>
              <a:gd name="connsiteY27" fmla="*/ 2927577 h 3986972"/>
              <a:gd name="connsiteX28" fmla="*/ 0 w 5120843"/>
              <a:gd name="connsiteY28" fmla="*/ 2278270 h 3986972"/>
              <a:gd name="connsiteX29" fmla="*/ 0 w 5120843"/>
              <a:gd name="connsiteY29" fmla="*/ 1748572 h 3986972"/>
              <a:gd name="connsiteX30" fmla="*/ 0 w 5120843"/>
              <a:gd name="connsiteY30" fmla="*/ 1298614 h 3986972"/>
              <a:gd name="connsiteX31" fmla="*/ 0 w 5120843"/>
              <a:gd name="connsiteY31" fmla="*/ 768916 h 3986972"/>
              <a:gd name="connsiteX32" fmla="*/ 0 w 5120843"/>
              <a:gd name="connsiteY32" fmla="*/ 0 h 398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20843" h="3986972" fill="none" extrusionOk="0">
                <a:moveTo>
                  <a:pt x="0" y="0"/>
                </a:moveTo>
                <a:cubicBezTo>
                  <a:pt x="181082" y="-44144"/>
                  <a:pt x="332351" y="17296"/>
                  <a:pt x="620191" y="0"/>
                </a:cubicBezTo>
                <a:cubicBezTo>
                  <a:pt x="908031" y="-17296"/>
                  <a:pt x="913865" y="31805"/>
                  <a:pt x="1035548" y="0"/>
                </a:cubicBezTo>
                <a:cubicBezTo>
                  <a:pt x="1157231" y="-31805"/>
                  <a:pt x="1401820" y="28595"/>
                  <a:pt x="1655739" y="0"/>
                </a:cubicBezTo>
                <a:cubicBezTo>
                  <a:pt x="1909658" y="-28595"/>
                  <a:pt x="2005301" y="20107"/>
                  <a:pt x="2173513" y="0"/>
                </a:cubicBezTo>
                <a:cubicBezTo>
                  <a:pt x="2341725" y="-20107"/>
                  <a:pt x="2581271" y="43917"/>
                  <a:pt x="2793704" y="0"/>
                </a:cubicBezTo>
                <a:cubicBezTo>
                  <a:pt x="3006137" y="-43917"/>
                  <a:pt x="3042637" y="10045"/>
                  <a:pt x="3260270" y="0"/>
                </a:cubicBezTo>
                <a:cubicBezTo>
                  <a:pt x="3477903" y="-10045"/>
                  <a:pt x="3644284" y="77189"/>
                  <a:pt x="3931669" y="0"/>
                </a:cubicBezTo>
                <a:cubicBezTo>
                  <a:pt x="4219054" y="-77189"/>
                  <a:pt x="4316130" y="46666"/>
                  <a:pt x="4603069" y="0"/>
                </a:cubicBezTo>
                <a:cubicBezTo>
                  <a:pt x="4890008" y="-46666"/>
                  <a:pt x="4998350" y="36197"/>
                  <a:pt x="5120843" y="0"/>
                </a:cubicBezTo>
                <a:cubicBezTo>
                  <a:pt x="5128488" y="186839"/>
                  <a:pt x="5112671" y="254479"/>
                  <a:pt x="5120843" y="489828"/>
                </a:cubicBezTo>
                <a:cubicBezTo>
                  <a:pt x="5129015" y="725177"/>
                  <a:pt x="5060647" y="965704"/>
                  <a:pt x="5120843" y="1139135"/>
                </a:cubicBezTo>
                <a:cubicBezTo>
                  <a:pt x="5181039" y="1312566"/>
                  <a:pt x="5049372" y="1539935"/>
                  <a:pt x="5120843" y="1788442"/>
                </a:cubicBezTo>
                <a:cubicBezTo>
                  <a:pt x="5192314" y="2036949"/>
                  <a:pt x="5061265" y="2214741"/>
                  <a:pt x="5120843" y="2437749"/>
                </a:cubicBezTo>
                <a:cubicBezTo>
                  <a:pt x="5180421" y="2660757"/>
                  <a:pt x="5078268" y="2666755"/>
                  <a:pt x="5120843" y="2887707"/>
                </a:cubicBezTo>
                <a:cubicBezTo>
                  <a:pt x="5163418" y="3108659"/>
                  <a:pt x="5103872" y="3212463"/>
                  <a:pt x="5120843" y="3377535"/>
                </a:cubicBezTo>
                <a:cubicBezTo>
                  <a:pt x="5137814" y="3542607"/>
                  <a:pt x="5090777" y="3838116"/>
                  <a:pt x="5120843" y="3986972"/>
                </a:cubicBezTo>
                <a:cubicBezTo>
                  <a:pt x="4958232" y="4008270"/>
                  <a:pt x="4738321" y="3954766"/>
                  <a:pt x="4500652" y="3986972"/>
                </a:cubicBezTo>
                <a:cubicBezTo>
                  <a:pt x="4262983" y="4019178"/>
                  <a:pt x="4225098" y="3932484"/>
                  <a:pt x="4034086" y="3986972"/>
                </a:cubicBezTo>
                <a:cubicBezTo>
                  <a:pt x="3843074" y="4041460"/>
                  <a:pt x="3602078" y="3914575"/>
                  <a:pt x="3362687" y="3986972"/>
                </a:cubicBezTo>
                <a:cubicBezTo>
                  <a:pt x="3123296" y="4059369"/>
                  <a:pt x="2951314" y="3919249"/>
                  <a:pt x="2691287" y="3986972"/>
                </a:cubicBezTo>
                <a:cubicBezTo>
                  <a:pt x="2431260" y="4054695"/>
                  <a:pt x="2350391" y="3956158"/>
                  <a:pt x="2224722" y="3986972"/>
                </a:cubicBezTo>
                <a:cubicBezTo>
                  <a:pt x="2099054" y="4017786"/>
                  <a:pt x="1991047" y="3955209"/>
                  <a:pt x="1809365" y="3986972"/>
                </a:cubicBezTo>
                <a:cubicBezTo>
                  <a:pt x="1627683" y="4018735"/>
                  <a:pt x="1518268" y="3941113"/>
                  <a:pt x="1394007" y="3986972"/>
                </a:cubicBezTo>
                <a:cubicBezTo>
                  <a:pt x="1269746" y="4032831"/>
                  <a:pt x="1001496" y="3974555"/>
                  <a:pt x="876233" y="3986972"/>
                </a:cubicBezTo>
                <a:cubicBezTo>
                  <a:pt x="750970" y="3999389"/>
                  <a:pt x="342774" y="3907284"/>
                  <a:pt x="0" y="3986972"/>
                </a:cubicBezTo>
                <a:cubicBezTo>
                  <a:pt x="-41093" y="3761640"/>
                  <a:pt x="12633" y="3591114"/>
                  <a:pt x="0" y="3457274"/>
                </a:cubicBezTo>
                <a:cubicBezTo>
                  <a:pt x="-12633" y="3323434"/>
                  <a:pt x="53828" y="3048359"/>
                  <a:pt x="0" y="2927577"/>
                </a:cubicBezTo>
                <a:cubicBezTo>
                  <a:pt x="-53828" y="2806795"/>
                  <a:pt x="22417" y="2456264"/>
                  <a:pt x="0" y="2278270"/>
                </a:cubicBezTo>
                <a:cubicBezTo>
                  <a:pt x="-22417" y="2100276"/>
                  <a:pt x="52072" y="1993161"/>
                  <a:pt x="0" y="1748572"/>
                </a:cubicBezTo>
                <a:cubicBezTo>
                  <a:pt x="-52072" y="1503983"/>
                  <a:pt x="23634" y="1446189"/>
                  <a:pt x="0" y="1298614"/>
                </a:cubicBezTo>
                <a:cubicBezTo>
                  <a:pt x="-23634" y="1151039"/>
                  <a:pt x="2064" y="1023762"/>
                  <a:pt x="0" y="768916"/>
                </a:cubicBezTo>
                <a:cubicBezTo>
                  <a:pt x="-2064" y="514070"/>
                  <a:pt x="41086" y="192150"/>
                  <a:pt x="0" y="0"/>
                </a:cubicBezTo>
                <a:close/>
              </a:path>
              <a:path w="5120843" h="3986972" stroke="0" extrusionOk="0">
                <a:moveTo>
                  <a:pt x="0" y="0"/>
                </a:moveTo>
                <a:cubicBezTo>
                  <a:pt x="196917" y="-3664"/>
                  <a:pt x="331007" y="36965"/>
                  <a:pt x="568983" y="0"/>
                </a:cubicBezTo>
                <a:cubicBezTo>
                  <a:pt x="806959" y="-36965"/>
                  <a:pt x="895566" y="12616"/>
                  <a:pt x="1137965" y="0"/>
                </a:cubicBezTo>
                <a:cubicBezTo>
                  <a:pt x="1380364" y="-12616"/>
                  <a:pt x="1373421" y="28097"/>
                  <a:pt x="1604531" y="0"/>
                </a:cubicBezTo>
                <a:cubicBezTo>
                  <a:pt x="1835641" y="-28097"/>
                  <a:pt x="1991050" y="62516"/>
                  <a:pt x="2275930" y="0"/>
                </a:cubicBezTo>
                <a:cubicBezTo>
                  <a:pt x="2560810" y="-62516"/>
                  <a:pt x="2764877" y="24309"/>
                  <a:pt x="2896121" y="0"/>
                </a:cubicBezTo>
                <a:cubicBezTo>
                  <a:pt x="3027365" y="-24309"/>
                  <a:pt x="3333223" y="68499"/>
                  <a:pt x="3567521" y="0"/>
                </a:cubicBezTo>
                <a:cubicBezTo>
                  <a:pt x="3801819" y="-68499"/>
                  <a:pt x="3880549" y="26681"/>
                  <a:pt x="4034086" y="0"/>
                </a:cubicBezTo>
                <a:cubicBezTo>
                  <a:pt x="4187623" y="-26681"/>
                  <a:pt x="4292075" y="6610"/>
                  <a:pt x="4449444" y="0"/>
                </a:cubicBezTo>
                <a:cubicBezTo>
                  <a:pt x="4606813" y="-6610"/>
                  <a:pt x="4924858" y="50377"/>
                  <a:pt x="5120843" y="0"/>
                </a:cubicBezTo>
                <a:cubicBezTo>
                  <a:pt x="5124064" y="177052"/>
                  <a:pt x="5075000" y="364208"/>
                  <a:pt x="5120843" y="609437"/>
                </a:cubicBezTo>
                <a:cubicBezTo>
                  <a:pt x="5166686" y="854666"/>
                  <a:pt x="5080602" y="1006665"/>
                  <a:pt x="5120843" y="1258744"/>
                </a:cubicBezTo>
                <a:cubicBezTo>
                  <a:pt x="5161084" y="1510823"/>
                  <a:pt x="5065440" y="1665073"/>
                  <a:pt x="5120843" y="1908051"/>
                </a:cubicBezTo>
                <a:cubicBezTo>
                  <a:pt x="5176246" y="2151029"/>
                  <a:pt x="5063729" y="2204958"/>
                  <a:pt x="5120843" y="2477618"/>
                </a:cubicBezTo>
                <a:cubicBezTo>
                  <a:pt x="5177957" y="2750278"/>
                  <a:pt x="5087919" y="2838664"/>
                  <a:pt x="5120843" y="3126925"/>
                </a:cubicBezTo>
                <a:cubicBezTo>
                  <a:pt x="5153767" y="3415186"/>
                  <a:pt x="5044073" y="3617059"/>
                  <a:pt x="5120843" y="3986972"/>
                </a:cubicBezTo>
                <a:cubicBezTo>
                  <a:pt x="4997668" y="3999707"/>
                  <a:pt x="4820200" y="3951302"/>
                  <a:pt x="4705486" y="3986972"/>
                </a:cubicBezTo>
                <a:cubicBezTo>
                  <a:pt x="4590772" y="4022642"/>
                  <a:pt x="4451539" y="3944457"/>
                  <a:pt x="4238920" y="3986972"/>
                </a:cubicBezTo>
                <a:cubicBezTo>
                  <a:pt x="4026301" y="4029487"/>
                  <a:pt x="3838266" y="3921800"/>
                  <a:pt x="3618729" y="3986972"/>
                </a:cubicBezTo>
                <a:cubicBezTo>
                  <a:pt x="3399192" y="4052144"/>
                  <a:pt x="3343191" y="3981849"/>
                  <a:pt x="3152163" y="3986972"/>
                </a:cubicBezTo>
                <a:cubicBezTo>
                  <a:pt x="2961135" y="3992095"/>
                  <a:pt x="2783312" y="3927901"/>
                  <a:pt x="2583181" y="3986972"/>
                </a:cubicBezTo>
                <a:cubicBezTo>
                  <a:pt x="2383050" y="4046043"/>
                  <a:pt x="2319553" y="3935605"/>
                  <a:pt x="2065407" y="3986972"/>
                </a:cubicBezTo>
                <a:cubicBezTo>
                  <a:pt x="1811261" y="4038339"/>
                  <a:pt x="1855188" y="3971939"/>
                  <a:pt x="1650049" y="3986972"/>
                </a:cubicBezTo>
                <a:cubicBezTo>
                  <a:pt x="1444910" y="4002005"/>
                  <a:pt x="1360394" y="3981690"/>
                  <a:pt x="1081067" y="3986972"/>
                </a:cubicBezTo>
                <a:cubicBezTo>
                  <a:pt x="801740" y="3992254"/>
                  <a:pt x="814428" y="3941863"/>
                  <a:pt x="665710" y="3986972"/>
                </a:cubicBezTo>
                <a:cubicBezTo>
                  <a:pt x="516992" y="4032081"/>
                  <a:pt x="318869" y="3967429"/>
                  <a:pt x="0" y="3986972"/>
                </a:cubicBezTo>
                <a:cubicBezTo>
                  <a:pt x="-38782" y="3876890"/>
                  <a:pt x="24531" y="3734988"/>
                  <a:pt x="0" y="3537014"/>
                </a:cubicBezTo>
                <a:cubicBezTo>
                  <a:pt x="-24531" y="3339040"/>
                  <a:pt x="3800" y="3024723"/>
                  <a:pt x="0" y="2887707"/>
                </a:cubicBezTo>
                <a:cubicBezTo>
                  <a:pt x="-3800" y="2750691"/>
                  <a:pt x="22496" y="2499081"/>
                  <a:pt x="0" y="2358009"/>
                </a:cubicBezTo>
                <a:cubicBezTo>
                  <a:pt x="-22496" y="2216937"/>
                  <a:pt x="26334" y="2017386"/>
                  <a:pt x="0" y="1868181"/>
                </a:cubicBezTo>
                <a:cubicBezTo>
                  <a:pt x="-26334" y="1718976"/>
                  <a:pt x="31746" y="1426559"/>
                  <a:pt x="0" y="1218874"/>
                </a:cubicBezTo>
                <a:cubicBezTo>
                  <a:pt x="-31746" y="1011189"/>
                  <a:pt x="40466" y="846605"/>
                  <a:pt x="0" y="729046"/>
                </a:cubicBezTo>
                <a:cubicBezTo>
                  <a:pt x="-40466" y="611487"/>
                  <a:pt x="3188" y="174080"/>
                  <a:pt x="0" y="0"/>
                </a:cubicBezTo>
                <a:close/>
              </a:path>
            </a:pathLst>
          </a:custGeom>
          <a:ln>
            <a:noFill/>
            <a:extLst>
              <a:ext uri="{C807C97D-BFC1-408E-A445-0C87EB9F89A2}">
                <ask:lineSketchStyleProps xmlns:ask="http://schemas.microsoft.com/office/drawing/2018/sketchyshapes" sd="3368494492">
                  <a:prstGeom prst="rect">
                    <a:avLst/>
                  </a:prstGeom>
                  <ask:type>
                    <ask:lineSketchScribble/>
                  </ask:type>
                </ask:lineSketchStyleProps>
              </a:ext>
            </a:extLst>
          </a:ln>
        </p:spPr>
        <p:txBody>
          <a:bodyPr vert="horz" lIns="91440" tIns="45720" rIns="91440" bIns="45720" rtlCol="0">
            <a:normAutofit fontScale="62500" lnSpcReduction="20000"/>
          </a:bodyPr>
          <a:lstStyle>
            <a:lvl1pPr marL="257175" lvl="0" indent="-257175" defTabSz="342900">
              <a:spcBef>
                <a:spcPts val="1000"/>
              </a:spcBef>
              <a:spcAft>
                <a:spcPts val="600"/>
              </a:spcAft>
              <a:buClrTx/>
              <a:buFont typeface="Arial" panose="020B0604020202020204" pitchFamily="34" charset="0"/>
              <a:buChar char="•"/>
              <a:defRPr sz="2400">
                <a:latin typeface="Calibri" panose="020F0502020204030204" pitchFamily="34" charset="0"/>
                <a:cs typeface="Calibri" panose="020F0502020204030204" pitchFamily="34" charset="0"/>
              </a:defRPr>
            </a:lvl1pPr>
            <a:lvl2pPr marL="685800" lvl="1" indent="-34290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2pPr>
            <a:lvl3pPr marL="857250" lvl="2" indent="-171450" defTabSz="342900">
              <a:spcBef>
                <a:spcPts val="1000"/>
              </a:spcBef>
              <a:spcAft>
                <a:spcPts val="600"/>
              </a:spcAft>
              <a:buClrTx/>
              <a:buSzPct val="100000"/>
              <a:buFont typeface="Arial" panose="020B0604020202020204" pitchFamily="34" charset="0"/>
              <a:buChar char="•"/>
              <a:defRPr sz="2000">
                <a:latin typeface="Calibri" panose="020F0502020204030204" pitchFamily="34" charset="0"/>
                <a:cs typeface="Calibri" panose="020F0502020204030204" pitchFamily="34" charset="0"/>
              </a:defRPr>
            </a:lvl3pPr>
            <a:lvl4pPr marL="1200150" lvl="3"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4pPr>
            <a:lvl5pPr marL="1543050" lvl="4"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5pPr>
            <a:lvl6pPr marL="1885950" indent="-171450" defTabSz="342900">
              <a:spcBef>
                <a:spcPct val="20000"/>
              </a:spcBef>
              <a:buFont typeface="Arial"/>
              <a:buChar char="•"/>
              <a:defRPr sz="1500"/>
            </a:lvl6pPr>
            <a:lvl7pPr marL="2228850" indent="-171450" defTabSz="342900">
              <a:spcBef>
                <a:spcPct val="20000"/>
              </a:spcBef>
              <a:buFont typeface="Arial"/>
              <a:buChar char="•"/>
              <a:defRPr sz="1500"/>
            </a:lvl7pPr>
            <a:lvl8pPr marL="2571750" indent="-171450" defTabSz="342900">
              <a:spcBef>
                <a:spcPct val="20000"/>
              </a:spcBef>
              <a:buFont typeface="Arial"/>
              <a:buChar char="•"/>
              <a:defRPr sz="1500"/>
            </a:lvl8pPr>
            <a:lvl9pPr marL="2914650" indent="-171450" defTabSz="342900">
              <a:spcBef>
                <a:spcPct val="20000"/>
              </a:spcBef>
              <a:buFont typeface="Arial"/>
              <a:buChar char="•"/>
              <a:defRPr sz="1500"/>
            </a:lvl9pPr>
          </a:lstStyle>
          <a:p>
            <a:pPr lvl="0"/>
            <a:r>
              <a:rPr lang="en-US" dirty="0">
                <a:solidFill>
                  <a:schemeClr val="accent1"/>
                </a:solidFill>
              </a:rPr>
              <a:t>Lab types</a:t>
            </a:r>
          </a:p>
          <a:p>
            <a:pPr lvl="1"/>
            <a:r>
              <a:rPr lang="en-US" dirty="0">
                <a:solidFill>
                  <a:schemeClr val="accent1"/>
                </a:solidFill>
              </a:rPr>
              <a:t>Assisted labs guide you step-by-step through tasks</a:t>
            </a:r>
          </a:p>
          <a:p>
            <a:pPr lvl="1"/>
            <a:r>
              <a:rPr lang="en-US" dirty="0">
                <a:solidFill>
                  <a:schemeClr val="accent1"/>
                </a:solidFill>
              </a:rPr>
              <a:t>Applied labs set goals with limited guidance</a:t>
            </a:r>
          </a:p>
          <a:p>
            <a:pPr lvl="0"/>
            <a:r>
              <a:rPr lang="en-US" dirty="0">
                <a:solidFill>
                  <a:schemeClr val="accent1"/>
                </a:solidFill>
              </a:rPr>
              <a:t>Complete lab</a:t>
            </a:r>
          </a:p>
          <a:p>
            <a:pPr lvl="1"/>
            <a:r>
              <a:rPr lang="en-US" dirty="0">
                <a:solidFill>
                  <a:schemeClr val="accent1"/>
                </a:solidFill>
              </a:rPr>
              <a:t>Submit all items for grading and check each progress box</a:t>
            </a:r>
          </a:p>
          <a:p>
            <a:pPr lvl="1"/>
            <a:r>
              <a:rPr lang="en-US" dirty="0">
                <a:solidFill>
                  <a:schemeClr val="accent1"/>
                </a:solidFill>
              </a:rPr>
              <a:t>Select “Grade Lab” from final page</a:t>
            </a:r>
          </a:p>
          <a:p>
            <a:pPr lvl="0"/>
            <a:r>
              <a:rPr lang="en-US" dirty="0">
                <a:solidFill>
                  <a:schemeClr val="accent1"/>
                </a:solidFill>
              </a:rPr>
              <a:t>Save lab</a:t>
            </a:r>
          </a:p>
          <a:p>
            <a:pPr lvl="1"/>
            <a:r>
              <a:rPr lang="en-US" dirty="0">
                <a:solidFill>
                  <a:schemeClr val="accent1"/>
                </a:solidFill>
              </a:rPr>
              <a:t>Select the hamburger menu and select “Save”</a:t>
            </a:r>
          </a:p>
          <a:p>
            <a:pPr lvl="1"/>
            <a:r>
              <a:rPr lang="en-US" dirty="0">
                <a:solidFill>
                  <a:schemeClr val="accent1"/>
                </a:solidFill>
              </a:rPr>
              <a:t>Save up to two labs in progress for up to 7 days</a:t>
            </a:r>
            <a:endParaRPr lang="en-GB" dirty="0">
              <a:solidFill>
                <a:schemeClr val="accent1"/>
              </a:solidFill>
            </a:endParaRPr>
          </a:p>
          <a:p>
            <a:pPr lvl="0"/>
            <a:r>
              <a:rPr lang="en-US" dirty="0">
                <a:solidFill>
                  <a:schemeClr val="accent1"/>
                </a:solidFill>
              </a:rPr>
              <a:t>Cancel lab without grading</a:t>
            </a:r>
          </a:p>
          <a:p>
            <a:pPr marL="685800" marR="0" lvl="1" indent="-342900"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dirty="0">
                <a:solidFill>
                  <a:schemeClr val="accent1"/>
                </a:solidFill>
              </a:rPr>
              <a:t>Select the hamburger menu and select “End”</a:t>
            </a:r>
          </a:p>
        </p:txBody>
      </p:sp>
      <p:pic>
        <p:nvPicPr>
          <p:cNvPr id="6" name="Graphic 5">
            <a:extLst>
              <a:ext uri="{FF2B5EF4-FFF2-40B4-BE49-F238E27FC236}">
                <a16:creationId xmlns:a16="http://schemas.microsoft.com/office/drawing/2014/main" id="{57BE2E88-1023-417C-91BD-53B87CC9E2B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1421816">
            <a:off x="3988506" y="507806"/>
            <a:ext cx="2225591" cy="575230"/>
          </a:xfrm>
          <a:prstGeom prst="rect">
            <a:avLst/>
          </a:prstGeom>
        </p:spPr>
      </p:pic>
      <p:pic>
        <p:nvPicPr>
          <p:cNvPr id="7" name="Graphic 6">
            <a:extLst>
              <a:ext uri="{FF2B5EF4-FFF2-40B4-BE49-F238E27FC236}">
                <a16:creationId xmlns:a16="http://schemas.microsoft.com/office/drawing/2014/main" id="{21E5D5AE-DD5E-43DF-9E59-06879D1C363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18457" y="2041782"/>
            <a:ext cx="1275893" cy="190500"/>
          </a:xfrm>
          <a:prstGeom prst="rect">
            <a:avLst/>
          </a:prstGeom>
        </p:spPr>
      </p:pic>
      <p:pic>
        <p:nvPicPr>
          <p:cNvPr id="8" name="Graphic 7">
            <a:extLst>
              <a:ext uri="{FF2B5EF4-FFF2-40B4-BE49-F238E27FC236}">
                <a16:creationId xmlns:a16="http://schemas.microsoft.com/office/drawing/2014/main" id="{B3C5ED1D-C224-4E8C-A1A6-7BA094A47E72}"/>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5042424" y="2922609"/>
            <a:ext cx="1694926" cy="422305"/>
          </a:xfrm>
          <a:prstGeom prst="rect">
            <a:avLst/>
          </a:prstGeom>
        </p:spPr>
      </p:pic>
    </p:spTree>
    <p:extLst>
      <p:ext uri="{BB962C8B-B14F-4D97-AF65-F5344CB8AC3E}">
        <p14:creationId xmlns:p14="http://schemas.microsoft.com/office/powerpoint/2010/main" val="3166950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12A6636-FB7B-434B-90D7-F68D09FF271C}"/>
              </a:ext>
            </a:extLst>
          </p:cNvPr>
          <p:cNvSpPr>
            <a:spLocks noGrp="1"/>
          </p:cNvSpPr>
          <p:nvPr>
            <p:ph type="subTitle" idx="1"/>
          </p:nvPr>
        </p:nvSpPr>
        <p:spPr/>
        <p:txBody>
          <a:bodyPr/>
          <a:lstStyle/>
          <a:p>
            <a:r>
              <a:rPr lang="en-US" dirty="0"/>
              <a:t>Lesson 13</a:t>
            </a:r>
          </a:p>
        </p:txBody>
      </p:sp>
      <p:sp>
        <p:nvSpPr>
          <p:cNvPr id="3" name="Text Placeholder 2">
            <a:extLst>
              <a:ext uri="{FF2B5EF4-FFF2-40B4-BE49-F238E27FC236}">
                <a16:creationId xmlns:a16="http://schemas.microsoft.com/office/drawing/2014/main" id="{ED0895CF-B89C-4362-9D1E-CA6D941DA106}"/>
              </a:ext>
            </a:extLst>
          </p:cNvPr>
          <p:cNvSpPr>
            <a:spLocks noGrp="1"/>
          </p:cNvSpPr>
          <p:nvPr>
            <p:ph type="body"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A345E4A2-6543-4B60-AB1F-E70A19E69999}"/>
              </a:ext>
            </a:extLst>
          </p:cNvPr>
          <p:cNvSpPr>
            <a:spLocks noGrp="1"/>
          </p:cNvSpPr>
          <p:nvPr>
            <p:ph type="sldNum" sz="quarter" idx="10"/>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2875311080"/>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19" ma:contentTypeDescription="Create a new document." ma:contentTypeScope="" ma:versionID="982e8a56513d1ee2aafc01cca592f65d">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7e83a006b54384a7189437426092eef"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B68F0ACC-97A1-4DAE-A3A3-A6636876ED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2517</TotalTime>
  <Words>2711</Words>
  <Application>Microsoft Office PowerPoint</Application>
  <PresentationFormat>On-screen Show (16:9)</PresentationFormat>
  <Paragraphs>284</Paragraphs>
  <Slides>35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Calibri</vt:lpstr>
      <vt:lpstr>Open Sans</vt:lpstr>
      <vt:lpstr>Arial</vt:lpstr>
      <vt:lpstr>comptia_ov</vt:lpstr>
      <vt:lpstr>Exam PT0-002</vt:lpstr>
      <vt:lpstr>Web Application-Based Attacks</vt:lpstr>
      <vt:lpstr>Objectives</vt:lpstr>
      <vt:lpstr>Recognize Web Vulnerabilities</vt:lpstr>
      <vt:lpstr>Outlining the OWASP Top 10</vt:lpstr>
      <vt:lpstr>Exposing Sensitive Data</vt:lpstr>
      <vt:lpstr>Improperly Handling Errors</vt:lpstr>
      <vt:lpstr>Missing Input Validation</vt:lpstr>
      <vt:lpstr>Signing and Verifying Code</vt:lpstr>
      <vt:lpstr>Causing a Race Condition</vt:lpstr>
      <vt:lpstr>Recognize Web Vulnerabilities</vt:lpstr>
      <vt:lpstr>Launch Session Attacks</vt:lpstr>
      <vt:lpstr>Hijacking Session Credentials </vt:lpstr>
      <vt:lpstr>Crafting Request Forgery Attacks (XSRF/CSRF) </vt:lpstr>
      <vt:lpstr>Escalating Privilege </vt:lpstr>
      <vt:lpstr>Upgrading a Non-Interactive Shell </vt:lpstr>
      <vt:lpstr>Exploiting Business Logic Flaws</vt:lpstr>
      <vt:lpstr>Launch Session Attacks</vt:lpstr>
      <vt:lpstr>PowerPoint Presentation</vt:lpstr>
      <vt:lpstr>Plan Injection Attacks</vt:lpstr>
      <vt:lpstr>Identifying SQLi Vulnerabilities</vt:lpstr>
      <vt:lpstr>Traversing Files Using Invalid Input</vt:lpstr>
      <vt:lpstr>Injecting Code</vt:lpstr>
      <vt:lpstr>Executing a Cross-Site Scripting (XSS) Attack</vt:lpstr>
      <vt:lpstr>Providing Responses via a Web Proxy</vt:lpstr>
      <vt:lpstr>Plan Injection Attacks</vt:lpstr>
      <vt:lpstr>PowerPoint Presentation</vt:lpstr>
      <vt:lpstr>Identify Tools</vt:lpstr>
      <vt:lpstr>Overview of Web Testing Tools</vt:lpstr>
      <vt:lpstr>Exploring the Browser Exploit Framework (BeEF) </vt:lpstr>
      <vt:lpstr>Exploiting a Browser with BeEF</vt:lpstr>
      <vt:lpstr>Displaying Information in BeEF</vt:lpstr>
      <vt:lpstr>Identify Tools</vt:lpstr>
      <vt:lpstr>PowerPoint Presentation</vt:lpstr>
      <vt:lpstr>PowerPoint Presentation</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Danielle Andries</dc:creator>
  <dc:description>Copyright © 2022 CompTIA, Inc. All Rights Reserved.  |  CompTIA.org</dc:description>
  <cp:lastModifiedBy>Danielle Andries</cp:lastModifiedBy>
  <cp:revision>13</cp:revision>
  <dcterms:created xsi:type="dcterms:W3CDTF">2021-09-23T15:15:08Z</dcterms:created>
  <dcterms:modified xsi:type="dcterms:W3CDTF">2022-10-19T21:52:24Z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