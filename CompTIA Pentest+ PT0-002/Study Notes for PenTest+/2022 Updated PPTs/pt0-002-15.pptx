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5"/>
  </p:notesMasterIdLst>
  <p:handoutMasterIdLst>
    <p:handoutMasterId r:id="rId36"/>
  </p:handoutMasterIdLst>
  <p:sldIdLst>
    <p:sldId id="257" r:id="rId5"/>
    <p:sldId id="258" r:id="rId6"/>
    <p:sldId id="256" r:id="rId7"/>
    <p:sldId id="259" r:id="rId8"/>
    <p:sldId id="260" r:id="rId9"/>
    <p:sldId id="313" r:id="rId10"/>
    <p:sldId id="264" r:id="rId11"/>
    <p:sldId id="265" r:id="rId12"/>
    <p:sldId id="292" r:id="rId13"/>
    <p:sldId id="291" r:id="rId14"/>
    <p:sldId id="293" r:id="rId15"/>
    <p:sldId id="294" r:id="rId16"/>
    <p:sldId id="261" r:id="rId17"/>
    <p:sldId id="266" r:id="rId18"/>
    <p:sldId id="295" r:id="rId19"/>
    <p:sldId id="296" r:id="rId20"/>
    <p:sldId id="308" r:id="rId21"/>
    <p:sldId id="267" r:id="rId22"/>
    <p:sldId id="315" r:id="rId23"/>
    <p:sldId id="268" r:id="rId24"/>
    <p:sldId id="269" r:id="rId25"/>
    <p:sldId id="302" r:id="rId26"/>
    <p:sldId id="301" r:id="rId27"/>
    <p:sldId id="270" r:id="rId28"/>
    <p:sldId id="285" r:id="rId29"/>
    <p:sldId id="303" r:id="rId30"/>
    <p:sldId id="286" r:id="rId31"/>
    <p:sldId id="300" r:id="rId32"/>
    <p:sldId id="289" r:id="rId33"/>
    <p:sldId id="281" r:id="rId3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Lucida Console" panose="020B0609040504020204" pitchFamily="49" charset="0"/>
      <p:regular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80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D0A63A30-3C64-41F6-9171-C9B50F8F7993}"/>
    <pc:docChg chg="custSel addSld delSld modSld sldOrd">
      <pc:chgData name="Danielle Andries" userId="93d179e4-3c18-40f7-920e-ae80b202540d" providerId="ADAL" clId="{D0A63A30-3C64-41F6-9171-C9B50F8F7993}" dt="2021-10-13T14:17:56.382" v="144"/>
      <pc:docMkLst>
        <pc:docMk/>
      </pc:docMkLst>
      <pc:sldChg chg="modSp mod">
        <pc:chgData name="Danielle Andries" userId="93d179e4-3c18-40f7-920e-ae80b202540d" providerId="ADAL" clId="{D0A63A30-3C64-41F6-9171-C9B50F8F7993}" dt="2021-10-13T14:16:03.365" v="77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D0A63A30-3C64-41F6-9171-C9B50F8F7993}" dt="2021-10-13T14:16:03.365" v="77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D0A63A30-3C64-41F6-9171-C9B50F8F7993}" dt="2021-10-13T14:15:11.322" v="3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D0A63A30-3C64-41F6-9171-C9B50F8F7993}" dt="2021-10-13T14:15:11.322" v="3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D0A63A30-3C64-41F6-9171-C9B50F8F7993}" dt="2021-10-13T14:15:02.51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D0A63A30-3C64-41F6-9171-C9B50F8F7993}" dt="2021-10-13T14:15:45.699" v="75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D0A63A30-3C64-41F6-9171-C9B50F8F7993}" dt="2021-10-13T14:15:45.699" v="75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D0A63A30-3C64-41F6-9171-C9B50F8F7993}" dt="2021-10-13T14:15:37.974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D0A63A30-3C64-41F6-9171-C9B50F8F7993}" dt="2021-10-13T14:15:36.077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D0A63A30-3C64-41F6-9171-C9B50F8F7993}" dt="2021-10-13T14:16:17.782" v="104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D0A63A30-3C64-41F6-9171-C9B50F8F7993}" dt="2021-10-13T14:16:17.782" v="104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D0A63A30-3C64-41F6-9171-C9B50F8F7993}" dt="2021-10-13T14:16:09.454" v="81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D0A63A30-3C64-41F6-9171-C9B50F8F7993}" dt="2021-10-13T14:16:07.846" v="79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D0A63A30-3C64-41F6-9171-C9B50F8F7993}" dt="2021-10-13T14:17:09.546" v="13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D0A63A30-3C64-41F6-9171-C9B50F8F7993}" dt="2021-10-13T14:17:09.546" v="13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">
        <pc:chgData name="Danielle Andries" userId="93d179e4-3c18-40f7-920e-ae80b202540d" providerId="ADAL" clId="{D0A63A30-3C64-41F6-9171-C9B50F8F7993}" dt="2021-10-13T14:17:37.098" v="142"/>
        <pc:sldMkLst>
          <pc:docMk/>
          <pc:sldMk cId="3073644457" sldId="284"/>
        </pc:sldMkLst>
        <pc:spChg chg="mod">
          <ac:chgData name="Danielle Andries" userId="93d179e4-3c18-40f7-920e-ae80b202540d" providerId="ADAL" clId="{D0A63A30-3C64-41F6-9171-C9B50F8F7993}" dt="2021-10-13T14:17:37.098" v="142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D0A63A30-3C64-41F6-9171-C9B50F8F7993}" dt="2021-10-13T14:16:43.117" v="136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D0A63A30-3C64-41F6-9171-C9B50F8F7993}" dt="2021-10-13T14:16:39.367" v="132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D0A63A30-3C64-41F6-9171-C9B50F8F7993}" dt="2021-10-13T14:16:43.117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D0A63A30-3C64-41F6-9171-C9B50F8F7993}" dt="2021-10-13T14:16:41.537" v="13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D0A63A30-3C64-41F6-9171-C9B50F8F7993}" dt="2021-10-13T14:17:56.382" v="144"/>
        <pc:sldMkLst>
          <pc:docMk/>
          <pc:sldMk cId="374999572" sldId="290"/>
        </pc:sldMkLst>
        <pc:spChg chg="mod">
          <ac:chgData name="Danielle Andries" userId="93d179e4-3c18-40f7-920e-ae80b202540d" providerId="ADAL" clId="{D0A63A30-3C64-41F6-9171-C9B50F8F7993}" dt="2021-10-13T14:17:56.382" v="144"/>
          <ac:spMkLst>
            <pc:docMk/>
            <pc:sldMk cId="374999572" sldId="290"/>
            <ac:spMk id="3" creationId="{568708AE-48ED-4852-AE39-86C44E3C3102}"/>
          </ac:spMkLst>
        </pc:spChg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3790744140" sldId="290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4261538642" sldId="291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554463169" sldId="292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750369082" sldId="293"/>
        </pc:sldMkLst>
      </pc:sldChg>
      <pc:sldChg chg="del">
        <pc:chgData name="Danielle Andries" userId="93d179e4-3c18-40f7-920e-ae80b202540d" providerId="ADAL" clId="{D0A63A30-3C64-41F6-9171-C9B50F8F7993}" dt="2021-10-13T14:17:06.722" v="137" actId="47"/>
        <pc:sldMkLst>
          <pc:docMk/>
          <pc:sldMk cId="2745962525" sldId="294"/>
        </pc:sldMkLst>
      </pc:sldChg>
    </pc:docChg>
  </pc:docChgLst>
  <pc:docChgLst>
    <pc:chgData name="Lisa Bock" userId="1f2a7945151d6011" providerId="LiveId" clId="{2B2AE02F-2D82-49EB-BCE0-F01122D5CD33}"/>
    <pc:docChg chg="undo custSel addSld delSld modSld sldOrd">
      <pc:chgData name="Lisa Bock" userId="1f2a7945151d6011" providerId="LiveId" clId="{2B2AE02F-2D82-49EB-BCE0-F01122D5CD33}" dt="2021-10-26T00:59:24.337" v="2699" actId="27636"/>
      <pc:docMkLst>
        <pc:docMk/>
      </pc:docMkLst>
      <pc:sldChg chg="modSp mod">
        <pc:chgData name="Lisa Bock" userId="1f2a7945151d6011" providerId="LiveId" clId="{2B2AE02F-2D82-49EB-BCE0-F01122D5CD33}" dt="2021-10-25T17:23:53.918" v="1668" actId="6549"/>
        <pc:sldMkLst>
          <pc:docMk/>
          <pc:sldMk cId="2700514735" sldId="260"/>
        </pc:sldMkLst>
        <pc:spChg chg="mod">
          <ac:chgData name="Lisa Bock" userId="1f2a7945151d6011" providerId="LiveId" clId="{2B2AE02F-2D82-49EB-BCE0-F01122D5CD33}" dt="2021-10-25T13:15:03.030" v="692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7:23:53.918" v="1668" actId="6549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2B2AE02F-2D82-49EB-BCE0-F01122D5CD33}" dt="2021-10-25T17:46:29.533" v="1746"/>
        <pc:sldMkLst>
          <pc:docMk/>
          <pc:sldMk cId="1379302974" sldId="261"/>
        </pc:sldMkLst>
        <pc:spChg chg="mod">
          <ac:chgData name="Lisa Bock" userId="1f2a7945151d6011" providerId="LiveId" clId="{2B2AE02F-2D82-49EB-BCE0-F01122D5CD33}" dt="2021-10-25T17:46:29.533" v="1746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2B2AE02F-2D82-49EB-BCE0-F01122D5CD33}" dt="2021-10-25T13:34:09.852" v="921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2B2AE02F-2D82-49EB-BCE0-F01122D5CD33}" dt="2021-10-25T13:44:35.400" v="1083" actId="20577"/>
        <pc:sldMkLst>
          <pc:docMk/>
          <pc:sldMk cId="1766491834" sldId="264"/>
        </pc:sldMkLst>
        <pc:spChg chg="mod">
          <ac:chgData name="Lisa Bock" userId="1f2a7945151d6011" providerId="LiveId" clId="{2B2AE02F-2D82-49EB-BCE0-F01122D5CD33}" dt="2021-10-24T14:37:55.953" v="1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3:44:35.400" v="1083" actId="20577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2B2AE02F-2D82-49EB-BCE0-F01122D5CD33}" dt="2021-10-25T17:26:20.312" v="1678" actId="6549"/>
        <pc:sldMkLst>
          <pc:docMk/>
          <pc:sldMk cId="2528030650" sldId="265"/>
        </pc:sldMkLst>
        <pc:spChg chg="mod">
          <ac:chgData name="Lisa Bock" userId="1f2a7945151d6011" providerId="LiveId" clId="{2B2AE02F-2D82-49EB-BCE0-F01122D5CD33}" dt="2021-10-24T14:38:16.701" v="6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7:26:20.312" v="1678" actId="6549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">
        <pc:chgData name="Lisa Bock" userId="1f2a7945151d6011" providerId="LiveId" clId="{2B2AE02F-2D82-49EB-BCE0-F01122D5CD33}" dt="2021-10-26T00:48:15.966" v="2666" actId="20577"/>
        <pc:sldMkLst>
          <pc:docMk/>
          <pc:sldMk cId="2996616140" sldId="267"/>
        </pc:sldMkLst>
        <pc:spChg chg="mod">
          <ac:chgData name="Lisa Bock" userId="1f2a7945151d6011" providerId="LiveId" clId="{2B2AE02F-2D82-49EB-BCE0-F01122D5CD33}" dt="2021-10-26T00:48:15.966" v="2666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6T00:48:05.814" v="2643" actId="6549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">
        <pc:chgData name="Lisa Bock" userId="1f2a7945151d6011" providerId="LiveId" clId="{2B2AE02F-2D82-49EB-BCE0-F01122D5CD33}" dt="2021-10-26T00:51:33.068" v="2691" actId="20577"/>
        <pc:sldMkLst>
          <pc:docMk/>
          <pc:sldMk cId="443996997" sldId="268"/>
        </pc:sldMkLst>
        <pc:spChg chg="mod">
          <ac:chgData name="Lisa Bock" userId="1f2a7945151d6011" providerId="LiveId" clId="{2B2AE02F-2D82-49EB-BCE0-F01122D5CD33}" dt="2021-10-24T14:40:58.425" v="30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6T00:51:33.068" v="2691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mod">
        <pc:chgData name="Lisa Bock" userId="1f2a7945151d6011" providerId="LiveId" clId="{2B2AE02F-2D82-49EB-BCE0-F01122D5CD33}" dt="2021-10-25T20:20:56.341" v="2129" actId="20577"/>
        <pc:sldMkLst>
          <pc:docMk/>
          <pc:sldMk cId="1387039101" sldId="269"/>
        </pc:sldMkLst>
        <pc:spChg chg="mod">
          <ac:chgData name="Lisa Bock" userId="1f2a7945151d6011" providerId="LiveId" clId="{2B2AE02F-2D82-49EB-BCE0-F01122D5CD33}" dt="2021-10-24T14:41:31.234" v="34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20:20:56.341" v="2129" actId="20577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2B2AE02F-2D82-49EB-BCE0-F01122D5CD33}" dt="2021-10-26T00:59:24.337" v="2699" actId="27636"/>
        <pc:sldMkLst>
          <pc:docMk/>
          <pc:sldMk cId="1555248704" sldId="270"/>
        </pc:sldMkLst>
        <pc:spChg chg="mod">
          <ac:chgData name="Lisa Bock" userId="1f2a7945151d6011" providerId="LiveId" clId="{2B2AE02F-2D82-49EB-BCE0-F01122D5CD33}" dt="2021-10-26T00:59:24.337" v="2699" actId="27636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2B2AE02F-2D82-49EB-BCE0-F01122D5CD33}" dt="2021-10-25T13:34:21.571" v="922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2B2AE02F-2D82-49EB-BCE0-F01122D5CD33}" dt="2021-10-25T23:42:46.875" v="2294" actId="14"/>
        <pc:sldMkLst>
          <pc:docMk/>
          <pc:sldMk cId="685463285" sldId="286"/>
        </pc:sldMkLst>
        <pc:spChg chg="mod">
          <ac:chgData name="Lisa Bock" userId="1f2a7945151d6011" providerId="LiveId" clId="{2B2AE02F-2D82-49EB-BCE0-F01122D5CD33}" dt="2021-10-24T14:43:50.386" v="42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23:42:46.875" v="2294" actId="14"/>
          <ac:spMkLst>
            <pc:docMk/>
            <pc:sldMk cId="685463285" sldId="286"/>
            <ac:spMk id="3" creationId="{D265882B-10E2-446D-A76D-9CAE7BFA8BE6}"/>
          </ac:spMkLst>
        </pc:spChg>
      </pc:sldChg>
      <pc:sldChg chg="del">
        <pc:chgData name="Lisa Bock" userId="1f2a7945151d6011" providerId="LiveId" clId="{2B2AE02F-2D82-49EB-BCE0-F01122D5CD33}" dt="2021-10-25T14:03:52.373" v="1362" actId="2696"/>
        <pc:sldMkLst>
          <pc:docMk/>
          <pc:sldMk cId="2554177378" sldId="287"/>
        </pc:sldMkLst>
      </pc:sldChg>
      <pc:sldChg chg="del">
        <pc:chgData name="Lisa Bock" userId="1f2a7945151d6011" providerId="LiveId" clId="{2B2AE02F-2D82-49EB-BCE0-F01122D5CD33}" dt="2021-10-25T14:03:54.825" v="1363" actId="2696"/>
        <pc:sldMkLst>
          <pc:docMk/>
          <pc:sldMk cId="1567903217" sldId="288"/>
        </pc:sldMkLst>
      </pc:sldChg>
      <pc:sldChg chg="modSp mod">
        <pc:chgData name="Lisa Bock" userId="1f2a7945151d6011" providerId="LiveId" clId="{2B2AE02F-2D82-49EB-BCE0-F01122D5CD33}" dt="2021-10-26T00:02:04.807" v="2593" actId="20577"/>
        <pc:sldMkLst>
          <pc:docMk/>
          <pc:sldMk cId="3965838131" sldId="289"/>
        </pc:sldMkLst>
        <pc:spChg chg="mod">
          <ac:chgData name="Lisa Bock" userId="1f2a7945151d6011" providerId="LiveId" clId="{2B2AE02F-2D82-49EB-BCE0-F01122D5CD33}" dt="2021-10-26T00:02:04.807" v="2593" actId="20577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2B2AE02F-2D82-49EB-BCE0-F01122D5CD33}" dt="2021-10-25T13:34:32.133" v="923"/>
          <ac:spMkLst>
            <pc:docMk/>
            <pc:sldMk cId="3965838131" sldId="289"/>
            <ac:spMk id="3" creationId="{741BF6B6-2A64-4049-9A00-5F58CF8B2C57}"/>
          </ac:spMkLst>
        </pc:spChg>
      </pc:sldChg>
      <pc:sldChg chg="modSp add mod">
        <pc:chgData name="Lisa Bock" userId="1f2a7945151d6011" providerId="LiveId" clId="{2B2AE02F-2D82-49EB-BCE0-F01122D5CD33}" dt="2021-10-25T17:35:47.796" v="1745"/>
        <pc:sldMkLst>
          <pc:docMk/>
          <pc:sldMk cId="1068021277" sldId="291"/>
        </pc:sldMkLst>
        <pc:spChg chg="mod">
          <ac:chgData name="Lisa Bock" userId="1f2a7945151d6011" providerId="LiveId" clId="{2B2AE02F-2D82-49EB-BCE0-F01122D5CD33}" dt="2021-10-25T13:31:46.664" v="908" actId="20577"/>
          <ac:spMkLst>
            <pc:docMk/>
            <pc:sldMk cId="1068021277" sldId="291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7:35:47.796" v="1745"/>
          <ac:spMkLst>
            <pc:docMk/>
            <pc:sldMk cId="1068021277" sldId="291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2B2AE02F-2D82-49EB-BCE0-F01122D5CD33}" dt="2021-10-25T15:36:52.461" v="1520" actId="15"/>
        <pc:sldMkLst>
          <pc:docMk/>
          <pc:sldMk cId="45682043" sldId="292"/>
        </pc:sldMkLst>
        <pc:spChg chg="mod">
          <ac:chgData name="Lisa Bock" userId="1f2a7945151d6011" providerId="LiveId" clId="{2B2AE02F-2D82-49EB-BCE0-F01122D5CD33}" dt="2021-10-24T14:38:25.747" v="7"/>
          <ac:spMkLst>
            <pc:docMk/>
            <pc:sldMk cId="45682043" sldId="292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5:36:52.461" v="1520" actId="15"/>
          <ac:spMkLst>
            <pc:docMk/>
            <pc:sldMk cId="45682043" sldId="292"/>
            <ac:spMk id="3" creationId="{D265882B-10E2-446D-A76D-9CAE7BFA8BE6}"/>
          </ac:spMkLst>
        </pc:spChg>
      </pc:sldChg>
      <pc:sldChg chg="modSp add mod">
        <pc:chgData name="Lisa Bock" userId="1f2a7945151d6011" providerId="LiveId" clId="{2B2AE02F-2D82-49EB-BCE0-F01122D5CD33}" dt="2021-10-25T15:40:54.571" v="1549" actId="20577"/>
        <pc:sldMkLst>
          <pc:docMk/>
          <pc:sldMk cId="638184175" sldId="293"/>
        </pc:sldMkLst>
        <pc:spChg chg="mod">
          <ac:chgData name="Lisa Bock" userId="1f2a7945151d6011" providerId="LiveId" clId="{2B2AE02F-2D82-49EB-BCE0-F01122D5CD33}" dt="2021-10-24T14:39:20.662" v="13"/>
          <ac:spMkLst>
            <pc:docMk/>
            <pc:sldMk cId="638184175" sldId="293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5:40:54.571" v="1549" actId="20577"/>
          <ac:spMkLst>
            <pc:docMk/>
            <pc:sldMk cId="638184175" sldId="293"/>
            <ac:spMk id="3" creationId="{D265882B-10E2-446D-A76D-9CAE7BFA8BE6}"/>
          </ac:spMkLst>
        </pc:spChg>
      </pc:sldChg>
      <pc:sldChg chg="modSp add mod">
        <pc:chgData name="Lisa Bock" userId="1f2a7945151d6011" providerId="LiveId" clId="{2B2AE02F-2D82-49EB-BCE0-F01122D5CD33}" dt="2021-10-25T13:50:37.815" v="1175" actId="20577"/>
        <pc:sldMkLst>
          <pc:docMk/>
          <pc:sldMk cId="1721926005" sldId="294"/>
        </pc:sldMkLst>
        <pc:spChg chg="mod">
          <ac:chgData name="Lisa Bock" userId="1f2a7945151d6011" providerId="LiveId" clId="{2B2AE02F-2D82-49EB-BCE0-F01122D5CD33}" dt="2021-10-24T14:39:31.142" v="16"/>
          <ac:spMkLst>
            <pc:docMk/>
            <pc:sldMk cId="1721926005" sldId="294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3:50:37.815" v="1175" actId="20577"/>
          <ac:spMkLst>
            <pc:docMk/>
            <pc:sldMk cId="1721926005" sldId="294"/>
            <ac:spMk id="3" creationId="{D265882B-10E2-446D-A76D-9CAE7BFA8BE6}"/>
          </ac:spMkLst>
        </pc:spChg>
      </pc:sldChg>
      <pc:sldChg chg="modSp add mod">
        <pc:chgData name="Lisa Bock" userId="1f2a7945151d6011" providerId="LiveId" clId="{2B2AE02F-2D82-49EB-BCE0-F01122D5CD33}" dt="2021-10-26T00:43:33.045" v="2621" actId="20577"/>
        <pc:sldMkLst>
          <pc:docMk/>
          <pc:sldMk cId="627362715" sldId="295"/>
        </pc:sldMkLst>
        <pc:spChg chg="mod">
          <ac:chgData name="Lisa Bock" userId="1f2a7945151d6011" providerId="LiveId" clId="{2B2AE02F-2D82-49EB-BCE0-F01122D5CD33}" dt="2021-10-24T14:40:16.350" v="18"/>
          <ac:spMkLst>
            <pc:docMk/>
            <pc:sldMk cId="627362715" sldId="295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6T00:43:33.045" v="2621" actId="20577"/>
          <ac:spMkLst>
            <pc:docMk/>
            <pc:sldMk cId="627362715" sldId="295"/>
            <ac:spMk id="3" creationId="{D265882B-10E2-446D-A76D-9CAE7BFA8BE6}"/>
          </ac:spMkLst>
        </pc:spChg>
      </pc:sldChg>
      <pc:sldChg chg="addSp delSp modSp add mod">
        <pc:chgData name="Lisa Bock" userId="1f2a7945151d6011" providerId="LiveId" clId="{2B2AE02F-2D82-49EB-BCE0-F01122D5CD33}" dt="2021-10-25T20:04:29.694" v="1919" actId="108"/>
        <pc:sldMkLst>
          <pc:docMk/>
          <pc:sldMk cId="349437930" sldId="296"/>
        </pc:sldMkLst>
        <pc:spChg chg="mod">
          <ac:chgData name="Lisa Bock" userId="1f2a7945151d6011" providerId="LiveId" clId="{2B2AE02F-2D82-49EB-BCE0-F01122D5CD33}" dt="2021-10-25T15:42:29.427" v="1596" actId="20577"/>
          <ac:spMkLst>
            <pc:docMk/>
            <pc:sldMk cId="349437930" sldId="296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20:04:29.694" v="1919" actId="108"/>
          <ac:spMkLst>
            <pc:docMk/>
            <pc:sldMk cId="349437930" sldId="296"/>
            <ac:spMk id="3" creationId="{D265882B-10E2-446D-A76D-9CAE7BFA8BE6}"/>
          </ac:spMkLst>
        </pc:spChg>
        <pc:spChg chg="add del">
          <ac:chgData name="Lisa Bock" userId="1f2a7945151d6011" providerId="LiveId" clId="{2B2AE02F-2D82-49EB-BCE0-F01122D5CD33}" dt="2021-10-24T14:40:27.338" v="20"/>
          <ac:spMkLst>
            <pc:docMk/>
            <pc:sldMk cId="349437930" sldId="296"/>
            <ac:spMk id="5" creationId="{2EDC1D69-B6A8-489E-8C83-1A6DC7F3DE08}"/>
          </ac:spMkLst>
        </pc:spChg>
      </pc:sldChg>
      <pc:sldChg chg="modSp add del mod">
        <pc:chgData name="Lisa Bock" userId="1f2a7945151d6011" providerId="LiveId" clId="{2B2AE02F-2D82-49EB-BCE0-F01122D5CD33}" dt="2021-10-24T15:26:29.498" v="377" actId="47"/>
        <pc:sldMkLst>
          <pc:docMk/>
          <pc:sldMk cId="2413234158" sldId="297"/>
        </pc:sldMkLst>
        <pc:spChg chg="mod">
          <ac:chgData name="Lisa Bock" userId="1f2a7945151d6011" providerId="LiveId" clId="{2B2AE02F-2D82-49EB-BCE0-F01122D5CD33}" dt="2021-10-24T14:40:37.203" v="24"/>
          <ac:spMkLst>
            <pc:docMk/>
            <pc:sldMk cId="2413234158" sldId="297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4T15:25:41.004" v="373" actId="20577"/>
          <ac:spMkLst>
            <pc:docMk/>
            <pc:sldMk cId="2413234158" sldId="297"/>
            <ac:spMk id="3" creationId="{D265882B-10E2-446D-A76D-9CAE7BFA8BE6}"/>
          </ac:spMkLst>
        </pc:spChg>
      </pc:sldChg>
      <pc:sldChg chg="modSp add del mod ord">
        <pc:chgData name="Lisa Bock" userId="1f2a7945151d6011" providerId="LiveId" clId="{2B2AE02F-2D82-49EB-BCE0-F01122D5CD33}" dt="2021-10-24T16:17:36.082" v="639" actId="2696"/>
        <pc:sldMkLst>
          <pc:docMk/>
          <pc:sldMk cId="2286566633" sldId="298"/>
        </pc:sldMkLst>
        <pc:spChg chg="mod">
          <ac:chgData name="Lisa Bock" userId="1f2a7945151d6011" providerId="LiveId" clId="{2B2AE02F-2D82-49EB-BCE0-F01122D5CD33}" dt="2021-10-24T16:12:58.273" v="623" actId="6549"/>
          <ac:spMkLst>
            <pc:docMk/>
            <pc:sldMk cId="2286566633" sldId="298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4T16:15:40.170" v="638" actId="20577"/>
          <ac:spMkLst>
            <pc:docMk/>
            <pc:sldMk cId="2286566633" sldId="298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B2AE02F-2D82-49EB-BCE0-F01122D5CD33}" dt="2021-10-25T14:03:47.009" v="1361" actId="2696"/>
        <pc:sldMkLst>
          <pc:docMk/>
          <pc:sldMk cId="1868865447" sldId="299"/>
        </pc:sldMkLst>
        <pc:spChg chg="mod">
          <ac:chgData name="Lisa Bock" userId="1f2a7945151d6011" providerId="LiveId" clId="{2B2AE02F-2D82-49EB-BCE0-F01122D5CD33}" dt="2021-10-24T14:44:21.398" v="46"/>
          <ac:spMkLst>
            <pc:docMk/>
            <pc:sldMk cId="1868865447" sldId="299"/>
            <ac:spMk id="2" creationId="{A92B708E-4083-4962-9240-C5792BEC3394}"/>
          </ac:spMkLst>
        </pc:spChg>
      </pc:sldChg>
      <pc:sldChg chg="modSp add mod ord">
        <pc:chgData name="Lisa Bock" userId="1f2a7945151d6011" providerId="LiveId" clId="{2B2AE02F-2D82-49EB-BCE0-F01122D5CD33}" dt="2021-10-26T00:01:00.965" v="2513" actId="33524"/>
        <pc:sldMkLst>
          <pc:docMk/>
          <pc:sldMk cId="3945301340" sldId="300"/>
        </pc:sldMkLst>
        <pc:spChg chg="mod">
          <ac:chgData name="Lisa Bock" userId="1f2a7945151d6011" providerId="LiveId" clId="{2B2AE02F-2D82-49EB-BCE0-F01122D5CD33}" dt="2021-10-24T14:44:29.675" v="47"/>
          <ac:spMkLst>
            <pc:docMk/>
            <pc:sldMk cId="3945301340" sldId="300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6T00:01:00.965" v="2513" actId="33524"/>
          <ac:spMkLst>
            <pc:docMk/>
            <pc:sldMk cId="3945301340" sldId="300"/>
            <ac:spMk id="3" creationId="{D265882B-10E2-446D-A76D-9CAE7BFA8BE6}"/>
          </ac:spMkLst>
        </pc:spChg>
      </pc:sldChg>
      <pc:sldChg chg="modSp add mod">
        <pc:chgData name="Lisa Bock" userId="1f2a7945151d6011" providerId="LiveId" clId="{2B2AE02F-2D82-49EB-BCE0-F01122D5CD33}" dt="2021-10-25T23:28:52.533" v="2206" actId="14"/>
        <pc:sldMkLst>
          <pc:docMk/>
          <pc:sldMk cId="1770988611" sldId="301"/>
        </pc:sldMkLst>
        <pc:spChg chg="mod">
          <ac:chgData name="Lisa Bock" userId="1f2a7945151d6011" providerId="LiveId" clId="{2B2AE02F-2D82-49EB-BCE0-F01122D5CD33}" dt="2021-10-24T14:41:48.510" v="38"/>
          <ac:spMkLst>
            <pc:docMk/>
            <pc:sldMk cId="1770988611" sldId="301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23:28:52.533" v="2206" actId="14"/>
          <ac:spMkLst>
            <pc:docMk/>
            <pc:sldMk cId="1770988611" sldId="301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2B2AE02F-2D82-49EB-BCE0-F01122D5CD33}" dt="2021-10-26T00:41:58.100" v="2606" actId="20577"/>
        <pc:sldMkLst>
          <pc:docMk/>
          <pc:sldMk cId="2793335925" sldId="302"/>
        </pc:sldMkLst>
        <pc:spChg chg="mod">
          <ac:chgData name="Lisa Bock" userId="1f2a7945151d6011" providerId="LiveId" clId="{2B2AE02F-2D82-49EB-BCE0-F01122D5CD33}" dt="2021-10-25T20:21:53.611" v="2164" actId="20577"/>
          <ac:spMkLst>
            <pc:docMk/>
            <pc:sldMk cId="2793335925" sldId="302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6T00:41:58.100" v="2606" actId="20577"/>
          <ac:spMkLst>
            <pc:docMk/>
            <pc:sldMk cId="2793335925" sldId="302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2B2AE02F-2D82-49EB-BCE0-F01122D5CD33}" dt="2021-10-25T23:34:21.979" v="2249" actId="20577"/>
        <pc:sldMkLst>
          <pc:docMk/>
          <pc:sldMk cId="247141367" sldId="303"/>
        </pc:sldMkLst>
        <pc:spChg chg="mod">
          <ac:chgData name="Lisa Bock" userId="1f2a7945151d6011" providerId="LiveId" clId="{2B2AE02F-2D82-49EB-BCE0-F01122D5CD33}" dt="2021-10-24T14:43:35.474" v="41"/>
          <ac:spMkLst>
            <pc:docMk/>
            <pc:sldMk cId="247141367" sldId="303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23:34:21.979" v="2249" actId="20577"/>
          <ac:spMkLst>
            <pc:docMk/>
            <pc:sldMk cId="247141367" sldId="303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2B2AE02F-2D82-49EB-BCE0-F01122D5CD33}" dt="2021-10-25T13:26:38.804" v="864" actId="2696"/>
        <pc:sldMkLst>
          <pc:docMk/>
          <pc:sldMk cId="2826867844" sldId="304"/>
        </pc:sldMkLst>
        <pc:spChg chg="mod">
          <ac:chgData name="Lisa Bock" userId="1f2a7945151d6011" providerId="LiveId" clId="{2B2AE02F-2D82-49EB-BCE0-F01122D5CD33}" dt="2021-10-25T13:25:14.563" v="845" actId="21"/>
          <ac:spMkLst>
            <pc:docMk/>
            <pc:sldMk cId="2826867844" sldId="304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B2AE02F-2D82-49EB-BCE0-F01122D5CD33}" dt="2021-10-25T13:48:35.610" v="1150" actId="2696"/>
        <pc:sldMkLst>
          <pc:docMk/>
          <pc:sldMk cId="1468282299" sldId="305"/>
        </pc:sldMkLst>
        <pc:spChg chg="mod">
          <ac:chgData name="Lisa Bock" userId="1f2a7945151d6011" providerId="LiveId" clId="{2B2AE02F-2D82-49EB-BCE0-F01122D5CD33}" dt="2021-10-25T13:48:27.641" v="1144" actId="21"/>
          <ac:spMkLst>
            <pc:docMk/>
            <pc:sldMk cId="1468282299" sldId="305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B2AE02F-2D82-49EB-BCE0-F01122D5CD33}" dt="2021-10-25T13:33:00.238" v="917" actId="2696"/>
        <pc:sldMkLst>
          <pc:docMk/>
          <pc:sldMk cId="1266518139" sldId="306"/>
        </pc:sldMkLst>
        <pc:spChg chg="mod">
          <ac:chgData name="Lisa Bock" userId="1f2a7945151d6011" providerId="LiveId" clId="{2B2AE02F-2D82-49EB-BCE0-F01122D5CD33}" dt="2021-10-24T14:55:44.911" v="172" actId="27636"/>
          <ac:spMkLst>
            <pc:docMk/>
            <pc:sldMk cId="1266518139" sldId="306"/>
            <ac:spMk id="3" creationId="{D265882B-10E2-446D-A76D-9CAE7BFA8BE6}"/>
          </ac:spMkLst>
        </pc:spChg>
      </pc:sldChg>
      <pc:sldChg chg="add del">
        <pc:chgData name="Lisa Bock" userId="1f2a7945151d6011" providerId="LiveId" clId="{2B2AE02F-2D82-49EB-BCE0-F01122D5CD33}" dt="2021-10-24T15:26:31.697" v="378" actId="47"/>
        <pc:sldMkLst>
          <pc:docMk/>
          <pc:sldMk cId="2837933627" sldId="307"/>
        </pc:sldMkLst>
      </pc:sldChg>
      <pc:sldChg chg="modSp new mod">
        <pc:chgData name="Lisa Bock" userId="1f2a7945151d6011" providerId="LiveId" clId="{2B2AE02F-2D82-49EB-BCE0-F01122D5CD33}" dt="2021-10-25T20:15:06.877" v="2109" actId="20577"/>
        <pc:sldMkLst>
          <pc:docMk/>
          <pc:sldMk cId="1503470030" sldId="308"/>
        </pc:sldMkLst>
        <pc:spChg chg="mod">
          <ac:chgData name="Lisa Bock" userId="1f2a7945151d6011" providerId="LiveId" clId="{2B2AE02F-2D82-49EB-BCE0-F01122D5CD33}" dt="2021-10-24T15:26:25.917" v="376"/>
          <ac:spMkLst>
            <pc:docMk/>
            <pc:sldMk cId="1503470030" sldId="308"/>
            <ac:spMk id="2" creationId="{E56BE1E3-F1BE-42AD-9459-53561106149F}"/>
          </ac:spMkLst>
        </pc:spChg>
        <pc:spChg chg="mod">
          <ac:chgData name="Lisa Bock" userId="1f2a7945151d6011" providerId="LiveId" clId="{2B2AE02F-2D82-49EB-BCE0-F01122D5CD33}" dt="2021-10-25T20:15:06.877" v="2109" actId="20577"/>
          <ac:spMkLst>
            <pc:docMk/>
            <pc:sldMk cId="1503470030" sldId="308"/>
            <ac:spMk id="3" creationId="{FD5FDD25-C78B-4843-AF22-1F908A28591F}"/>
          </ac:spMkLst>
        </pc:spChg>
      </pc:sldChg>
      <pc:sldChg chg="modSp add del mod">
        <pc:chgData name="Lisa Bock" userId="1f2a7945151d6011" providerId="LiveId" clId="{2B2AE02F-2D82-49EB-BCE0-F01122D5CD33}" dt="2021-10-25T23:29:34.109" v="2207" actId="2696"/>
        <pc:sldMkLst>
          <pc:docMk/>
          <pc:sldMk cId="2866123129" sldId="309"/>
        </pc:sldMkLst>
        <pc:spChg chg="mod">
          <ac:chgData name="Lisa Bock" userId="1f2a7945151d6011" providerId="LiveId" clId="{2B2AE02F-2D82-49EB-BCE0-F01122D5CD33}" dt="2021-10-25T23:26:36.346" v="2190" actId="27636"/>
          <ac:spMkLst>
            <pc:docMk/>
            <pc:sldMk cId="2866123129" sldId="309"/>
            <ac:spMk id="3" creationId="{D265882B-10E2-446D-A76D-9CAE7BFA8BE6}"/>
          </ac:spMkLst>
        </pc:spChg>
      </pc:sldChg>
      <pc:sldChg chg="addSp delSp modSp new del">
        <pc:chgData name="Lisa Bock" userId="1f2a7945151d6011" providerId="LiveId" clId="{2B2AE02F-2D82-49EB-BCE0-F01122D5CD33}" dt="2021-10-25T23:31:49.411" v="2218" actId="47"/>
        <pc:sldMkLst>
          <pc:docMk/>
          <pc:sldMk cId="2539456614" sldId="310"/>
        </pc:sldMkLst>
        <pc:spChg chg="del">
          <ac:chgData name="Lisa Bock" userId="1f2a7945151d6011" providerId="LiveId" clId="{2B2AE02F-2D82-49EB-BCE0-F01122D5CD33}" dt="2021-10-24T16:11:13.715" v="594"/>
          <ac:spMkLst>
            <pc:docMk/>
            <pc:sldMk cId="2539456614" sldId="310"/>
            <ac:spMk id="3" creationId="{B05F907D-7842-45C8-85F9-A4A07385284B}"/>
          </ac:spMkLst>
        </pc:spChg>
        <pc:picChg chg="add mod">
          <ac:chgData name="Lisa Bock" userId="1f2a7945151d6011" providerId="LiveId" clId="{2B2AE02F-2D82-49EB-BCE0-F01122D5CD33}" dt="2021-10-24T16:11:13.715" v="594"/>
          <ac:picMkLst>
            <pc:docMk/>
            <pc:sldMk cId="2539456614" sldId="310"/>
            <ac:picMk id="5" creationId="{B18650B8-B55D-4878-99A5-D757B854DE42}"/>
          </ac:picMkLst>
        </pc:picChg>
      </pc:sldChg>
      <pc:sldChg chg="modSp new del mod">
        <pc:chgData name="Lisa Bock" userId="1f2a7945151d6011" providerId="LiveId" clId="{2B2AE02F-2D82-49EB-BCE0-F01122D5CD33}" dt="2021-10-25T23:34:27.040" v="2250" actId="2696"/>
        <pc:sldMkLst>
          <pc:docMk/>
          <pc:sldMk cId="2704823348" sldId="311"/>
        </pc:sldMkLst>
        <pc:spChg chg="mod">
          <ac:chgData name="Lisa Bock" userId="1f2a7945151d6011" providerId="LiveId" clId="{2B2AE02F-2D82-49EB-BCE0-F01122D5CD33}" dt="2021-10-25T23:33:26.055" v="2222" actId="21"/>
          <ac:spMkLst>
            <pc:docMk/>
            <pc:sldMk cId="2704823348" sldId="311"/>
            <ac:spMk id="3" creationId="{B226D827-3091-4362-AA88-3DCC29A30E03}"/>
          </ac:spMkLst>
        </pc:spChg>
      </pc:sldChg>
      <pc:sldChg chg="modSp add del mod">
        <pc:chgData name="Lisa Bock" userId="1f2a7945151d6011" providerId="LiveId" clId="{2B2AE02F-2D82-49EB-BCE0-F01122D5CD33}" dt="2021-10-25T13:40:22.504" v="998" actId="2696"/>
        <pc:sldMkLst>
          <pc:docMk/>
          <pc:sldMk cId="3887848868" sldId="312"/>
        </pc:sldMkLst>
        <pc:spChg chg="mod">
          <ac:chgData name="Lisa Bock" userId="1f2a7945151d6011" providerId="LiveId" clId="{2B2AE02F-2D82-49EB-BCE0-F01122D5CD33}" dt="2021-10-25T13:28:07.079" v="891" actId="20577"/>
          <ac:spMkLst>
            <pc:docMk/>
            <pc:sldMk cId="3887848868" sldId="312"/>
            <ac:spMk id="2" creationId="{A92B708E-4083-4962-9240-C5792BEC3394}"/>
          </ac:spMkLst>
        </pc:spChg>
        <pc:spChg chg="mod">
          <ac:chgData name="Lisa Bock" userId="1f2a7945151d6011" providerId="LiveId" clId="{2B2AE02F-2D82-49EB-BCE0-F01122D5CD33}" dt="2021-10-25T13:39:45.034" v="997" actId="20577"/>
          <ac:spMkLst>
            <pc:docMk/>
            <pc:sldMk cId="3887848868" sldId="312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B2AE02F-2D82-49EB-BCE0-F01122D5CD33}" dt="2021-10-25T13:22:43.259" v="827" actId="2696"/>
        <pc:sldMkLst>
          <pc:docMk/>
          <pc:sldMk cId="938139059" sldId="313"/>
        </pc:sldMkLst>
        <pc:spChg chg="mod">
          <ac:chgData name="Lisa Bock" userId="1f2a7945151d6011" providerId="LiveId" clId="{2B2AE02F-2D82-49EB-BCE0-F01122D5CD33}" dt="2021-10-25T13:21:10.940" v="792" actId="21"/>
          <ac:spMkLst>
            <pc:docMk/>
            <pc:sldMk cId="938139059" sldId="313"/>
            <ac:spMk id="3" creationId="{D265882B-10E2-446D-A76D-9CAE7BFA8BE6}"/>
          </ac:spMkLst>
        </pc:spChg>
      </pc:sldChg>
      <pc:sldChg chg="modSp add mod">
        <pc:chgData name="Lisa Bock" userId="1f2a7945151d6011" providerId="LiveId" clId="{2B2AE02F-2D82-49EB-BCE0-F01122D5CD33}" dt="2021-10-25T17:24:33.709" v="1670" actId="20577"/>
        <pc:sldMkLst>
          <pc:docMk/>
          <pc:sldMk cId="3971717998" sldId="313"/>
        </pc:sldMkLst>
        <pc:spChg chg="mod">
          <ac:chgData name="Lisa Bock" userId="1f2a7945151d6011" providerId="LiveId" clId="{2B2AE02F-2D82-49EB-BCE0-F01122D5CD33}" dt="2021-10-25T17:24:33.709" v="1670" actId="20577"/>
          <ac:spMkLst>
            <pc:docMk/>
            <pc:sldMk cId="3971717998" sldId="313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B2AE02F-2D82-49EB-BCE0-F01122D5CD33}" dt="2021-10-26T00:48:44.478" v="2672" actId="2696"/>
        <pc:sldMkLst>
          <pc:docMk/>
          <pc:sldMk cId="1107420101" sldId="314"/>
        </pc:sldMkLst>
        <pc:spChg chg="mod">
          <ac:chgData name="Lisa Bock" userId="1f2a7945151d6011" providerId="LiveId" clId="{2B2AE02F-2D82-49EB-BCE0-F01122D5CD33}" dt="2021-10-26T00:48:36.253" v="2669" actId="20577"/>
          <ac:spMkLst>
            <pc:docMk/>
            <pc:sldMk cId="1107420101" sldId="314"/>
            <ac:spMk id="3" creationId="{D265882B-10E2-446D-A76D-9CAE7BFA8BE6}"/>
          </ac:spMkLst>
        </pc:spChg>
      </pc:sldChg>
      <pc:sldChg chg="modSp add mod ord">
        <pc:chgData name="Lisa Bock" userId="1f2a7945151d6011" providerId="LiveId" clId="{2B2AE02F-2D82-49EB-BCE0-F01122D5CD33}" dt="2021-10-26T00:55:20.339" v="2697" actId="20577"/>
        <pc:sldMkLst>
          <pc:docMk/>
          <pc:sldMk cId="2538769517" sldId="315"/>
        </pc:sldMkLst>
        <pc:spChg chg="mod">
          <ac:chgData name="Lisa Bock" userId="1f2a7945151d6011" providerId="LiveId" clId="{2B2AE02F-2D82-49EB-BCE0-F01122D5CD33}" dt="2021-10-26T00:55:20.339" v="2697" actId="20577"/>
          <ac:spMkLst>
            <pc:docMk/>
            <pc:sldMk cId="2538769517" sldId="315"/>
            <ac:spMk id="3" creationId="{D265882B-10E2-446D-A76D-9CAE7BFA8BE6}"/>
          </ac:spMkLst>
        </pc:spChg>
      </pc:sldChg>
    </pc:docChg>
  </pc:docChgLst>
  <pc:docChgLst>
    <pc:chgData name="Danielle Andries" userId="93d179e4-3c18-40f7-920e-ae80b202540d" providerId="ADAL" clId="{5B7BBA0C-FA7B-45F9-9661-F907925E5DF7}"/>
    <pc:docChg chg="undo custSel addSld delSld modSld">
      <pc:chgData name="Danielle Andries" userId="93d179e4-3c18-40f7-920e-ae80b202540d" providerId="ADAL" clId="{5B7BBA0C-FA7B-45F9-9661-F907925E5DF7}" dt="2021-10-13T14:00:56.913" v="151"/>
      <pc:docMkLst>
        <pc:docMk/>
      </pc:docMkLst>
      <pc:sldChg chg="modSp mod">
        <pc:chgData name="Danielle Andries" userId="93d179e4-3c18-40f7-920e-ae80b202540d" providerId="ADAL" clId="{5B7BBA0C-FA7B-45F9-9661-F907925E5DF7}" dt="2021-10-13T13:57:50.436" v="62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B7BBA0C-FA7B-45F9-9661-F907925E5DF7}" dt="2021-10-13T13:57:50.436" v="62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B7BBA0C-FA7B-45F9-9661-F907925E5DF7}" dt="2021-10-13T13:56:13.375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5B7BBA0C-FA7B-45F9-9661-F907925E5DF7}" dt="2021-10-13T13:56:13.375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B7BBA0C-FA7B-45F9-9661-F907925E5DF7}" dt="2021-10-13T13:56:02.604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B7BBA0C-FA7B-45F9-9661-F907925E5DF7}" dt="2021-10-13T13:57:30.425" v="61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5B7BBA0C-FA7B-45F9-9661-F907925E5DF7}" dt="2021-10-13T13:57:30.425" v="61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B7BBA0C-FA7B-45F9-9661-F907925E5DF7}" dt="2021-10-13T13:57:18.999" v="32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B7BBA0C-FA7B-45F9-9661-F907925E5DF7}" dt="2021-10-13T13:57:20.978" v="34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B7BBA0C-FA7B-45F9-9661-F907925E5DF7}" dt="2021-10-13T13:58:17.166" v="102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B7BBA0C-FA7B-45F9-9661-F907925E5DF7}" dt="2021-10-13T13:58:17.166" v="102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B7BBA0C-FA7B-45F9-9661-F907925E5DF7}" dt="2021-10-13T13:58:06.700" v="6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B7BBA0C-FA7B-45F9-9661-F907925E5DF7}" dt="2021-10-13T13:58:05.099" v="6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B7BBA0C-FA7B-45F9-9661-F907925E5DF7}" dt="2021-10-13T13:59:19.397" v="147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B7BBA0C-FA7B-45F9-9661-F907925E5DF7}" dt="2021-10-13T13:59:19.397" v="147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B7BBA0C-FA7B-45F9-9661-F907925E5DF7}" dt="2021-10-13T14:00:56.913" v="151"/>
        <pc:sldMkLst>
          <pc:docMk/>
          <pc:sldMk cId="3073644457" sldId="284"/>
        </pc:sldMkLst>
        <pc:spChg chg="mod">
          <ac:chgData name="Danielle Andries" userId="93d179e4-3c18-40f7-920e-ae80b202540d" providerId="ADAL" clId="{5B7BBA0C-FA7B-45F9-9661-F907925E5DF7}" dt="2021-10-13T14:00:56.913" v="151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5B7BBA0C-FA7B-45F9-9661-F907925E5DF7}" dt="2021-10-13T13:58:42.026" v="145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5B7BBA0C-FA7B-45F9-9661-F907925E5DF7}" dt="2021-10-13T13:58:42.026" v="145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5B7BBA0C-FA7B-45F9-9661-F907925E5DF7}" dt="2021-10-13T13:58:29.309" v="10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5B7BBA0C-FA7B-45F9-9661-F907925E5DF7}" dt="2021-10-13T13:58:26.068" v="104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new del">
        <pc:chgData name="Danielle Andries" userId="93d179e4-3c18-40f7-920e-ae80b202540d" providerId="ADAL" clId="{5B7BBA0C-FA7B-45F9-9661-F907925E5DF7}" dt="2021-10-13T14:00:05.871" v="149" actId="680"/>
        <pc:sldMkLst>
          <pc:docMk/>
          <pc:sldMk cId="3803415604" sldId="290"/>
        </pc:sldMkLst>
      </pc:sldChg>
    </pc:docChg>
  </pc:docChgLst>
  <pc:docChgLst>
    <pc:chgData name="Danielle Andries" userId="93d179e4-3c18-40f7-920e-ae80b202540d" providerId="ADAL" clId="{B46025A7-E589-4F58-9204-C95A9366FAF8}"/>
    <pc:docChg chg="undo custSel addSld modSld sldOrd">
      <pc:chgData name="Danielle Andries" userId="93d179e4-3c18-40f7-920e-ae80b202540d" providerId="ADAL" clId="{B46025A7-E589-4F58-9204-C95A9366FAF8}" dt="2021-10-13T14:10:00.625" v="169" actId="20577"/>
      <pc:docMkLst>
        <pc:docMk/>
      </pc:docMkLst>
      <pc:sldChg chg="modSp mod">
        <pc:chgData name="Danielle Andries" userId="93d179e4-3c18-40f7-920e-ae80b202540d" providerId="ADAL" clId="{B46025A7-E589-4F58-9204-C95A9366FAF8}" dt="2021-10-13T14:09:14.124" v="164" actId="27636"/>
        <pc:sldMkLst>
          <pc:docMk/>
          <pc:sldMk cId="3676537154" sldId="256"/>
        </pc:sldMkLst>
        <pc:spChg chg="mod">
          <ac:chgData name="Danielle Andries" userId="93d179e4-3c18-40f7-920e-ae80b202540d" providerId="ADAL" clId="{B46025A7-E589-4F58-9204-C95A9366FAF8}" dt="2021-10-13T14:09:14.124" v="164" actId="27636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B46025A7-E589-4F58-9204-C95A9366FAF8}" dt="2021-10-13T14:05:32.559" v="30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B46025A7-E589-4F58-9204-C95A9366FAF8}" dt="2021-10-13T14:05:32.559" v="30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B46025A7-E589-4F58-9204-C95A9366FAF8}" dt="2021-10-13T14:05:20.78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B46025A7-E589-4F58-9204-C95A9366FAF8}" dt="2021-10-13T14:06:36.244" v="70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B46025A7-E589-4F58-9204-C95A9366FAF8}" dt="2021-10-13T14:06:36.244" v="70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B46025A7-E589-4F58-9204-C95A9366FAF8}" dt="2021-10-13T14:05:57.012" v="41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B46025A7-E589-4F58-9204-C95A9366FAF8}" dt="2021-10-13T14:05:55.472" v="3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B46025A7-E589-4F58-9204-C95A9366FAF8}" dt="2021-10-13T14:07:23.644" v="9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B46025A7-E589-4F58-9204-C95A9366FAF8}" dt="2021-10-13T14:07:23.644" v="9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B46025A7-E589-4F58-9204-C95A9366FAF8}" dt="2021-10-13T14:07:14.749" v="76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B46025A7-E589-4F58-9204-C95A9366FAF8}" dt="2021-10-13T14:07:13.157" v="74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B46025A7-E589-4F58-9204-C95A9366FAF8}" dt="2021-10-13T14:10:00.625" v="169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B46025A7-E589-4F58-9204-C95A9366FAF8}" dt="2021-10-13T14:10:00.625" v="169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mod ord modNotes">
        <pc:chgData name="Danielle Andries" userId="93d179e4-3c18-40f7-920e-ae80b202540d" providerId="ADAL" clId="{B46025A7-E589-4F58-9204-C95A9366FAF8}" dt="2021-10-13T14:09:45.599" v="167"/>
        <pc:sldMkLst>
          <pc:docMk/>
          <pc:sldMk cId="3073644457" sldId="284"/>
        </pc:sldMkLst>
        <pc:spChg chg="mod">
          <ac:chgData name="Danielle Andries" userId="93d179e4-3c18-40f7-920e-ae80b202540d" providerId="ADAL" clId="{B46025A7-E589-4F58-9204-C95A9366FAF8}" dt="2021-10-13T14:09:45.599" v="167"/>
          <ac:spMkLst>
            <pc:docMk/>
            <pc:sldMk cId="3073644457" sldId="284"/>
            <ac:spMk id="3" creationId="{568708AE-48ED-4852-AE39-86C44E3C3102}"/>
          </ac:spMkLst>
        </pc:spChg>
      </pc:sldChg>
      <pc:sldChg chg="modSp mod">
        <pc:chgData name="Danielle Andries" userId="93d179e4-3c18-40f7-920e-ae80b202540d" providerId="ADAL" clId="{B46025A7-E589-4F58-9204-C95A9366FAF8}" dt="2021-10-13T14:07:44.196" v="134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B46025A7-E589-4F58-9204-C95A9366FAF8}" dt="2021-10-13T14:07:44.196" v="134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7:36.699" v="102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B46025A7-E589-4F58-9204-C95A9366FAF8}" dt="2021-10-13T14:07:34.722" v="10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modSp add mod">
        <pc:chgData name="Danielle Andries" userId="93d179e4-3c18-40f7-920e-ae80b202540d" providerId="ADAL" clId="{B46025A7-E589-4F58-9204-C95A9366FAF8}" dt="2021-10-13T14:08:36.841" v="157" actId="20577"/>
        <pc:sldMkLst>
          <pc:docMk/>
          <pc:sldMk cId="3790744140" sldId="290"/>
        </pc:sldMkLst>
        <pc:spChg chg="mod">
          <ac:chgData name="Danielle Andries" userId="93d179e4-3c18-40f7-920e-ae80b202540d" providerId="ADAL" clId="{B46025A7-E589-4F58-9204-C95A9366FAF8}" dt="2021-10-13T14:08:36.841" v="157" actId="20577"/>
          <ac:spMkLst>
            <pc:docMk/>
            <pc:sldMk cId="3790744140" sldId="290"/>
            <ac:spMk id="2" creationId="{0A7E334A-0A8F-4570-A91D-468192F8CD81}"/>
          </ac:spMkLst>
        </pc:spChg>
        <pc:spChg chg="mod">
          <ac:chgData name="Danielle Andries" userId="93d179e4-3c18-40f7-920e-ae80b202540d" providerId="ADAL" clId="{B46025A7-E589-4F58-9204-C95A9366FAF8}" dt="2021-10-13T14:08:29.446" v="141" actId="20577"/>
          <ac:spMkLst>
            <pc:docMk/>
            <pc:sldMk cId="3790744140" sldId="290"/>
            <ac:spMk id="3" creationId="{1F39D58A-425E-4AFF-8B6F-6914EE1DDCD9}"/>
          </ac:spMkLst>
        </pc:spChg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4261538642" sldId="291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554463169" sldId="292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750369082" sldId="293"/>
        </pc:sldMkLst>
      </pc:sldChg>
      <pc:sldChg chg="add">
        <pc:chgData name="Danielle Andries" userId="93d179e4-3c18-40f7-920e-ae80b202540d" providerId="ADAL" clId="{B46025A7-E589-4F58-9204-C95A9366FAF8}" dt="2021-10-13T14:08:25.806" v="139"/>
        <pc:sldMkLst>
          <pc:docMk/>
          <pc:sldMk cId="2745962525" sldId="294"/>
        </pc:sldMkLst>
      </pc:sldChg>
    </pc:docChg>
  </pc:docChgLst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4:53.477" v="182" actId="2696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Danielle Andries" userId="93d179e4-3c18-40f7-920e-ae80b202540d" providerId="ADAL" clId="{8C3AFEB3-C347-4230-A941-EF417D71B4DC}"/>
    <pc:docChg chg="delSld">
      <pc:chgData name="Danielle Andries" userId="93d179e4-3c18-40f7-920e-ae80b202540d" providerId="ADAL" clId="{8C3AFEB3-C347-4230-A941-EF417D71B4DC}" dt="2022-10-19T21:50:01.891" v="1" actId="47"/>
      <pc:docMkLst>
        <pc:docMk/>
      </pc:docMkLst>
      <pc:sldChg chg="del">
        <pc:chgData name="Danielle Andries" userId="93d179e4-3c18-40f7-920e-ae80b202540d" providerId="ADAL" clId="{8C3AFEB3-C347-4230-A941-EF417D71B4DC}" dt="2022-10-19T21:50:01.891" v="1" actId="47"/>
        <pc:sldMkLst>
          <pc:docMk/>
          <pc:sldMk cId="3073644457" sldId="284"/>
        </pc:sldMkLst>
      </pc:sldChg>
      <pc:sldChg chg="del">
        <pc:chgData name="Danielle Andries" userId="93d179e4-3c18-40f7-920e-ae80b202540d" providerId="ADAL" clId="{8C3AFEB3-C347-4230-A941-EF417D71B4DC}" dt="2022-10-19T21:49:59.188" v="0" actId="47"/>
        <pc:sldMkLst>
          <pc:docMk/>
          <pc:sldMk cId="374999572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ldp.org/LDP/abs/html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Opening a connection to a PC and talking through Bash commands would be invaluable here.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For a more in-depth look at Bash scripting, visit </a:t>
            </a:r>
            <a:r>
              <a:rPr lang="en-US" b="1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www.tldp.org/LDP/abs/html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algn="l"/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Windows 10 includes a Linux subsystem that supports the Bash shell.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9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Opening a connection to a PC and talking through PS commands would be invaluable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82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Python recently upgraded to version 3, but there are many version 2 scripts still in use. Make sure you are loading the correct environment to run the scripts, version 2 and version 3 scripts do not always work well if you load them in the others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80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43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Scripting and Software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PenTest+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59"/>
            <a:ext cx="8870950" cy="4337605"/>
          </a:xfrm>
        </p:spPr>
        <p:txBody>
          <a:bodyPr>
            <a:normAutofit/>
          </a:bodyPr>
          <a:lstStyle/>
          <a:p>
            <a:r>
              <a:rPr lang="en-US" dirty="0"/>
              <a:t>Explain the basic concepts of scripting and software development.</a:t>
            </a:r>
          </a:p>
          <a:p>
            <a:r>
              <a:rPr lang="en-US" dirty="0"/>
              <a:t>Given a scenario, analyze a script or code sample for use in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Analyzing Scripts and Code Samples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15A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Tasks Using Scripting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script is a program that automates the execution of tasks for a particular runtime environment. </a:t>
            </a:r>
          </a:p>
          <a:p>
            <a:r>
              <a:rPr lang="en-US" dirty="0"/>
              <a:t>Scripting can greatly enhance the efficiency and effectiveness of the tasks that you conduct. For example, you can:</a:t>
            </a:r>
          </a:p>
          <a:p>
            <a:pPr lvl="1"/>
            <a:r>
              <a:rPr lang="en-US" dirty="0"/>
              <a:t>Set up nmap to do a host scan, then output a warning if the number of identified hosts does not match </a:t>
            </a:r>
            <a:r>
              <a:rPr lang="en-US" i="1" dirty="0"/>
              <a:t>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Create simple tools through scripts that are customized to your needs.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Scripting to Improve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Scripting shells include Bash for Linux and PowerShell for Windows </a:t>
            </a:r>
          </a:p>
          <a:p>
            <a:r>
              <a:rPr lang="en-US" dirty="0"/>
              <a:t>Scripts can also be written in programming languages such Python, Ruby Perl, and JavaScript.</a:t>
            </a:r>
          </a:p>
          <a:p>
            <a:r>
              <a:rPr lang="en-US" dirty="0"/>
              <a:t>A well written script will use the following elements:</a:t>
            </a:r>
          </a:p>
          <a:p>
            <a:pPr lvl="1"/>
            <a:r>
              <a:rPr lang="en-US" dirty="0"/>
              <a:t>Parameters that the script takes as input data</a:t>
            </a:r>
          </a:p>
          <a:p>
            <a:pPr lvl="1"/>
            <a:r>
              <a:rPr lang="en-US" dirty="0"/>
              <a:t>Branching and looping statements, validation and error handlers </a:t>
            </a:r>
          </a:p>
          <a:p>
            <a:pPr lvl="1"/>
            <a:r>
              <a:rPr lang="en-US" dirty="0"/>
              <a:t>Unit tests to ensure that the script returns expected outputs, given expected inputs.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717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Bash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Bash is a scripting language and command shell for Unix-like systems used to automate tasks</a:t>
            </a:r>
          </a:p>
          <a:p>
            <a:r>
              <a:rPr lang="en-US" dirty="0"/>
              <a:t>Bash scripting can do the following:</a:t>
            </a:r>
          </a:p>
          <a:p>
            <a:pPr lvl="1"/>
            <a:r>
              <a:rPr lang="en-US" dirty="0"/>
              <a:t>Automate the creation of files and directory structures.</a:t>
            </a:r>
          </a:p>
          <a:p>
            <a:pPr lvl="1"/>
            <a:r>
              <a:rPr lang="en-US" dirty="0"/>
              <a:t>Scan and identify actionable information in log and other text files.</a:t>
            </a:r>
          </a:p>
          <a:p>
            <a:pPr lvl="1"/>
            <a:r>
              <a:rPr lang="en-US" dirty="0"/>
              <a:t>Manipulate the output of existing security tools like nmap, tcpdump, and  Metasploit.</a:t>
            </a:r>
          </a:p>
          <a:p>
            <a:pPr lvl="1"/>
            <a:r>
              <a:rPr lang="en-US" dirty="0"/>
              <a:t>Extend the functionality of existing system utilities and security tools.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PowerShell cmdlets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PowerShell is a scripting language and shell for Windows that supports a wide variety of programming elements.</a:t>
            </a:r>
          </a:p>
          <a:p>
            <a:pPr lvl="1"/>
            <a:r>
              <a:rPr lang="en-US" dirty="0"/>
              <a:t>Employs cmdlets using the syntax of Verb-Noun, i.e., Set-Date to change a system's date and time.</a:t>
            </a:r>
          </a:p>
          <a:p>
            <a:pPr lvl="1"/>
            <a:r>
              <a:rPr lang="en-US" dirty="0"/>
              <a:t>Statements can be executed at a PowerShell prompt or run as a script (.ps1) on any PowerShell-enabled host.</a:t>
            </a:r>
          </a:p>
          <a:p>
            <a:r>
              <a:rPr lang="en-US" dirty="0"/>
              <a:t>Can make it easier for PenTesters to automate the tasks:</a:t>
            </a:r>
          </a:p>
          <a:p>
            <a:pPr lvl="1"/>
            <a:r>
              <a:rPr lang="en-US" dirty="0"/>
              <a:t>Exploit the Registry, Active Directory objects, Group Policy, and the Windows network stack.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Grasping Python’s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is a popular scripting language as it is highly readable and uses simple, clean syntax </a:t>
            </a:r>
          </a:p>
          <a:p>
            <a:pPr lvl="1"/>
            <a:r>
              <a:rPr lang="en-US" dirty="0"/>
              <a:t>Used in all types of development projects</a:t>
            </a:r>
          </a:p>
          <a:p>
            <a:r>
              <a:rPr lang="en-US" dirty="0"/>
              <a:t>Many existing PenTesting utilities and frameworks are built using Python, including Volatility, Scapy, Recon-ng, and many more.</a:t>
            </a:r>
          </a:p>
          <a:p>
            <a:r>
              <a:rPr lang="en-US" dirty="0"/>
              <a:t>Python has libraries for network scanning, reverse engineering, application fuzzing, web exploitation, etc. </a:t>
            </a:r>
          </a:p>
          <a:p>
            <a:pPr lvl="1"/>
            <a:r>
              <a:rPr lang="en-US" dirty="0"/>
              <a:t>Includes automation and security tools, along with malicious scripts.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8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Workflow with Ruby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Ruby is a general-purpose interpreted programming language that can also be used as a scripting language </a:t>
            </a:r>
          </a:p>
          <a:p>
            <a:r>
              <a:rPr lang="en-US" dirty="0"/>
              <a:t>It has many similarities to Python:</a:t>
            </a:r>
          </a:p>
          <a:p>
            <a:pPr lvl="1"/>
            <a:r>
              <a:rPr lang="en-US" dirty="0"/>
              <a:t>Its standard library is smaller than Python’s, but more tightly curated. </a:t>
            </a:r>
          </a:p>
          <a:p>
            <a:r>
              <a:rPr lang="en-US" dirty="0"/>
              <a:t>The Metasploit Framework is written in Ruby.</a:t>
            </a:r>
          </a:p>
          <a:p>
            <a:pPr lvl="1"/>
            <a:r>
              <a:rPr lang="en-US" dirty="0"/>
              <a:t>Metasploit is one of the most important technical tools in a PenTesters arsenal </a:t>
            </a:r>
          </a:p>
          <a:p>
            <a:pPr lvl="1"/>
            <a:r>
              <a:rPr lang="en-US" dirty="0"/>
              <a:t>Being able to extend its functionality through Ruby scripting can prove invaluable.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2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with Perl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Perl is a general-purpose interpreted programming language that can also be used as a scripting language.</a:t>
            </a:r>
          </a:p>
          <a:p>
            <a:r>
              <a:rPr lang="en-US" dirty="0"/>
              <a:t>The language is intended to be practical, easy to use, and efficient. </a:t>
            </a:r>
          </a:p>
          <a:p>
            <a:pPr lvl="1"/>
            <a:r>
              <a:rPr lang="en-US" dirty="0"/>
              <a:t>Has powerful built-in support for text processing and a huge collection of third-party modules.</a:t>
            </a:r>
          </a:p>
          <a:p>
            <a:r>
              <a:rPr lang="en-US" dirty="0"/>
              <a:t>Today it supports a wide range of tasks that includes system administration and PenTesting.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18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JavaScript is a scripting language that allows a developer to do all the complex things you see when you visit web pages. </a:t>
            </a:r>
          </a:p>
          <a:p>
            <a:pPr lvl="1"/>
            <a:r>
              <a:rPr lang="en-US" dirty="0"/>
              <a:t>Is used alongside HTML and CSS on the World Wide Web.</a:t>
            </a:r>
          </a:p>
          <a:p>
            <a:r>
              <a:rPr lang="en-US" dirty="0"/>
              <a:t>JavaScript is more complex than the previous code because you must configure the HTTP and JavaScript components.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26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the benefits of automating tasks using scripting </a:t>
            </a:r>
          </a:p>
          <a:p>
            <a:r>
              <a:rPr lang="en-US" dirty="0"/>
              <a:t>List some elements of a well-written script</a:t>
            </a:r>
          </a:p>
          <a:p>
            <a:r>
              <a:rPr lang="en-US" dirty="0"/>
              <a:t>Describe tasks that can be achieved using the Bash shell</a:t>
            </a:r>
          </a:p>
          <a:p>
            <a:r>
              <a:rPr lang="en-US" dirty="0"/>
              <a:t>Outline how PowerShell can automate tasks</a:t>
            </a:r>
          </a:p>
          <a:p>
            <a:r>
              <a:rPr lang="en-US" dirty="0"/>
              <a:t>Explain why the team might use Python and Ruby scripting</a:t>
            </a:r>
          </a:p>
          <a:p>
            <a:r>
              <a:rPr lang="en-US" dirty="0"/>
              <a:t>Compare and contrast Perl and JavaScript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Scripts and Code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Create Logic Constructs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15B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programming, a variable is any value that is stored in memory and given a name or an identifier. </a:t>
            </a:r>
          </a:p>
          <a:p>
            <a:pPr lvl="1"/>
            <a:r>
              <a:rPr lang="en-US" dirty="0"/>
              <a:t>In code, you assign a value to the variables that may change throughout the script's execution, but this is not required. </a:t>
            </a:r>
          </a:p>
          <a:p>
            <a:r>
              <a:rPr lang="en-US" dirty="0"/>
              <a:t>Variables are stored for later use, when needed, you to reference these values without explicitly writing them out in the code.</a:t>
            </a:r>
          </a:p>
          <a:p>
            <a:r>
              <a:rPr lang="en-US" dirty="0"/>
              <a:t>For example, a Bash variable is assigned as follows: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Lucida Console" panose="020B0609040504020204" pitchFamily="49" charset="0"/>
              </a:rPr>
              <a:t>my_str="Hello, World!"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6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Assigning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Assigning variables differ according to the language</a:t>
            </a:r>
          </a:p>
          <a:p>
            <a:r>
              <a:rPr lang="en-US" dirty="0"/>
              <a:t>When using Python or Ruby, no dollar sign is necessary: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my_str = "Hello, World!"</a:t>
            </a:r>
          </a:p>
          <a:p>
            <a:r>
              <a:rPr lang="en-US" dirty="0"/>
              <a:t>Perl variables must use a dollar sign for numeric/string variable: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$my_str = "Hello, World!";</a:t>
            </a:r>
          </a:p>
          <a:p>
            <a:r>
              <a:rPr lang="en-US" dirty="0"/>
              <a:t>With JavaScript you can declare and assign a value on the same line: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var my_str = "Hello, World!";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7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E1E3-F1BE-42AD-9459-53561106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Logic and Flow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FDD25-C78B-4843-AF22-1F908A28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script's logic determines how it will process written code during execution</a:t>
            </a:r>
          </a:p>
          <a:p>
            <a:r>
              <a:rPr lang="en-US" dirty="0"/>
              <a:t>An important components of a script's logic is flow control or the order in which code instructions are executed</a:t>
            </a:r>
          </a:p>
          <a:p>
            <a:r>
              <a:rPr lang="en-US" dirty="0"/>
              <a:t>Flow control includes the following: </a:t>
            </a:r>
          </a:p>
          <a:p>
            <a:pPr lvl="1"/>
            <a:r>
              <a:rPr lang="en-US" dirty="0"/>
              <a:t>The </a:t>
            </a:r>
            <a:r>
              <a:rPr lang="en-US" b="1" i="1" dirty="0"/>
              <a:t>if statement </a:t>
            </a:r>
            <a:r>
              <a:rPr lang="en-US" dirty="0"/>
              <a:t>relies on certain conditions being true in order to proceed. </a:t>
            </a:r>
          </a:p>
          <a:p>
            <a:pPr lvl="1"/>
            <a:r>
              <a:rPr lang="en-US" dirty="0"/>
              <a:t>With </a:t>
            </a:r>
            <a:r>
              <a:rPr lang="en-US" b="1" i="1" dirty="0"/>
              <a:t>looping</a:t>
            </a:r>
            <a:r>
              <a:rPr lang="en-US" dirty="0"/>
              <a:t> instructions are carried out multiple times in succession using either a for loop or while loop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0CA78-4C58-451B-B42D-0C184056F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470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three basic Boolean operators are: AND, OR, and NOT.</a:t>
            </a:r>
          </a:p>
          <a:p>
            <a:pPr lvl="1"/>
            <a:r>
              <a:rPr lang="en-US" dirty="0"/>
              <a:t>AND which only evaluates as true if both conditions are true</a:t>
            </a:r>
          </a:p>
          <a:p>
            <a:pPr lvl="1"/>
            <a:r>
              <a:rPr lang="en-US" dirty="0"/>
              <a:t>Logical OR is true, if either of the conditions is true</a:t>
            </a:r>
          </a:p>
          <a:p>
            <a:pPr lvl="1"/>
            <a:r>
              <a:rPr lang="en-US" dirty="0"/>
              <a:t>NOT operator, which only evaluates if the statement is true, but then inverts the true statement to false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Types of Operators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Arithmetic Operator </a:t>
            </a:r>
            <a:r>
              <a:rPr lang="en-US" dirty="0"/>
              <a:t>takes operands and performs a calculation. </a:t>
            </a:r>
          </a:p>
          <a:p>
            <a:pPr lvl="1"/>
            <a:r>
              <a:rPr lang="en-US" dirty="0"/>
              <a:t>Include addition, subtraction, multiplication, division, and more advanced mathematical operations. </a:t>
            </a:r>
          </a:p>
          <a:p>
            <a:r>
              <a:rPr lang="en-US" dirty="0"/>
              <a:t>There are two </a:t>
            </a:r>
            <a:r>
              <a:rPr lang="en-US" b="1" dirty="0"/>
              <a:t>String Operators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first is the concatenation operator ('.'), which returns the concatenation of its right and left arguments. </a:t>
            </a:r>
          </a:p>
          <a:p>
            <a:pPr lvl="1"/>
            <a:r>
              <a:rPr lang="en-US" dirty="0"/>
              <a:t>The second is the concatenating assignment operator ('.='), which appends the argument on the right side to the argument on the left side.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6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using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JSON is an open standard data encoding format that can be used and manipulated easily with scripts. </a:t>
            </a:r>
          </a:p>
          <a:p>
            <a:pPr lvl="1"/>
            <a:r>
              <a:rPr lang="en-US" dirty="0"/>
              <a:t>Commonly used for transmitting data in web applications </a:t>
            </a:r>
          </a:p>
          <a:p>
            <a:r>
              <a:rPr lang="en-US" dirty="0"/>
              <a:t>The most fundamental JSON syntax is based on a key-value pair. </a:t>
            </a:r>
          </a:p>
          <a:p>
            <a:pPr lvl="1"/>
            <a:r>
              <a:rPr lang="en-US" dirty="0"/>
              <a:t>This is made of a key name and a value of that key separated by a colon(:): {“name”:”phil”}</a:t>
            </a:r>
          </a:p>
          <a:p>
            <a:r>
              <a:rPr lang="en-US" dirty="0"/>
              <a:t>All JSON data has at least one curly bracket set. If using an array, square brackets must be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 Structure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has multiple fundamental and advanced data types</a:t>
            </a:r>
          </a:p>
          <a:p>
            <a:r>
              <a:rPr lang="en-US" dirty="0"/>
              <a:t>The basic Python data structures in Python include </a:t>
            </a:r>
            <a:r>
              <a:rPr lang="en-US" b="1" dirty="0"/>
              <a:t>list, set, tuples, and dictionary</a:t>
            </a:r>
            <a:r>
              <a:rPr lang="en-US" dirty="0"/>
              <a:t>. Each of the data structures is unique:</a:t>
            </a:r>
          </a:p>
          <a:p>
            <a:pPr lvl="1"/>
            <a:r>
              <a:rPr lang="en-US" b="1" dirty="0"/>
              <a:t>List </a:t>
            </a:r>
            <a:r>
              <a:rPr lang="en-US" dirty="0"/>
              <a:t>is defined as an ordered collection of items</a:t>
            </a:r>
            <a:endParaRPr lang="en-US" b="1" dirty="0"/>
          </a:p>
          <a:p>
            <a:pPr lvl="1"/>
            <a:r>
              <a:rPr lang="en-US" b="1" dirty="0"/>
              <a:t>Set </a:t>
            </a:r>
            <a:r>
              <a:rPr lang="en-US" dirty="0"/>
              <a:t>is an unordered collection of unique elements</a:t>
            </a:r>
          </a:p>
          <a:p>
            <a:pPr lvl="1"/>
            <a:r>
              <a:rPr lang="en-US" b="1" dirty="0"/>
              <a:t>Tuples</a:t>
            </a:r>
            <a:r>
              <a:rPr lang="en-US" dirty="0"/>
              <a:t> an ordered collection of objects that have limited functionality.</a:t>
            </a:r>
          </a:p>
          <a:p>
            <a:pPr lvl="1"/>
            <a:r>
              <a:rPr lang="en-US" b="1" dirty="0"/>
              <a:t>Dictionary </a:t>
            </a:r>
            <a:r>
              <a:rPr lang="en-US" dirty="0"/>
              <a:t>is an object made up of key-value pairs enclosed in curly-brackets and separated by commas.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Other Data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comma-separated value (CSV) file: </a:t>
            </a:r>
          </a:p>
          <a:p>
            <a:pPr lvl="1"/>
            <a:r>
              <a:rPr lang="en-US" dirty="0"/>
              <a:t>Each entry in the CSV file is a field, and the fields are separated by commas. Typically, each line is an individual record. </a:t>
            </a:r>
          </a:p>
          <a:p>
            <a:r>
              <a:rPr lang="en-US" dirty="0"/>
              <a:t>Trees are easily identified, as they appear inverted. </a:t>
            </a:r>
          </a:p>
          <a:p>
            <a:pPr lvl="1"/>
            <a:r>
              <a:rPr lang="en-US" dirty="0"/>
              <a:t>In real-life, a tree sprouts from the roots in the ground up into the branches with leaves at the end. </a:t>
            </a:r>
          </a:p>
          <a:p>
            <a:pPr lvl="1"/>
            <a:r>
              <a:rPr lang="en-US" dirty="0"/>
              <a:t>In data representation, the root is at the top, and the “branches” go down, with a “leaf” object at the end of a branch.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335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Object Oriented Programming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Functions</a:t>
            </a:r>
            <a:r>
              <a:rPr lang="en-US" dirty="0"/>
              <a:t>, or Procedures, produce modular, reusable code.</a:t>
            </a:r>
          </a:p>
          <a:p>
            <a:pPr lvl="1"/>
            <a:r>
              <a:rPr lang="en-US" dirty="0"/>
              <a:t>Take some arguments as parameters, perform some processing, and typically return some output.</a:t>
            </a:r>
          </a:p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is a user-defined prototype or template from which objects can be created and allow you to bundle data and functionality. </a:t>
            </a:r>
          </a:p>
          <a:p>
            <a:r>
              <a:rPr lang="en-US" b="1" dirty="0"/>
              <a:t>Modules</a:t>
            </a:r>
            <a:r>
              <a:rPr lang="en-US" dirty="0"/>
              <a:t> are a way to code re-useable functions, variables, and classes that can be imported into your scripts.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988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Explain how variables are used and assigned</a:t>
            </a:r>
          </a:p>
          <a:p>
            <a:r>
              <a:rPr lang="en-US" dirty="0"/>
              <a:t>Describe the basics of logic and flow control</a:t>
            </a:r>
          </a:p>
          <a:p>
            <a:r>
              <a:rPr lang="en-US" dirty="0"/>
              <a:t>Compare the three Boolean operators AND, OR, and NOT.</a:t>
            </a:r>
          </a:p>
          <a:p>
            <a:r>
              <a:rPr lang="en-US" dirty="0"/>
              <a:t>Discuss how arithmetic and string operators are used</a:t>
            </a:r>
          </a:p>
          <a:p>
            <a:r>
              <a:rPr lang="en-US" dirty="0"/>
              <a:t>Review JSON fundamentals</a:t>
            </a:r>
          </a:p>
          <a:p>
            <a:r>
              <a:rPr lang="en-US" dirty="0"/>
              <a:t>List some Python data structure types </a:t>
            </a:r>
          </a:p>
          <a:p>
            <a:r>
              <a:rPr lang="en-US" dirty="0"/>
              <a:t>Explain the difference between CSV and Trees </a:t>
            </a:r>
          </a:p>
          <a:p>
            <a:r>
              <a:rPr lang="en-US" dirty="0"/>
              <a:t>Define components of Object-Oriented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Logic Constructs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Automate Penetration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15C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Ports using Automation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Imagine the following scenario: </a:t>
            </a:r>
          </a:p>
          <a:p>
            <a:pPr lvl="1"/>
            <a:r>
              <a:rPr lang="en-US" dirty="0"/>
              <a:t>A client has provided us with a spreadsheet with a list of IP addresses that will be our targets for an upcoming penetration test.</a:t>
            </a:r>
          </a:p>
          <a:p>
            <a:pPr lvl="1"/>
            <a:r>
              <a:rPr lang="en-US" dirty="0"/>
              <a:t>To achieve this, we will create a script that will automate these steps and produce a simple report. </a:t>
            </a:r>
          </a:p>
          <a:p>
            <a:pPr lvl="1"/>
            <a:r>
              <a:rPr lang="en-US" dirty="0"/>
              <a:t>The script will read a spreadsheet with a column titled “IP” that corresponds to our targets to be scanned. </a:t>
            </a:r>
          </a:p>
          <a:p>
            <a:pPr lvl="1"/>
            <a:r>
              <a:rPr lang="en-US" dirty="0"/>
              <a:t>Once the scan is done, the results will be written to a text file as a human-readable report.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1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Acquiring Scripts and Tools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do a little setup to prepare the environment for Python and install what is needed in our script. </a:t>
            </a:r>
          </a:p>
          <a:p>
            <a:r>
              <a:rPr lang="en-US" dirty="0"/>
              <a:t>Use the Python installer pip3 to get the module and install it so Python can access it</a:t>
            </a:r>
          </a:p>
          <a:p>
            <a:r>
              <a:rPr lang="en-US" dirty="0"/>
              <a:t>Then obtain a script for nmap from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Down the Script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basics of the script are as follows:</a:t>
            </a:r>
          </a:p>
          <a:p>
            <a:pPr lvl="1"/>
            <a:r>
              <a:rPr lang="en-US" dirty="0"/>
              <a:t>Import the Python modules that are required. </a:t>
            </a:r>
          </a:p>
          <a:p>
            <a:pPr lvl="1"/>
            <a:r>
              <a:rPr lang="en-US" dirty="0"/>
              <a:t>Use the function </a:t>
            </a:r>
            <a:r>
              <a:rPr lang="en-US" i="1" dirty="0"/>
              <a:t>fileread</a:t>
            </a:r>
            <a:r>
              <a:rPr lang="en-US" dirty="0"/>
              <a:t> to read from the spreadsheet and create a list.</a:t>
            </a:r>
          </a:p>
          <a:p>
            <a:pPr lvl="1"/>
            <a:r>
              <a:rPr lang="en-US" dirty="0"/>
              <a:t>To update the list of IPs, use the module </a:t>
            </a:r>
            <a:r>
              <a:rPr lang="en-US" i="1" dirty="0"/>
              <a:t>ipaddress</a:t>
            </a:r>
          </a:p>
          <a:p>
            <a:pPr lvl="1"/>
            <a:r>
              <a:rPr lang="en-US" dirty="0"/>
              <a:t>Complete a simple scan and then an advanced scan </a:t>
            </a:r>
          </a:p>
          <a:p>
            <a:r>
              <a:rPr lang="en-US" dirty="0"/>
              <a:t>When done print("All operations finished.")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01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when it would be efficient to use scripting when conducting the PenTest</a:t>
            </a:r>
          </a:p>
          <a:p>
            <a:r>
              <a:rPr lang="en-US" dirty="0"/>
              <a:t>Discuss how you can automate PenTesting with scripts.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 Penetration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38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D8D20BD-3D6B-4808-9F7F-BC66B94810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2937</TotalTime>
  <Words>1879</Words>
  <Application>Microsoft Office PowerPoint</Application>
  <PresentationFormat>On-screen Show (16:9)</PresentationFormat>
  <Paragraphs>195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Lucida Console</vt:lpstr>
      <vt:lpstr>Calibri</vt:lpstr>
      <vt:lpstr>Open Sans</vt:lpstr>
      <vt:lpstr>Arial</vt:lpstr>
      <vt:lpstr>comptia_ov</vt:lpstr>
      <vt:lpstr>Exam PT0-002</vt:lpstr>
      <vt:lpstr>Scripting and Software Development</vt:lpstr>
      <vt:lpstr>Objectives</vt:lpstr>
      <vt:lpstr>Analyzing Scripts and Code Samples</vt:lpstr>
      <vt:lpstr>Automating Tasks Using Scripting </vt:lpstr>
      <vt:lpstr>Using Scripting to Improve Efficiency</vt:lpstr>
      <vt:lpstr>Using the Bash Shell</vt:lpstr>
      <vt:lpstr>Deploying PowerShell cmdlets </vt:lpstr>
      <vt:lpstr>Grasping Python’s Syntax</vt:lpstr>
      <vt:lpstr>Optimizing Workflow with Ruby </vt:lpstr>
      <vt:lpstr>Scripting with Perl </vt:lpstr>
      <vt:lpstr>Discovering JavaScript</vt:lpstr>
      <vt:lpstr>Analyzing Scripts and Code Samples</vt:lpstr>
      <vt:lpstr>Create Logic Constructs</vt:lpstr>
      <vt:lpstr>Describing Variables </vt:lpstr>
      <vt:lpstr>Assigning Variables </vt:lpstr>
      <vt:lpstr>Applying Logic and Flow Control </vt:lpstr>
      <vt:lpstr>Using Boolean Operators</vt:lpstr>
      <vt:lpstr>Comparing Types of Operators </vt:lpstr>
      <vt:lpstr>Encoding using JSON</vt:lpstr>
      <vt:lpstr>Python Data Structure Types </vt:lpstr>
      <vt:lpstr>Recognizing Other Data Constructs</vt:lpstr>
      <vt:lpstr>Defining Object Oriented Programming </vt:lpstr>
      <vt:lpstr>Create Logic Constructs</vt:lpstr>
      <vt:lpstr>Automate Penetration Testing</vt:lpstr>
      <vt:lpstr>Scanning Ports using Automation </vt:lpstr>
      <vt:lpstr>Acquiring Scripts and Tools </vt:lpstr>
      <vt:lpstr>Breaking Down the Script </vt:lpstr>
      <vt:lpstr>Automate Penetration Testing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2022-10-19T21:50:05Z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