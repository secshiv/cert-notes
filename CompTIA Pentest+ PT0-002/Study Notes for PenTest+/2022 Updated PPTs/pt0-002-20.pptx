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24"/>
  </p:notesMasterIdLst>
  <p:handoutMasterIdLst>
    <p:handoutMasterId r:id="rId25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86" r:id="rId12"/>
    <p:sldId id="285" r:id="rId13"/>
    <p:sldId id="282" r:id="rId14"/>
    <p:sldId id="261" r:id="rId15"/>
    <p:sldId id="266" r:id="rId16"/>
    <p:sldId id="268" r:id="rId17"/>
    <p:sldId id="267" r:id="rId18"/>
    <p:sldId id="269" r:id="rId19"/>
    <p:sldId id="291" r:id="rId20"/>
    <p:sldId id="292" r:id="rId21"/>
    <p:sldId id="294" r:id="rId22"/>
    <p:sldId id="281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5987B-197A-4F40-948E-F6A6FD638E69}" v="1" dt="2021-10-25T15:47:42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8968" autoAdjust="0"/>
  </p:normalViewPr>
  <p:slideViewPr>
    <p:cSldViewPr snapToGrid="0">
      <p:cViewPr varScale="1">
        <p:scale>
          <a:sx n="79" d="100"/>
          <a:sy n="79" d="100"/>
        </p:scale>
        <p:origin x="944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B46025A7-E589-4F58-9204-C95A9366FAF8}"/>
    <pc:docChg chg="undo custSel addSld modSld sldOrd">
      <pc:chgData name="Danielle Andries" userId="93d179e4-3c18-40f7-920e-ae80b202540d" providerId="ADAL" clId="{B46025A7-E589-4F58-9204-C95A9366FAF8}" dt="2021-10-13T14:10:00.625" v="169" actId="20577"/>
      <pc:docMkLst>
        <pc:docMk/>
      </pc:docMkLst>
      <pc:sldChg chg="modSp mod">
        <pc:chgData name="Danielle Andries" userId="93d179e4-3c18-40f7-920e-ae80b202540d" providerId="ADAL" clId="{B46025A7-E589-4F58-9204-C95A9366FAF8}" dt="2021-10-13T14:09:14.124" v="164" actId="27636"/>
        <pc:sldMkLst>
          <pc:docMk/>
          <pc:sldMk cId="3676537154" sldId="256"/>
        </pc:sldMkLst>
        <pc:spChg chg="mod">
          <ac:chgData name="Danielle Andries" userId="93d179e4-3c18-40f7-920e-ae80b202540d" providerId="ADAL" clId="{B46025A7-E589-4F58-9204-C95A9366FAF8}" dt="2021-10-13T14:09:14.124" v="164" actId="2763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46025A7-E589-4F58-9204-C95A9366FAF8}" dt="2021-10-13T14:05:32.559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B46025A7-E589-4F58-9204-C95A9366FAF8}" dt="2021-10-13T14:05:32.559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46025A7-E589-4F58-9204-C95A9366FAF8}" dt="2021-10-13T14:05:20.7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46025A7-E589-4F58-9204-C95A9366FAF8}" dt="2021-10-13T14:06:36.244" v="70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B46025A7-E589-4F58-9204-C95A9366FAF8}" dt="2021-10-13T14:06:36.244" v="70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46025A7-E589-4F58-9204-C95A9366FAF8}" dt="2021-10-13T14:05:57.012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46025A7-E589-4F58-9204-C95A9366FAF8}" dt="2021-10-13T14:05:55.472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46025A7-E589-4F58-9204-C95A9366FAF8}" dt="2021-10-13T14:07:23.644" v="9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46025A7-E589-4F58-9204-C95A9366FAF8}" dt="2021-10-13T14:07:23.644" v="9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46025A7-E589-4F58-9204-C95A9366FAF8}" dt="2021-10-13T14:07:14.749" v="7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46025A7-E589-4F58-9204-C95A9366FAF8}" dt="2021-10-13T14:07:13.157" v="7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46025A7-E589-4F58-9204-C95A9366FAF8}" dt="2021-10-13T14:10:00.625" v="16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46025A7-E589-4F58-9204-C95A9366FAF8}" dt="2021-10-13T14:10:00.625" v="16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 modNotes">
        <pc:chgData name="Danielle Andries" userId="93d179e4-3c18-40f7-920e-ae80b202540d" providerId="ADAL" clId="{B46025A7-E589-4F58-9204-C95A9366FAF8}" dt="2021-10-13T14:09:45.599" v="167"/>
        <pc:sldMkLst>
          <pc:docMk/>
          <pc:sldMk cId="3073644457" sldId="284"/>
        </pc:sldMkLst>
        <pc:spChg chg="mod">
          <ac:chgData name="Danielle Andries" userId="93d179e4-3c18-40f7-920e-ae80b202540d" providerId="ADAL" clId="{B46025A7-E589-4F58-9204-C95A9366FAF8}" dt="2021-10-13T14:09:45.599" v="16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B46025A7-E589-4F58-9204-C95A9366FAF8}" dt="2021-10-13T14:07:44.196" v="134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B46025A7-E589-4F58-9204-C95A9366FAF8}" dt="2021-10-13T14:07:44.196" v="134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7:36.699" v="10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B46025A7-E589-4F58-9204-C95A9366FAF8}" dt="2021-10-13T14:07:34.722" v="10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B46025A7-E589-4F58-9204-C95A9366FAF8}" dt="2021-10-13T14:08:36.841" v="157" actId="20577"/>
        <pc:sldMkLst>
          <pc:docMk/>
          <pc:sldMk cId="3790744140" sldId="290"/>
        </pc:sldMkLst>
        <pc:spChg chg="mod">
          <ac:chgData name="Danielle Andries" userId="93d179e4-3c18-40f7-920e-ae80b202540d" providerId="ADAL" clId="{B46025A7-E589-4F58-9204-C95A9366FAF8}" dt="2021-10-13T14:08:36.841" v="157" actId="20577"/>
          <ac:spMkLst>
            <pc:docMk/>
            <pc:sldMk cId="3790744140" sldId="290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8:29.446" v="141" actId="20577"/>
          <ac:spMkLst>
            <pc:docMk/>
            <pc:sldMk cId="3790744140" sldId="290"/>
            <ac:spMk id="3" creationId="{1F39D58A-425E-4AFF-8B6F-6914EE1DDCD9}"/>
          </ac:spMkLst>
        </pc:spChg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4261538642" sldId="291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554463169" sldId="292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750369082" sldId="293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4:53.477" v="182" actId="2696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Danielle Andries" userId="93d179e4-3c18-40f7-920e-ae80b202540d" providerId="ADAL" clId="{5B7BBA0C-FA7B-45F9-9661-F907925E5DF7}"/>
    <pc:docChg chg="undo custSel addSld delSld modSld">
      <pc:chgData name="Danielle Andries" userId="93d179e4-3c18-40f7-920e-ae80b202540d" providerId="ADAL" clId="{5B7BBA0C-FA7B-45F9-9661-F907925E5DF7}" dt="2021-10-13T14:00:56.913" v="151"/>
      <pc:docMkLst>
        <pc:docMk/>
      </pc:docMkLst>
      <pc:sldChg chg="modSp mod">
        <pc:chgData name="Danielle Andries" userId="93d179e4-3c18-40f7-920e-ae80b202540d" providerId="ADAL" clId="{5B7BBA0C-FA7B-45F9-9661-F907925E5DF7}" dt="2021-10-13T13:57:50.436" v="6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B7BBA0C-FA7B-45F9-9661-F907925E5DF7}" dt="2021-10-13T13:57:50.436" v="6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B7BBA0C-FA7B-45F9-9661-F907925E5DF7}" dt="2021-10-13T13:56:13.375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5B7BBA0C-FA7B-45F9-9661-F907925E5DF7}" dt="2021-10-13T13:56:13.375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B7BBA0C-FA7B-45F9-9661-F907925E5DF7}" dt="2021-10-13T13:56:02.604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B7BBA0C-FA7B-45F9-9661-F907925E5DF7}" dt="2021-10-13T13:57:30.425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5B7BBA0C-FA7B-45F9-9661-F907925E5DF7}" dt="2021-10-13T13:57:30.425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B7BBA0C-FA7B-45F9-9661-F907925E5DF7}" dt="2021-10-13T13:57:18.999" v="3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B7BBA0C-FA7B-45F9-9661-F907925E5DF7}" dt="2021-10-13T13:57:20.978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B7BBA0C-FA7B-45F9-9661-F907925E5DF7}" dt="2021-10-13T13:58:17.166" v="10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B7BBA0C-FA7B-45F9-9661-F907925E5DF7}" dt="2021-10-13T13:58:17.166" v="10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B7BBA0C-FA7B-45F9-9661-F907925E5DF7}" dt="2021-10-13T13:58:06.700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B7BBA0C-FA7B-45F9-9661-F907925E5DF7}" dt="2021-10-13T13:58:05.099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B7BBA0C-FA7B-45F9-9661-F907925E5DF7}" dt="2021-10-13T13:59:19.397" v="14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B7BBA0C-FA7B-45F9-9661-F907925E5DF7}" dt="2021-10-13T13:59:19.397" v="147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B7BBA0C-FA7B-45F9-9661-F907925E5DF7}" dt="2021-10-13T14:00:56.913" v="151"/>
        <pc:sldMkLst>
          <pc:docMk/>
          <pc:sldMk cId="3073644457" sldId="284"/>
        </pc:sldMkLst>
        <pc:spChg chg="mod">
          <ac:chgData name="Danielle Andries" userId="93d179e4-3c18-40f7-920e-ae80b202540d" providerId="ADAL" clId="{5B7BBA0C-FA7B-45F9-9661-F907925E5DF7}" dt="2021-10-13T14:00:56.913" v="151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5B7BBA0C-FA7B-45F9-9661-F907925E5DF7}" dt="2021-10-13T13:58:42.026" v="14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5B7BBA0C-FA7B-45F9-9661-F907925E5DF7}" dt="2021-10-13T13:58:42.026" v="14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5B7BBA0C-FA7B-45F9-9661-F907925E5DF7}" dt="2021-10-13T13:58:29.309" v="10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5B7BBA0C-FA7B-45F9-9661-F907925E5DF7}" dt="2021-10-13T13:58:26.068" v="10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new del">
        <pc:chgData name="Danielle Andries" userId="93d179e4-3c18-40f7-920e-ae80b202540d" providerId="ADAL" clId="{5B7BBA0C-FA7B-45F9-9661-F907925E5DF7}" dt="2021-10-13T14:00:05.871" v="149" actId="680"/>
        <pc:sldMkLst>
          <pc:docMk/>
          <pc:sldMk cId="3803415604" sldId="290"/>
        </pc:sldMkLst>
      </pc:sldChg>
    </pc:docChg>
  </pc:docChgLst>
  <pc:docChgLst>
    <pc:chgData name="Lisa Bock" userId="1f2a7945151d6011" providerId="LiveId" clId="{B3F4C20E-9239-4F21-9CE5-09D908E0FEB1}"/>
    <pc:docChg chg="undo redo custSel addSld delSld modSld sldOrd">
      <pc:chgData name="Lisa Bock" userId="1f2a7945151d6011" providerId="LiveId" clId="{B3F4C20E-9239-4F21-9CE5-09D908E0FEB1}" dt="2021-10-24T19:31:33.106" v="2026" actId="20577"/>
      <pc:docMkLst>
        <pc:docMk/>
      </pc:docMkLst>
      <pc:sldChg chg="modSp mod modNotesTx">
        <pc:chgData name="Lisa Bock" userId="1f2a7945151d6011" providerId="LiveId" clId="{B3F4C20E-9239-4F21-9CE5-09D908E0FEB1}" dt="2021-10-24T18:43:46.789" v="1852" actId="15"/>
        <pc:sldMkLst>
          <pc:docMk/>
          <pc:sldMk cId="2700514735" sldId="260"/>
        </pc:sldMkLst>
        <pc:spChg chg="mod">
          <ac:chgData name="Lisa Bock" userId="1f2a7945151d6011" providerId="LiveId" clId="{B3F4C20E-9239-4F21-9CE5-09D908E0FEB1}" dt="2021-10-16T00:46:15.328" v="33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24T18:43:46.789" v="1852" actId="15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B3F4C20E-9239-4F21-9CE5-09D908E0FEB1}" dt="2021-10-24T18:56:10.821" v="2025" actId="20577"/>
        <pc:sldMkLst>
          <pc:docMk/>
          <pc:sldMk cId="1379302974" sldId="261"/>
        </pc:sldMkLst>
        <pc:spChg chg="mod">
          <ac:chgData name="Lisa Bock" userId="1f2a7945151d6011" providerId="LiveId" clId="{B3F4C20E-9239-4F21-9CE5-09D908E0FEB1}" dt="2021-10-24T18:56:10.821" v="2025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B3F4C20E-9239-4F21-9CE5-09D908E0FEB1}" dt="2021-10-16T02:03:30.974" v="502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B3F4C20E-9239-4F21-9CE5-09D908E0FEB1}" dt="2021-10-17T01:44:22.029" v="1644" actId="113"/>
        <pc:sldMkLst>
          <pc:docMk/>
          <pc:sldMk cId="1766491834" sldId="264"/>
        </pc:sldMkLst>
        <pc:spChg chg="mod">
          <ac:chgData name="Lisa Bock" userId="1f2a7945151d6011" providerId="LiveId" clId="{B3F4C20E-9239-4F21-9CE5-09D908E0FEB1}" dt="2021-10-16T01:26:31.808" v="178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1:44:22.029" v="1644" actId="113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">
        <pc:chgData name="Lisa Bock" userId="1f2a7945151d6011" providerId="LiveId" clId="{B3F4C20E-9239-4F21-9CE5-09D908E0FEB1}" dt="2021-10-17T01:56:23.413" v="1793" actId="15"/>
        <pc:sldMkLst>
          <pc:docMk/>
          <pc:sldMk cId="2528030650" sldId="265"/>
        </pc:sldMkLst>
        <pc:spChg chg="mod">
          <ac:chgData name="Lisa Bock" userId="1f2a7945151d6011" providerId="LiveId" clId="{B3F4C20E-9239-4F21-9CE5-09D908E0FEB1}" dt="2021-10-16T01:27:09.207" v="203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1:56:23.413" v="1793" actId="15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B3F4C20E-9239-4F21-9CE5-09D908E0FEB1}" dt="2021-10-17T01:36:03.334" v="1577" actId="20577"/>
        <pc:sldMkLst>
          <pc:docMk/>
          <pc:sldMk cId="2996616140" sldId="267"/>
        </pc:sldMkLst>
        <pc:spChg chg="mod">
          <ac:chgData name="Lisa Bock" userId="1f2a7945151d6011" providerId="LiveId" clId="{B3F4C20E-9239-4F21-9CE5-09D908E0FEB1}" dt="2021-10-16T16:41:13.645" v="735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1:36:03.334" v="1577" actId="20577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 ord">
        <pc:chgData name="Lisa Bock" userId="1f2a7945151d6011" providerId="LiveId" clId="{B3F4C20E-9239-4F21-9CE5-09D908E0FEB1}" dt="2021-10-16T16:44:41.369" v="898"/>
        <pc:sldMkLst>
          <pc:docMk/>
          <pc:sldMk cId="443996997" sldId="268"/>
        </pc:sldMkLst>
        <pc:spChg chg="mod">
          <ac:chgData name="Lisa Bock" userId="1f2a7945151d6011" providerId="LiveId" clId="{B3F4C20E-9239-4F21-9CE5-09D908E0FEB1}" dt="2021-10-16T16:41:50.867" v="777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6T16:44:41.369" v="898"/>
          <ac:spMkLst>
            <pc:docMk/>
            <pc:sldMk cId="443996997" sldId="268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B3F4C20E-9239-4F21-9CE5-09D908E0FEB1}" dt="2021-10-17T00:17:26.894" v="1043" actId="15"/>
        <pc:sldMkLst>
          <pc:docMk/>
          <pc:sldMk cId="1387039101" sldId="269"/>
        </pc:sldMkLst>
        <pc:spChg chg="mod">
          <ac:chgData name="Lisa Bock" userId="1f2a7945151d6011" providerId="LiveId" clId="{B3F4C20E-9239-4F21-9CE5-09D908E0FEB1}" dt="2021-10-16T16:45:06.038" v="901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0:17:26.894" v="1043" actId="15"/>
          <ac:spMkLst>
            <pc:docMk/>
            <pc:sldMk cId="1387039101" sldId="269"/>
            <ac:spMk id="3" creationId="{D265882B-10E2-446D-A76D-9CAE7BFA8BE6}"/>
          </ac:spMkLst>
        </pc:spChg>
      </pc:sldChg>
      <pc:sldChg chg="modSp del mod">
        <pc:chgData name="Lisa Bock" userId="1f2a7945151d6011" providerId="LiveId" clId="{B3F4C20E-9239-4F21-9CE5-09D908E0FEB1}" dt="2021-10-17T00:24:30.276" v="1227" actId="47"/>
        <pc:sldMkLst>
          <pc:docMk/>
          <pc:sldMk cId="1555248704" sldId="270"/>
        </pc:sldMkLst>
        <pc:spChg chg="mod">
          <ac:chgData name="Lisa Bock" userId="1f2a7945151d6011" providerId="LiveId" clId="{B3F4C20E-9239-4F21-9CE5-09D908E0FEB1}" dt="2021-10-17T00:24:18.556" v="1223" actId="20577"/>
          <ac:spMkLst>
            <pc:docMk/>
            <pc:sldMk cId="1555248704" sldId="270"/>
            <ac:spMk id="2" creationId="{00910985-B36C-4A8C-8F00-496036FF49CE}"/>
          </ac:spMkLst>
        </pc:spChg>
      </pc:sldChg>
      <pc:sldChg chg="modSp add mod modNotesTx">
        <pc:chgData name="Lisa Bock" userId="1f2a7945151d6011" providerId="LiveId" clId="{B3F4C20E-9239-4F21-9CE5-09D908E0FEB1}" dt="2021-10-24T18:51:27.074" v="1898" actId="20577"/>
        <pc:sldMkLst>
          <pc:docMk/>
          <pc:sldMk cId="731367803" sldId="282"/>
        </pc:sldMkLst>
        <pc:spChg chg="mod">
          <ac:chgData name="Lisa Bock" userId="1f2a7945151d6011" providerId="LiveId" clId="{B3F4C20E-9239-4F21-9CE5-09D908E0FEB1}" dt="2021-10-16T01:29:04.423" v="282" actId="20577"/>
          <ac:spMkLst>
            <pc:docMk/>
            <pc:sldMk cId="731367803" sldId="282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24T18:51:27.074" v="1898" actId="20577"/>
          <ac:spMkLst>
            <pc:docMk/>
            <pc:sldMk cId="731367803" sldId="282"/>
            <ac:spMk id="3" creationId="{D265882B-10E2-446D-A76D-9CAE7BFA8BE6}"/>
          </ac:spMkLst>
        </pc:spChg>
      </pc:sldChg>
      <pc:sldChg chg="add del">
        <pc:chgData name="Lisa Bock" userId="1f2a7945151d6011" providerId="LiveId" clId="{B3F4C20E-9239-4F21-9CE5-09D908E0FEB1}" dt="2021-10-24T18:51:38.393" v="1899" actId="47"/>
        <pc:sldMkLst>
          <pc:docMk/>
          <pc:sldMk cId="1824755696" sldId="283"/>
        </pc:sldMkLst>
      </pc:sldChg>
      <pc:sldChg chg="add del">
        <pc:chgData name="Lisa Bock" userId="1f2a7945151d6011" providerId="LiveId" clId="{B3F4C20E-9239-4F21-9CE5-09D908E0FEB1}" dt="2021-10-24T18:51:38.393" v="1899" actId="47"/>
        <pc:sldMkLst>
          <pc:docMk/>
          <pc:sldMk cId="1345650185" sldId="284"/>
        </pc:sldMkLst>
      </pc:sldChg>
      <pc:sldChg chg="modSp add mod">
        <pc:chgData name="Lisa Bock" userId="1f2a7945151d6011" providerId="LiveId" clId="{B3F4C20E-9239-4F21-9CE5-09D908E0FEB1}" dt="2021-10-17T01:58:13.012" v="1837" actId="20577"/>
        <pc:sldMkLst>
          <pc:docMk/>
          <pc:sldMk cId="2223570652" sldId="285"/>
        </pc:sldMkLst>
        <pc:spChg chg="mod">
          <ac:chgData name="Lisa Bock" userId="1f2a7945151d6011" providerId="LiveId" clId="{B3F4C20E-9239-4F21-9CE5-09D908E0FEB1}" dt="2021-10-16T01:27:53.687" v="220" actId="20577"/>
          <ac:spMkLst>
            <pc:docMk/>
            <pc:sldMk cId="2223570652" sldId="285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1:58:13.012" v="1837" actId="20577"/>
          <ac:spMkLst>
            <pc:docMk/>
            <pc:sldMk cId="2223570652" sldId="285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B3F4C20E-9239-4F21-9CE5-09D908E0FEB1}" dt="2021-10-24T18:55:20.824" v="1987" actId="20577"/>
        <pc:sldMkLst>
          <pc:docMk/>
          <pc:sldMk cId="2448618819" sldId="286"/>
        </pc:sldMkLst>
        <pc:spChg chg="mod">
          <ac:chgData name="Lisa Bock" userId="1f2a7945151d6011" providerId="LiveId" clId="{B3F4C20E-9239-4F21-9CE5-09D908E0FEB1}" dt="2021-10-24T18:55:20.824" v="1987" actId="20577"/>
          <ac:spMkLst>
            <pc:docMk/>
            <pc:sldMk cId="2448618819" sldId="286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24T18:47:28.193" v="1882" actId="20577"/>
          <ac:spMkLst>
            <pc:docMk/>
            <pc:sldMk cId="2448618819" sldId="286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B3F4C20E-9239-4F21-9CE5-09D908E0FEB1}" dt="2021-10-17T01:58:09.669" v="1835" actId="2696"/>
        <pc:sldMkLst>
          <pc:docMk/>
          <pc:sldMk cId="2516700490" sldId="287"/>
        </pc:sldMkLst>
        <pc:spChg chg="mod">
          <ac:chgData name="Lisa Bock" userId="1f2a7945151d6011" providerId="LiveId" clId="{B3F4C20E-9239-4F21-9CE5-09D908E0FEB1}" dt="2021-10-16T01:28:31.119" v="262" actId="20577"/>
          <ac:spMkLst>
            <pc:docMk/>
            <pc:sldMk cId="2516700490" sldId="287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1:50:06.693" v="1666" actId="27636"/>
          <ac:spMkLst>
            <pc:docMk/>
            <pc:sldMk cId="2516700490" sldId="287"/>
            <ac:spMk id="3" creationId="{D265882B-10E2-446D-A76D-9CAE7BFA8BE6}"/>
          </ac:spMkLst>
        </pc:spChg>
      </pc:sldChg>
      <pc:sldChg chg="add del">
        <pc:chgData name="Lisa Bock" userId="1f2a7945151d6011" providerId="LiveId" clId="{B3F4C20E-9239-4F21-9CE5-09D908E0FEB1}" dt="2021-10-17T00:24:26.155" v="1226" actId="47"/>
        <pc:sldMkLst>
          <pc:docMk/>
          <pc:sldMk cId="2265893665" sldId="288"/>
        </pc:sldMkLst>
      </pc:sldChg>
      <pc:sldChg chg="add del">
        <pc:chgData name="Lisa Bock" userId="1f2a7945151d6011" providerId="LiveId" clId="{B3F4C20E-9239-4F21-9CE5-09D908E0FEB1}" dt="2021-10-17T00:24:23.506" v="1225" actId="47"/>
        <pc:sldMkLst>
          <pc:docMk/>
          <pc:sldMk cId="2638641609" sldId="289"/>
        </pc:sldMkLst>
      </pc:sldChg>
      <pc:sldChg chg="add del">
        <pc:chgData name="Lisa Bock" userId="1f2a7945151d6011" providerId="LiveId" clId="{B3F4C20E-9239-4F21-9CE5-09D908E0FEB1}" dt="2021-10-17T00:24:22.379" v="1224" actId="47"/>
        <pc:sldMkLst>
          <pc:docMk/>
          <pc:sldMk cId="2562002620" sldId="290"/>
        </pc:sldMkLst>
      </pc:sldChg>
      <pc:sldChg chg="modSp add mod">
        <pc:chgData name="Lisa Bock" userId="1f2a7945151d6011" providerId="LiveId" clId="{B3F4C20E-9239-4F21-9CE5-09D908E0FEB1}" dt="2021-10-17T00:37:15.303" v="1446" actId="20577"/>
        <pc:sldMkLst>
          <pc:docMk/>
          <pc:sldMk cId="243834123" sldId="291"/>
        </pc:sldMkLst>
        <pc:spChg chg="mod">
          <ac:chgData name="Lisa Bock" userId="1f2a7945151d6011" providerId="LiveId" clId="{B3F4C20E-9239-4F21-9CE5-09D908E0FEB1}" dt="2021-10-16T17:35:45.465" v="905"/>
          <ac:spMkLst>
            <pc:docMk/>
            <pc:sldMk cId="243834123" sldId="291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17T00:37:15.303" v="1446" actId="20577"/>
          <ac:spMkLst>
            <pc:docMk/>
            <pc:sldMk cId="243834123" sldId="291"/>
            <ac:spMk id="3" creationId="{D265882B-10E2-446D-A76D-9CAE7BFA8BE6}"/>
          </ac:spMkLst>
        </pc:spChg>
      </pc:sldChg>
      <pc:sldChg chg="modSp add mod">
        <pc:chgData name="Lisa Bock" userId="1f2a7945151d6011" providerId="LiveId" clId="{B3F4C20E-9239-4F21-9CE5-09D908E0FEB1}" dt="2021-10-24T19:31:33.106" v="2026" actId="20577"/>
        <pc:sldMkLst>
          <pc:docMk/>
          <pc:sldMk cId="179803498" sldId="292"/>
        </pc:sldMkLst>
        <pc:spChg chg="mod">
          <ac:chgData name="Lisa Bock" userId="1f2a7945151d6011" providerId="LiveId" clId="{B3F4C20E-9239-4F21-9CE5-09D908E0FEB1}" dt="2021-10-17T00:18:23.197" v="1068" actId="20577"/>
          <ac:spMkLst>
            <pc:docMk/>
            <pc:sldMk cId="179803498" sldId="292"/>
            <ac:spMk id="2" creationId="{A92B708E-4083-4962-9240-C5792BEC3394}"/>
          </ac:spMkLst>
        </pc:spChg>
        <pc:spChg chg="mod">
          <ac:chgData name="Lisa Bock" userId="1f2a7945151d6011" providerId="LiveId" clId="{B3F4C20E-9239-4F21-9CE5-09D908E0FEB1}" dt="2021-10-24T19:31:33.106" v="2026" actId="20577"/>
          <ac:spMkLst>
            <pc:docMk/>
            <pc:sldMk cId="179803498" sldId="292"/>
            <ac:spMk id="3" creationId="{D265882B-10E2-446D-A76D-9CAE7BFA8BE6}"/>
          </ac:spMkLst>
        </pc:spChg>
      </pc:sldChg>
      <pc:sldChg chg="add del">
        <pc:chgData name="Lisa Bock" userId="1f2a7945151d6011" providerId="LiveId" clId="{B3F4C20E-9239-4F21-9CE5-09D908E0FEB1}" dt="2021-10-17T00:26:01.131" v="1294" actId="47"/>
        <pc:sldMkLst>
          <pc:docMk/>
          <pc:sldMk cId="1478497839" sldId="293"/>
        </pc:sldMkLst>
      </pc:sldChg>
      <pc:sldChg chg="modSp new mod">
        <pc:chgData name="Lisa Bock" userId="1f2a7945151d6011" providerId="LiveId" clId="{B3F4C20E-9239-4F21-9CE5-09D908E0FEB1}" dt="2021-10-17T01:39:10.132" v="1624" actId="6549"/>
        <pc:sldMkLst>
          <pc:docMk/>
          <pc:sldMk cId="2235784721" sldId="294"/>
        </pc:sldMkLst>
        <pc:spChg chg="mod">
          <ac:chgData name="Lisa Bock" userId="1f2a7945151d6011" providerId="LiveId" clId="{B3F4C20E-9239-4F21-9CE5-09D908E0FEB1}" dt="2021-10-17T01:39:10.132" v="1624" actId="6549"/>
          <ac:spMkLst>
            <pc:docMk/>
            <pc:sldMk cId="2235784721" sldId="294"/>
            <ac:spMk id="2" creationId="{4EC3B524-FB3C-4869-81D4-7CF2552D1771}"/>
          </ac:spMkLst>
        </pc:spChg>
        <pc:spChg chg="mod">
          <ac:chgData name="Lisa Bock" userId="1f2a7945151d6011" providerId="LiveId" clId="{B3F4C20E-9239-4F21-9CE5-09D908E0FEB1}" dt="2021-10-17T00:38:47.265" v="1554"/>
          <ac:spMkLst>
            <pc:docMk/>
            <pc:sldMk cId="2235784721" sldId="294"/>
            <ac:spMk id="3" creationId="{59A6F217-842C-4583-8D88-DFBA03F12A30}"/>
          </ac:spMkLst>
        </pc:spChg>
      </pc:sldChg>
    </pc:docChg>
  </pc:docChgLst>
  <pc:docChgLst>
    <pc:chgData name="Danielle Andries" userId="93d179e4-3c18-40f7-920e-ae80b202540d" providerId="ADAL" clId="{EF0A6E6E-C669-4AE4-9233-0A4E68EFF283}"/>
    <pc:docChg chg="delSld modSld">
      <pc:chgData name="Danielle Andries" userId="93d179e4-3c18-40f7-920e-ae80b202540d" providerId="ADAL" clId="{EF0A6E6E-C669-4AE4-9233-0A4E68EFF283}" dt="2021-10-13T14:41:03.011" v="109" actId="20577"/>
      <pc:docMkLst>
        <pc:docMk/>
      </pc:docMkLst>
      <pc:sldChg chg="modSp mod">
        <pc:chgData name="Danielle Andries" userId="93d179e4-3c18-40f7-920e-ae80b202540d" providerId="ADAL" clId="{EF0A6E6E-C669-4AE4-9233-0A4E68EFF283}" dt="2021-10-13T14:40:05.314" v="46"/>
        <pc:sldMkLst>
          <pc:docMk/>
          <pc:sldMk cId="3676537154" sldId="256"/>
        </pc:sldMkLst>
        <pc:spChg chg="mod">
          <ac:chgData name="Danielle Andries" userId="93d179e4-3c18-40f7-920e-ae80b202540d" providerId="ADAL" clId="{EF0A6E6E-C669-4AE4-9233-0A4E68EFF283}" dt="2021-10-13T14:40:05.314" v="4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EF0A6E6E-C669-4AE4-9233-0A4E68EFF283}" dt="2021-10-13T14:39:52.092" v="4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EF0A6E6E-C669-4AE4-9233-0A4E68EFF283}" dt="2021-10-13T14:39:52.092" v="4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EF0A6E6E-C669-4AE4-9233-0A4E68EFF283}" dt="2021-10-13T14:39:33.062" v="3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EF0A6E6E-C669-4AE4-9233-0A4E68EFF283}" dt="2021-10-13T14:40:17.595" v="77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EF0A6E6E-C669-4AE4-9233-0A4E68EFF283}" dt="2021-10-13T14:40:17.595" v="77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EF0A6E6E-C669-4AE4-9233-0A4E68EFF283}" dt="2021-10-13T14:40:10.352" v="54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EF0A6E6E-C669-4AE4-9233-0A4E68EFF283}" dt="2021-10-13T14:40:08.703" v="50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EF0A6E6E-C669-4AE4-9233-0A4E68EFF283}" dt="2021-10-13T14:40:44.663" v="103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EF0A6E6E-C669-4AE4-9233-0A4E68EFF283}" dt="2021-10-13T14:40:44.663" v="103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EF0A6E6E-C669-4AE4-9233-0A4E68EFF283}" dt="2021-10-13T14:40:38.678" v="8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EF0A6E6E-C669-4AE4-9233-0A4E68EFF283}" dt="2021-10-13T14:40:36.782" v="8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EF0A6E6E-C669-4AE4-9233-0A4E68EFF283}" dt="2021-10-13T14:41:03.011" v="10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EF0A6E6E-C669-4AE4-9233-0A4E68EFF283}" dt="2021-10-13T14:41:03.011" v="10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del">
        <pc:chgData name="Danielle Andries" userId="93d179e4-3c18-40f7-920e-ae80b202540d" providerId="ADAL" clId="{EF0A6E6E-C669-4AE4-9233-0A4E68EFF283}" dt="2021-10-13T14:40:56.957" v="104" actId="47"/>
        <pc:sldMkLst>
          <pc:docMk/>
          <pc:sldMk cId="3073644457" sldId="284"/>
        </pc:sldMkLst>
      </pc:sldChg>
      <pc:sldChg chg="del">
        <pc:chgData name="Danielle Andries" userId="93d179e4-3c18-40f7-920e-ae80b202540d" providerId="ADAL" clId="{EF0A6E6E-C669-4AE4-9233-0A4E68EFF283}" dt="2021-10-13T14:41:00.205" v="105" actId="47"/>
        <pc:sldMkLst>
          <pc:docMk/>
          <pc:sldMk cId="3161289941" sldId="285"/>
        </pc:sldMkLst>
      </pc:sldChg>
      <pc:sldChg chg="del">
        <pc:chgData name="Danielle Andries" userId="93d179e4-3c18-40f7-920e-ae80b202540d" providerId="ADAL" clId="{EF0A6E6E-C669-4AE4-9233-0A4E68EFF283}" dt="2021-10-13T14:41:00.205" v="105" actId="47"/>
        <pc:sldMkLst>
          <pc:docMk/>
          <pc:sldMk cId="685463285" sldId="286"/>
        </pc:sldMkLst>
      </pc:sldChg>
      <pc:sldChg chg="del">
        <pc:chgData name="Danielle Andries" userId="93d179e4-3c18-40f7-920e-ae80b202540d" providerId="ADAL" clId="{EF0A6E6E-C669-4AE4-9233-0A4E68EFF283}" dt="2021-10-13T14:41:00.205" v="105" actId="47"/>
        <pc:sldMkLst>
          <pc:docMk/>
          <pc:sldMk cId="2554177378" sldId="287"/>
        </pc:sldMkLst>
      </pc:sldChg>
      <pc:sldChg chg="del">
        <pc:chgData name="Danielle Andries" userId="93d179e4-3c18-40f7-920e-ae80b202540d" providerId="ADAL" clId="{EF0A6E6E-C669-4AE4-9233-0A4E68EFF283}" dt="2021-10-13T14:41:00.205" v="105" actId="47"/>
        <pc:sldMkLst>
          <pc:docMk/>
          <pc:sldMk cId="1567903217" sldId="288"/>
        </pc:sldMkLst>
      </pc:sldChg>
      <pc:sldChg chg="del">
        <pc:chgData name="Danielle Andries" userId="93d179e4-3c18-40f7-920e-ae80b202540d" providerId="ADAL" clId="{EF0A6E6E-C669-4AE4-9233-0A4E68EFF283}" dt="2021-10-13T14:41:00.205" v="105" actId="47"/>
        <pc:sldMkLst>
          <pc:docMk/>
          <pc:sldMk cId="3965838131" sldId="289"/>
        </pc:sldMkLst>
      </pc:sldChg>
      <pc:sldChg chg="del">
        <pc:chgData name="Danielle Andries" userId="93d179e4-3c18-40f7-920e-ae80b202540d" providerId="ADAL" clId="{EF0A6E6E-C669-4AE4-9233-0A4E68EFF283}" dt="2021-10-13T14:40:30.981" v="78" actId="47"/>
        <pc:sldMkLst>
          <pc:docMk/>
          <pc:sldMk cId="374999572" sldId="290"/>
        </pc:sldMkLst>
      </pc:sldChg>
    </pc:docChg>
  </pc:docChgLst>
  <pc:docChgLst>
    <pc:chgData name="Danielle Andries" userId="93d179e4-3c18-40f7-920e-ae80b202540d" providerId="ADAL" clId="{D0A63A30-3C64-41F6-9171-C9B50F8F7993}"/>
    <pc:docChg chg="custSel addSld delSld modSld sldOrd">
      <pc:chgData name="Danielle Andries" userId="93d179e4-3c18-40f7-920e-ae80b202540d" providerId="ADAL" clId="{D0A63A30-3C64-41F6-9171-C9B50F8F7993}" dt="2021-10-13T14:17:56.382" v="144"/>
      <pc:docMkLst>
        <pc:docMk/>
      </pc:docMkLst>
      <pc:sldChg chg="modSp mod">
        <pc:chgData name="Danielle Andries" userId="93d179e4-3c18-40f7-920e-ae80b202540d" providerId="ADAL" clId="{D0A63A30-3C64-41F6-9171-C9B50F8F7993}" dt="2021-10-13T14:16:03.365" v="77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D0A63A30-3C64-41F6-9171-C9B50F8F7993}" dt="2021-10-13T14:16:03.365" v="77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D0A63A30-3C64-41F6-9171-C9B50F8F7993}" dt="2021-10-13T14:15:11.322" v="3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D0A63A30-3C64-41F6-9171-C9B50F8F7993}" dt="2021-10-13T14:15:11.322" v="3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D0A63A30-3C64-41F6-9171-C9B50F8F7993}" dt="2021-10-13T14:15:02.51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D0A63A30-3C64-41F6-9171-C9B50F8F7993}" dt="2021-10-13T14:15:45.699" v="75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D0A63A30-3C64-41F6-9171-C9B50F8F7993}" dt="2021-10-13T14:15:45.699" v="75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D0A63A30-3C64-41F6-9171-C9B50F8F7993}" dt="2021-10-13T14:15:37.974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D0A63A30-3C64-41F6-9171-C9B50F8F7993}" dt="2021-10-13T14:15:36.077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D0A63A30-3C64-41F6-9171-C9B50F8F7993}" dt="2021-10-13T14:16:17.782" v="104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D0A63A30-3C64-41F6-9171-C9B50F8F7993}" dt="2021-10-13T14:16:17.782" v="104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D0A63A30-3C64-41F6-9171-C9B50F8F7993}" dt="2021-10-13T14:16:09.454" v="81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D0A63A30-3C64-41F6-9171-C9B50F8F7993}" dt="2021-10-13T14:16:07.846" v="79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D0A63A30-3C64-41F6-9171-C9B50F8F7993}" dt="2021-10-13T14:17:09.546" v="13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D0A63A30-3C64-41F6-9171-C9B50F8F7993}" dt="2021-10-13T14:17:09.546" v="13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">
        <pc:chgData name="Danielle Andries" userId="93d179e4-3c18-40f7-920e-ae80b202540d" providerId="ADAL" clId="{D0A63A30-3C64-41F6-9171-C9B50F8F7993}" dt="2021-10-13T14:17:37.098" v="142"/>
        <pc:sldMkLst>
          <pc:docMk/>
          <pc:sldMk cId="3073644457" sldId="284"/>
        </pc:sldMkLst>
        <pc:spChg chg="mod">
          <ac:chgData name="Danielle Andries" userId="93d179e4-3c18-40f7-920e-ae80b202540d" providerId="ADAL" clId="{D0A63A30-3C64-41F6-9171-C9B50F8F7993}" dt="2021-10-13T14:17:37.098" v="142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D0A63A30-3C64-41F6-9171-C9B50F8F7993}" dt="2021-10-13T14:16:43.117" v="13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D0A63A30-3C64-41F6-9171-C9B50F8F7993}" dt="2021-10-13T14:16:39.367" v="132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D0A63A30-3C64-41F6-9171-C9B50F8F7993}" dt="2021-10-13T14:16:43.117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D0A63A30-3C64-41F6-9171-C9B50F8F7993}" dt="2021-10-13T14:16:41.537" v="13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D0A63A30-3C64-41F6-9171-C9B50F8F7993}" dt="2021-10-13T14:17:56.382" v="144"/>
        <pc:sldMkLst>
          <pc:docMk/>
          <pc:sldMk cId="374999572" sldId="290"/>
        </pc:sldMkLst>
        <pc:spChg chg="mod">
          <ac:chgData name="Danielle Andries" userId="93d179e4-3c18-40f7-920e-ae80b202540d" providerId="ADAL" clId="{D0A63A30-3C64-41F6-9171-C9B50F8F7993}" dt="2021-10-13T14:17:56.382" v="144"/>
          <ac:spMkLst>
            <pc:docMk/>
            <pc:sldMk cId="374999572" sldId="290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3790744140" sldId="290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4261538642" sldId="291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554463169" sldId="292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750369082" sldId="293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8495987B-197A-4F40-948E-F6A6FD638E69}"/>
    <pc:docChg chg="undo custSel modSld">
      <pc:chgData name="Danielle Andries" userId="93d179e4-3c18-40f7-920e-ae80b202540d" providerId="ADAL" clId="{8495987B-197A-4F40-948E-F6A6FD638E69}" dt="2021-10-25T15:47:32.812" v="3" actId="20577"/>
      <pc:docMkLst>
        <pc:docMk/>
      </pc:docMkLst>
      <pc:sldChg chg="modNotesTx">
        <pc:chgData name="Danielle Andries" userId="93d179e4-3c18-40f7-920e-ae80b202540d" providerId="ADAL" clId="{8495987B-197A-4F40-948E-F6A6FD638E69}" dt="2021-10-25T15:47:32.812" v="3" actId="20577"/>
        <pc:sldMkLst>
          <pc:docMk/>
          <pc:sldMk cId="1766491834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s-cert.cisa.gov/sites/default/files/publications/DisposeDevicesSafely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Emphasize that proper clean-up is vital in a PenTest, you must not leave artifacts, especially ones that can be leveraged by attackers.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75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with students their experience of post-engagement, either ones they did themselves or have been involved with as a client. How did clean-up go? Any negative experiences?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Be prepared to fill-in if no students volunteer information.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911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What tools do the students know of that can help shred data files?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Also see: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https://us-cert.cisa.gov/sites/default/files/publications/DisposeDevicesSafely.pdf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3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with students the possible requirements of having to prove findings in a court of law.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You will need evidence and chain of custody proof to prove findings in criminal proceedings.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48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PenTest+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Performing Post-Report Delivery Activities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PenTest+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59"/>
            <a:ext cx="8870950" cy="4337605"/>
          </a:xfrm>
        </p:spPr>
        <p:txBody>
          <a:bodyPr>
            <a:normAutofit/>
          </a:bodyPr>
          <a:lstStyle/>
          <a:p>
            <a:r>
              <a:rPr lang="en-US" dirty="0"/>
              <a:t>Explain post-report delivery activities.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Post-Engagement Cleanup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20A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 the Cleanup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the PenTest is complete and the report is handed off, it’s time to begin the cleanup tasks. </a:t>
            </a:r>
          </a:p>
          <a:p>
            <a:pPr lvl="1"/>
            <a:r>
              <a:rPr lang="en-US" dirty="0"/>
              <a:t>This ensures there are no artifacts left that an attacker could exploit</a:t>
            </a:r>
          </a:p>
          <a:p>
            <a:r>
              <a:rPr lang="en-US" dirty="0"/>
              <a:t>Some common cleanup tasks can include, but are not limited to:</a:t>
            </a:r>
          </a:p>
          <a:p>
            <a:pPr lvl="1"/>
            <a:r>
              <a:rPr lang="en-US" dirty="0"/>
              <a:t>Delete any new files you created from the affected systems.</a:t>
            </a:r>
          </a:p>
          <a:p>
            <a:pPr lvl="1"/>
            <a:r>
              <a:rPr lang="en-US" dirty="0"/>
              <a:t>Restore any log files you deleted.</a:t>
            </a:r>
          </a:p>
          <a:p>
            <a:pPr lvl="1"/>
            <a:r>
              <a:rPr lang="en-US" dirty="0"/>
              <a:t>Restore a clean backup copy of any apps that you compromised.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Shells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cleanup, the team will need to remove any hidden or dormant shells on the target system</a:t>
            </a:r>
          </a:p>
          <a:p>
            <a:pPr lvl="1"/>
            <a:r>
              <a:rPr lang="en-US" b="1" dirty="0"/>
              <a:t>On a Windows system</a:t>
            </a:r>
            <a:r>
              <a:rPr lang="en-US" dirty="0"/>
              <a:t>: Remove any values added to the HKLM and HKCU Run Registry keys that start a shell on a during boot. </a:t>
            </a:r>
          </a:p>
          <a:p>
            <a:pPr lvl="1"/>
            <a:r>
              <a:rPr lang="en-US" b="1" dirty="0"/>
              <a:t>On certain Linux distros</a:t>
            </a:r>
            <a:r>
              <a:rPr lang="en-US" dirty="0"/>
              <a:t>: scripts in /etc/init.d/  and /etc/systemd/ are examples of similar run-on-boot functionality.</a:t>
            </a:r>
          </a:p>
          <a:p>
            <a:r>
              <a:rPr lang="en-US" dirty="0"/>
              <a:t>Additionally, remove any scheduled tasks in Windows Task Scheduler or the Linux crontab file that call a shell.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Test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tester-created credentials, shells, and tools that were installed on systems is not necessarily a simple task. </a:t>
            </a:r>
          </a:p>
          <a:p>
            <a:pPr lvl="1"/>
            <a:r>
              <a:rPr lang="en-US" dirty="0"/>
              <a:t>The exploits might be deeply embedded in the target systems, especially if you applied evasive techniques to escape notice. </a:t>
            </a:r>
          </a:p>
          <a:p>
            <a:r>
              <a:rPr lang="en-US" dirty="0"/>
              <a:t>When it comes to removing credentials that  you created during the test, keep in mind that not all authentication systems are alike. </a:t>
            </a:r>
          </a:p>
          <a:p>
            <a:pPr lvl="1"/>
            <a:r>
              <a:rPr lang="en-US" dirty="0"/>
              <a:t>On to a local system you can delete any local credentials </a:t>
            </a:r>
          </a:p>
          <a:p>
            <a:pPr lvl="1"/>
            <a:r>
              <a:rPr lang="en-US" dirty="0"/>
              <a:t>The process is much different for AD domain accounts.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Tester-Created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concern with removing test credentials is that they might be integrated tightly into a particular system </a:t>
            </a:r>
          </a:p>
          <a:p>
            <a:pPr lvl="1"/>
            <a:r>
              <a:rPr lang="en-US" dirty="0"/>
              <a:t>Deleting the credentials could lead to system corruption or other issues.</a:t>
            </a:r>
          </a:p>
          <a:p>
            <a:r>
              <a:rPr lang="en-US" dirty="0"/>
              <a:t>For example, systems that require an audit trail might not provide a “delete account” feature on the standard interface. </a:t>
            </a:r>
          </a:p>
          <a:p>
            <a:pPr lvl="1"/>
            <a:r>
              <a:rPr lang="en-US" dirty="0"/>
              <a:t>In that case, you may need to remove the test accounts from the user database directly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61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Besides shells, you'll also need to remove other tools that you added to a system to enable its compromise</a:t>
            </a:r>
          </a:p>
          <a:p>
            <a:pPr lvl="1"/>
            <a:r>
              <a:rPr lang="en-US" dirty="0"/>
              <a:t>Metasploit payloads, keyloggers, and vulnerability scanner agents.</a:t>
            </a:r>
          </a:p>
          <a:p>
            <a:r>
              <a:rPr lang="en-US" dirty="0"/>
              <a:t>Some of these tools might be loaded into memory and are therefore automatically removed on system reboot </a:t>
            </a:r>
          </a:p>
          <a:p>
            <a:pPr lvl="1"/>
            <a:r>
              <a:rPr lang="en-US" dirty="0"/>
              <a:t>Others linger on the target system until manually uninstalled.</a:t>
            </a:r>
          </a:p>
          <a:p>
            <a:r>
              <a:rPr lang="en-US" dirty="0"/>
              <a:t>In some cases, you may have to securely destroy the tool’s data and any associated files so that they cannot be recovered by an attacker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57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Destroying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purging data, follow a technically secure process</a:t>
            </a:r>
          </a:p>
          <a:p>
            <a:pPr lvl="1"/>
            <a:r>
              <a:rPr lang="en-US" dirty="0"/>
              <a:t>Adhering to a known procedure such as an automated script, will avoid issues such as forgetting about any exposed sensitive data.</a:t>
            </a:r>
          </a:p>
          <a:p>
            <a:r>
              <a:rPr lang="en-US" dirty="0"/>
              <a:t>Shredding data overwrites the storage with new data. </a:t>
            </a:r>
          </a:p>
          <a:p>
            <a:r>
              <a:rPr lang="en-US" dirty="0"/>
              <a:t>Save time and effort by automating cleanup using scripts. </a:t>
            </a:r>
          </a:p>
          <a:p>
            <a:pPr lvl="1"/>
            <a:r>
              <a:rPr lang="en-US" dirty="0"/>
              <a:t>Revert malicious changes, uninstall malware, restore deleted logs </a:t>
            </a:r>
          </a:p>
          <a:p>
            <a:r>
              <a:rPr lang="en-US" dirty="0"/>
              <a:t>NOTE: To properly automate cleanup tasks, you will need to have kept meticulous records on all exploits launched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6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List some of the tasks that take place during cleanup</a:t>
            </a:r>
          </a:p>
          <a:p>
            <a:r>
              <a:rPr lang="en-US" dirty="0"/>
              <a:t>Discuss the importance of removing any shells on the target system</a:t>
            </a:r>
          </a:p>
          <a:p>
            <a:r>
              <a:rPr lang="en-US" dirty="0"/>
              <a:t>Explain some of the issues that might take place when deleting test credentials</a:t>
            </a:r>
          </a:p>
          <a:p>
            <a:r>
              <a:rPr lang="en-US" dirty="0"/>
              <a:t>Describe what’s involved when removing tools used during the PenTest.</a:t>
            </a:r>
          </a:p>
          <a:p>
            <a:r>
              <a:rPr lang="en-US" dirty="0"/>
              <a:t>Review some best practices when destroying test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Post-Engagement Cleanup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Follow-Up 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20B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Outlining Post Delivery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the PenTest is complete the team will have a few final remaining tasks to complete. </a:t>
            </a:r>
          </a:p>
          <a:p>
            <a:r>
              <a:rPr lang="en-US" dirty="0"/>
              <a:t>The client will have to accept your report and its findings, which must be backed up by evidence of what you found.</a:t>
            </a:r>
          </a:p>
          <a:p>
            <a:r>
              <a:rPr lang="en-US" dirty="0"/>
              <a:t>The team should provide recommendations to the client:</a:t>
            </a:r>
          </a:p>
          <a:p>
            <a:pPr lvl="1"/>
            <a:r>
              <a:rPr lang="en-US" dirty="0"/>
              <a:t>Scheduling additional tests with the client organization</a:t>
            </a:r>
          </a:p>
          <a:p>
            <a:pPr lvl="1"/>
            <a:r>
              <a:rPr lang="en-US" dirty="0"/>
              <a:t>Checking back with the client to see how their mitigation efforts are going</a:t>
            </a:r>
          </a:p>
          <a:p>
            <a:pPr lvl="1"/>
            <a:r>
              <a:rPr lang="en-US" dirty="0"/>
              <a:t>Researching and testing new vulnerabilities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the Clients Acceptance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finishing the PenTest and complete the report, you should have a discussion with the client about the findings.</a:t>
            </a:r>
          </a:p>
          <a:p>
            <a:r>
              <a:rPr lang="en-US" dirty="0"/>
              <a:t>Obtain confirmation from the client that they agree that the testing is complete and accept the findings as presented in the report. </a:t>
            </a:r>
          </a:p>
          <a:p>
            <a:r>
              <a:rPr lang="en-US" dirty="0"/>
              <a:t>Use the meeting to discuss with the client anything that needs to be clarified or changed</a:t>
            </a:r>
          </a:p>
          <a:p>
            <a:r>
              <a:rPr lang="en-US" dirty="0"/>
              <a:t>In some cases, they may also voice concerns on how the test was handled, which can help manage future situations.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Confirming the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Attestation is the process of providing evidence that the findings detailed in the PenTest report are true. </a:t>
            </a:r>
          </a:p>
          <a:p>
            <a:r>
              <a:rPr lang="en-US" dirty="0"/>
              <a:t>By signing off on the report, you are attesting that you believe the information and conclusions in the report are authentic.</a:t>
            </a:r>
          </a:p>
          <a:p>
            <a:r>
              <a:rPr lang="en-US" dirty="0"/>
              <a:t>The client must believe that what you have said about their people, processes, and technology is accurate. </a:t>
            </a:r>
          </a:p>
          <a:p>
            <a:r>
              <a:rPr lang="en-US" dirty="0"/>
              <a:t>You must be prepared to prove what you claim.</a:t>
            </a:r>
          </a:p>
          <a:p>
            <a:pPr lvl="1"/>
            <a:r>
              <a:rPr lang="en-US" dirty="0"/>
              <a:t>For example, if you want to prove that you were able to break into a server, you could present exfiltrated data to the client as proof.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the Retest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retest is to analyze progress made in applying the mitigations to the attack vectors that were found during the PenTest. </a:t>
            </a:r>
          </a:p>
          <a:p>
            <a:pPr lvl="1"/>
            <a:r>
              <a:rPr lang="en-US" dirty="0"/>
              <a:t>Schedule additional tests with the client to assess their progress</a:t>
            </a:r>
          </a:p>
          <a:p>
            <a:pPr lvl="1"/>
            <a:r>
              <a:rPr lang="en-US" dirty="0"/>
              <a:t>Provide a window of time for them to fix the issues.</a:t>
            </a:r>
          </a:p>
          <a:p>
            <a:r>
              <a:rPr lang="en-US" dirty="0"/>
              <a:t>Focus on researching vulnerabilities that the team could not recommend a mitigation tactic</a:t>
            </a:r>
          </a:p>
          <a:p>
            <a:pPr lvl="1"/>
            <a:r>
              <a:rPr lang="en-US" dirty="0"/>
              <a:t>Inform them when/if a tactic is eventually found</a:t>
            </a:r>
          </a:p>
          <a:p>
            <a:pPr lvl="1"/>
            <a:r>
              <a:rPr lang="en-US" dirty="0"/>
              <a:t>Research and test new vulnerabilities that were discovered during the test.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4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important part of any project is to identify lessons learned</a:t>
            </a:r>
          </a:p>
          <a:p>
            <a:r>
              <a:rPr lang="en-US" dirty="0"/>
              <a:t>The primary goal of drafting a lessons learned report (LLR), or after-action report (AAR) is to improve your PenTest processes and tools.</a:t>
            </a:r>
          </a:p>
          <a:p>
            <a:pPr lvl="1"/>
            <a:r>
              <a:rPr lang="en-US" dirty="0"/>
              <a:t>Failing to learn from the experience can lead to repeating the same mistakes</a:t>
            </a:r>
          </a:p>
          <a:p>
            <a:r>
              <a:rPr lang="en-US" dirty="0"/>
              <a:t>When you draft an LLR, include questions about the PenTest:</a:t>
            </a:r>
          </a:p>
          <a:p>
            <a:pPr lvl="1"/>
            <a:r>
              <a:rPr lang="en-US" dirty="0"/>
              <a:t>What about the test went well? What didn’t go well?</a:t>
            </a:r>
          </a:p>
          <a:p>
            <a:pPr lvl="1"/>
            <a:r>
              <a:rPr lang="en-US" dirty="0"/>
              <a:t>What new vulnerabilities, exploits, etc., did the team learn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03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3B524-FB3C-4869-81D4-7CF2552D177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Discuss the importance of post delivery activities</a:t>
            </a:r>
          </a:p>
          <a:p>
            <a:r>
              <a:rPr lang="en-US" dirty="0"/>
              <a:t>Review the process of confirming that testing is complete </a:t>
            </a:r>
          </a:p>
          <a:p>
            <a:r>
              <a:rPr lang="en-US" dirty="0"/>
              <a:t>Explain the significance of attestation of findings</a:t>
            </a:r>
          </a:p>
          <a:p>
            <a:r>
              <a:rPr lang="en-US" dirty="0"/>
              <a:t>Outline why the team should schedule a retest</a:t>
            </a:r>
          </a:p>
          <a:p>
            <a:r>
              <a:rPr lang="en-US" dirty="0"/>
              <a:t>Describe the significance of creating a learned report (LLR)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A6F217-842C-4583-8D88-DFBA03F1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4CF78-C96B-4B35-B49E-25D5A53E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84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AB4DC9-1C25-41F6-AEC4-FF9D57BFECF3}"/>
</file>

<file path=customXml/itemProps3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3076</TotalTime>
  <Words>1239</Words>
  <Application>Microsoft Office PowerPoint</Application>
  <PresentationFormat>On-screen Show (16:9)</PresentationFormat>
  <Paragraphs>124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Open Sans</vt:lpstr>
      <vt:lpstr>Calibri</vt:lpstr>
      <vt:lpstr>Arial</vt:lpstr>
      <vt:lpstr>comptia_ov</vt:lpstr>
      <vt:lpstr>Exam PT0-002</vt:lpstr>
      <vt:lpstr>Performing Post-Report Delivery Activities</vt:lpstr>
      <vt:lpstr>Objectives</vt:lpstr>
      <vt:lpstr>Post-Engagement Cleanup</vt:lpstr>
      <vt:lpstr>Begin the Cleanup Process</vt:lpstr>
      <vt:lpstr>Removing Shells</vt:lpstr>
      <vt:lpstr>Deleting Test Credentials</vt:lpstr>
      <vt:lpstr>Removing Tester-Created credentials</vt:lpstr>
      <vt:lpstr>Eliminating Tools</vt:lpstr>
      <vt:lpstr>Destroying Test Data</vt:lpstr>
      <vt:lpstr>Post-Engagement Cleanup</vt:lpstr>
      <vt:lpstr>Follow-Up Actions</vt:lpstr>
      <vt:lpstr>Outlining Post Delivery Activities</vt:lpstr>
      <vt:lpstr>Gaining the Clients Acceptance </vt:lpstr>
      <vt:lpstr>Confirming the Findings </vt:lpstr>
      <vt:lpstr>Planning the Retest </vt:lpstr>
      <vt:lpstr>Reviewing Lessons Learned</vt:lpstr>
      <vt:lpstr>Follow-Up Actions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13</cp:revision>
  <dcterms:created xsi:type="dcterms:W3CDTF">2021-09-23T15:15:08Z</dcterms:created>
  <dcterms:modified xsi:type="dcterms:W3CDTF">2021-10-25T15:47:47Z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</Properties>
</file>