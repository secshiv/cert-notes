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38"/>
  </p:notesMasterIdLst>
  <p:handoutMasterIdLst>
    <p:handoutMasterId r:id="rId39"/>
  </p:handoutMasterIdLst>
  <p:sldIdLst>
    <p:sldId id="257" r:id="rId5"/>
    <p:sldId id="258" r:id="rId6"/>
    <p:sldId id="256" r:id="rId7"/>
    <p:sldId id="259" r:id="rId8"/>
    <p:sldId id="260" r:id="rId9"/>
    <p:sldId id="264" r:id="rId10"/>
    <p:sldId id="265" r:id="rId11"/>
    <p:sldId id="287" r:id="rId12"/>
    <p:sldId id="288" r:id="rId13"/>
    <p:sldId id="261" r:id="rId14"/>
    <p:sldId id="266" r:id="rId15"/>
    <p:sldId id="312" r:id="rId16"/>
    <p:sldId id="267" r:id="rId17"/>
    <p:sldId id="268" r:id="rId18"/>
    <p:sldId id="289" r:id="rId19"/>
    <p:sldId id="290" r:id="rId20"/>
    <p:sldId id="295" r:id="rId21"/>
    <p:sldId id="270" r:id="rId22"/>
    <p:sldId id="271" r:id="rId23"/>
    <p:sldId id="272" r:id="rId24"/>
    <p:sldId id="273" r:id="rId25"/>
    <p:sldId id="301" r:id="rId26"/>
    <p:sldId id="303" r:id="rId27"/>
    <p:sldId id="298" r:id="rId28"/>
    <p:sldId id="299" r:id="rId29"/>
    <p:sldId id="300" r:id="rId30"/>
    <p:sldId id="305" r:id="rId31"/>
    <p:sldId id="306" r:id="rId32"/>
    <p:sldId id="308" r:id="rId33"/>
    <p:sldId id="309" r:id="rId34"/>
    <p:sldId id="275" r:id="rId35"/>
    <p:sldId id="285" r:id="rId36"/>
    <p:sldId id="281" r:id="rId3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Lucida Console" panose="020B0609040504020204" pitchFamily="49" charset="0"/>
      <p:regular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1" autoAdjust="0"/>
    <p:restoredTop sz="81242" autoAdjust="0"/>
  </p:normalViewPr>
  <p:slideViewPr>
    <p:cSldViewPr snapToGrid="0">
      <p:cViewPr varScale="1">
        <p:scale>
          <a:sx n="120" d="100"/>
          <a:sy n="120" d="100"/>
        </p:scale>
        <p:origin x="1380" y="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5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font" Target="fonts/font2.fntdata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Bock" userId="1f2a7945151d6011" providerId="LiveId" clId="{7BA53814-F374-4525-9FCA-4A4FFC350AD9}"/>
    <pc:docChg chg="undo redo custSel addSld delSld modSld sldOrd">
      <pc:chgData name="Lisa Bock" userId="1f2a7945151d6011" providerId="LiveId" clId="{7BA53814-F374-4525-9FCA-4A4FFC350AD9}" dt="2021-10-17T16:21:12.027" v="2774" actId="2711"/>
      <pc:docMkLst>
        <pc:docMk/>
      </pc:docMkLst>
      <pc:sldChg chg="modSp mod modNotesTx">
        <pc:chgData name="Lisa Bock" userId="1f2a7945151d6011" providerId="LiveId" clId="{7BA53814-F374-4525-9FCA-4A4FFC350AD9}" dt="2021-10-17T16:01:40.633" v="2728" actId="20577"/>
        <pc:sldMkLst>
          <pc:docMk/>
          <pc:sldMk cId="2700514735" sldId="260"/>
        </pc:sldMkLst>
        <pc:spChg chg="mod">
          <ac:chgData name="Lisa Bock" userId="1f2a7945151d6011" providerId="LiveId" clId="{7BA53814-F374-4525-9FCA-4A4FFC350AD9}" dt="2021-10-15T16:08:57.358" v="499" actId="20577"/>
          <ac:spMkLst>
            <pc:docMk/>
            <pc:sldMk cId="2700514735" sldId="260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6:01:40.633" v="2728" actId="20577"/>
          <ac:spMkLst>
            <pc:docMk/>
            <pc:sldMk cId="2700514735" sldId="260"/>
            <ac:spMk id="3" creationId="{D265882B-10E2-446D-A76D-9CAE7BFA8BE6}"/>
          </ac:spMkLst>
        </pc:spChg>
      </pc:sldChg>
      <pc:sldChg chg="modSp mod">
        <pc:chgData name="Lisa Bock" userId="1f2a7945151d6011" providerId="LiveId" clId="{7BA53814-F374-4525-9FCA-4A4FFC350AD9}" dt="2021-10-16T16:28:22.515" v="1000" actId="20577"/>
        <pc:sldMkLst>
          <pc:docMk/>
          <pc:sldMk cId="1379302974" sldId="261"/>
        </pc:sldMkLst>
        <pc:spChg chg="mod">
          <ac:chgData name="Lisa Bock" userId="1f2a7945151d6011" providerId="LiveId" clId="{7BA53814-F374-4525-9FCA-4A4FFC350AD9}" dt="2021-10-16T16:28:22.515" v="1000" actId="20577"/>
          <ac:spMkLst>
            <pc:docMk/>
            <pc:sldMk cId="1379302974" sldId="261"/>
            <ac:spMk id="2" creationId="{00910985-B36C-4A8C-8F00-496036FF49CE}"/>
          </ac:spMkLst>
        </pc:spChg>
        <pc:spChg chg="mod">
          <ac:chgData name="Lisa Bock" userId="1f2a7945151d6011" providerId="LiveId" clId="{7BA53814-F374-4525-9FCA-4A4FFC350AD9}" dt="2021-10-14T01:20:18.136" v="148"/>
          <ac:spMkLst>
            <pc:docMk/>
            <pc:sldMk cId="1379302974" sldId="261"/>
            <ac:spMk id="3" creationId="{741BF6B6-2A64-4049-9A00-5F58CF8B2C57}"/>
          </ac:spMkLst>
        </pc:spChg>
      </pc:sldChg>
      <pc:sldChg chg="modSp mod">
        <pc:chgData name="Lisa Bock" userId="1f2a7945151d6011" providerId="LiveId" clId="{7BA53814-F374-4525-9FCA-4A4FFC350AD9}" dt="2021-10-17T16:02:51.810" v="2729" actId="20577"/>
        <pc:sldMkLst>
          <pc:docMk/>
          <pc:sldMk cId="1766491834" sldId="264"/>
        </pc:sldMkLst>
        <pc:spChg chg="mod">
          <ac:chgData name="Lisa Bock" userId="1f2a7945151d6011" providerId="LiveId" clId="{7BA53814-F374-4525-9FCA-4A4FFC350AD9}" dt="2021-10-13T21:45:18.079" v="42"/>
          <ac:spMkLst>
            <pc:docMk/>
            <pc:sldMk cId="1766491834" sldId="264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6:02:51.810" v="2729" actId="20577"/>
          <ac:spMkLst>
            <pc:docMk/>
            <pc:sldMk cId="1766491834" sldId="264"/>
            <ac:spMk id="3" creationId="{D265882B-10E2-446D-A76D-9CAE7BFA8BE6}"/>
          </ac:spMkLst>
        </pc:spChg>
      </pc:sldChg>
      <pc:sldChg chg="modSp mod">
        <pc:chgData name="Lisa Bock" userId="1f2a7945151d6011" providerId="LiveId" clId="{7BA53814-F374-4525-9FCA-4A4FFC350AD9}" dt="2021-10-17T15:06:16.738" v="2438" actId="20577"/>
        <pc:sldMkLst>
          <pc:docMk/>
          <pc:sldMk cId="2528030650" sldId="265"/>
        </pc:sldMkLst>
        <pc:spChg chg="mod">
          <ac:chgData name="Lisa Bock" userId="1f2a7945151d6011" providerId="LiveId" clId="{7BA53814-F374-4525-9FCA-4A4FFC350AD9}" dt="2021-10-17T15:02:20.080" v="2329" actId="20577"/>
          <ac:spMkLst>
            <pc:docMk/>
            <pc:sldMk cId="2528030650" sldId="265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5:06:16.738" v="2438" actId="20577"/>
          <ac:spMkLst>
            <pc:docMk/>
            <pc:sldMk cId="2528030650" sldId="265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7BA53814-F374-4525-9FCA-4A4FFC350AD9}" dt="2021-10-16T18:01:25.901" v="1122" actId="20577"/>
        <pc:sldMkLst>
          <pc:docMk/>
          <pc:sldMk cId="2996616140" sldId="267"/>
        </pc:sldMkLst>
        <pc:spChg chg="mod">
          <ac:chgData name="Lisa Bock" userId="1f2a7945151d6011" providerId="LiveId" clId="{7BA53814-F374-4525-9FCA-4A4FFC350AD9}" dt="2021-10-14T01:21:22.558" v="177" actId="20577"/>
          <ac:spMkLst>
            <pc:docMk/>
            <pc:sldMk cId="2996616140" sldId="267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6T18:01:25.901" v="1122" actId="20577"/>
          <ac:spMkLst>
            <pc:docMk/>
            <pc:sldMk cId="2996616140" sldId="267"/>
            <ac:spMk id="3" creationId="{D265882B-10E2-446D-A76D-9CAE7BFA8BE6}"/>
          </ac:spMkLst>
        </pc:spChg>
      </pc:sldChg>
      <pc:sldChg chg="modSp mod modNotesTx">
        <pc:chgData name="Lisa Bock" userId="1f2a7945151d6011" providerId="LiveId" clId="{7BA53814-F374-4525-9FCA-4A4FFC350AD9}" dt="2021-10-17T15:10:02.179" v="2477" actId="113"/>
        <pc:sldMkLst>
          <pc:docMk/>
          <pc:sldMk cId="443996997" sldId="268"/>
        </pc:sldMkLst>
        <pc:spChg chg="mod">
          <ac:chgData name="Lisa Bock" userId="1f2a7945151d6011" providerId="LiveId" clId="{7BA53814-F374-4525-9FCA-4A4FFC350AD9}" dt="2021-10-16T18:02:42.533" v="1141" actId="20577"/>
          <ac:spMkLst>
            <pc:docMk/>
            <pc:sldMk cId="443996997" sldId="268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5:10:02.179" v="2477" actId="113"/>
          <ac:spMkLst>
            <pc:docMk/>
            <pc:sldMk cId="443996997" sldId="268"/>
            <ac:spMk id="3" creationId="{D265882B-10E2-446D-A76D-9CAE7BFA8BE6}"/>
          </ac:spMkLst>
        </pc:spChg>
      </pc:sldChg>
      <pc:sldChg chg="addSp modSp del mod">
        <pc:chgData name="Lisa Bock" userId="1f2a7945151d6011" providerId="LiveId" clId="{7BA53814-F374-4525-9FCA-4A4FFC350AD9}" dt="2021-10-16T18:09:31.228" v="1210" actId="2696"/>
        <pc:sldMkLst>
          <pc:docMk/>
          <pc:sldMk cId="1387039101" sldId="269"/>
        </pc:sldMkLst>
        <pc:spChg chg="mod">
          <ac:chgData name="Lisa Bock" userId="1f2a7945151d6011" providerId="LiveId" clId="{7BA53814-F374-4525-9FCA-4A4FFC350AD9}" dt="2021-10-14T01:24:46.776" v="208" actId="14100"/>
          <ac:spMkLst>
            <pc:docMk/>
            <pc:sldMk cId="1387039101" sldId="269"/>
            <ac:spMk id="3" creationId="{D265882B-10E2-446D-A76D-9CAE7BFA8BE6}"/>
          </ac:spMkLst>
        </pc:spChg>
        <pc:graphicFrameChg chg="add mod">
          <ac:chgData name="Lisa Bock" userId="1f2a7945151d6011" providerId="LiveId" clId="{7BA53814-F374-4525-9FCA-4A4FFC350AD9}" dt="2021-10-14T01:24:50.345" v="210" actId="1076"/>
          <ac:graphicFrameMkLst>
            <pc:docMk/>
            <pc:sldMk cId="1387039101" sldId="269"/>
            <ac:graphicFrameMk id="5" creationId="{8CDEDDE1-ABB6-4223-A20E-6C3D99BCEB2A}"/>
          </ac:graphicFrameMkLst>
        </pc:graphicFrameChg>
      </pc:sldChg>
      <pc:sldChg chg="modSp mod">
        <pc:chgData name="Lisa Bock" userId="1f2a7945151d6011" providerId="LiveId" clId="{7BA53814-F374-4525-9FCA-4A4FFC350AD9}" dt="2021-10-16T21:01:02.603" v="2094" actId="20577"/>
        <pc:sldMkLst>
          <pc:docMk/>
          <pc:sldMk cId="1555248704" sldId="270"/>
        </pc:sldMkLst>
        <pc:spChg chg="mod">
          <ac:chgData name="Lisa Bock" userId="1f2a7945151d6011" providerId="LiveId" clId="{7BA53814-F374-4525-9FCA-4A4FFC350AD9}" dt="2021-10-16T21:01:02.603" v="2094" actId="20577"/>
          <ac:spMkLst>
            <pc:docMk/>
            <pc:sldMk cId="1555248704" sldId="270"/>
            <ac:spMk id="2" creationId="{00910985-B36C-4A8C-8F00-496036FF49CE}"/>
          </ac:spMkLst>
        </pc:spChg>
        <pc:spChg chg="mod">
          <ac:chgData name="Lisa Bock" userId="1f2a7945151d6011" providerId="LiveId" clId="{7BA53814-F374-4525-9FCA-4A4FFC350AD9}" dt="2021-10-14T01:20:34.922" v="149"/>
          <ac:spMkLst>
            <pc:docMk/>
            <pc:sldMk cId="1555248704" sldId="270"/>
            <ac:spMk id="3" creationId="{741BF6B6-2A64-4049-9A00-5F58CF8B2C57}"/>
          </ac:spMkLst>
        </pc:spChg>
      </pc:sldChg>
      <pc:sldChg chg="modSp mod modNotesTx">
        <pc:chgData name="Lisa Bock" userId="1f2a7945151d6011" providerId="LiveId" clId="{7BA53814-F374-4525-9FCA-4A4FFC350AD9}" dt="2021-10-17T15:13:06.859" v="2495" actId="20577"/>
        <pc:sldMkLst>
          <pc:docMk/>
          <pc:sldMk cId="344198462" sldId="272"/>
        </pc:sldMkLst>
        <pc:spChg chg="mod">
          <ac:chgData name="Lisa Bock" userId="1f2a7945151d6011" providerId="LiveId" clId="{7BA53814-F374-4525-9FCA-4A4FFC350AD9}" dt="2021-10-14T18:41:13.158" v="266" actId="20577"/>
          <ac:spMkLst>
            <pc:docMk/>
            <pc:sldMk cId="344198462" sldId="272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5:13:06.859" v="2495" actId="20577"/>
          <ac:spMkLst>
            <pc:docMk/>
            <pc:sldMk cId="344198462" sldId="272"/>
            <ac:spMk id="3" creationId="{D265882B-10E2-446D-A76D-9CAE7BFA8BE6}"/>
          </ac:spMkLst>
        </pc:spChg>
      </pc:sldChg>
      <pc:sldChg chg="modSp mod">
        <pc:chgData name="Lisa Bock" userId="1f2a7945151d6011" providerId="LiveId" clId="{7BA53814-F374-4525-9FCA-4A4FFC350AD9}" dt="2021-10-17T15:14:40.702" v="2519" actId="20577"/>
        <pc:sldMkLst>
          <pc:docMk/>
          <pc:sldMk cId="2731222769" sldId="273"/>
        </pc:sldMkLst>
        <pc:spChg chg="mod">
          <ac:chgData name="Lisa Bock" userId="1f2a7945151d6011" providerId="LiveId" clId="{7BA53814-F374-4525-9FCA-4A4FFC350AD9}" dt="2021-10-16T18:20:42.418" v="1465" actId="20577"/>
          <ac:spMkLst>
            <pc:docMk/>
            <pc:sldMk cId="2731222769" sldId="273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5:14:40.702" v="2519" actId="20577"/>
          <ac:spMkLst>
            <pc:docMk/>
            <pc:sldMk cId="2731222769" sldId="273"/>
            <ac:spMk id="3" creationId="{D265882B-10E2-446D-A76D-9CAE7BFA8BE6}"/>
          </ac:spMkLst>
        </pc:spChg>
      </pc:sldChg>
      <pc:sldChg chg="modSp del mod">
        <pc:chgData name="Lisa Bock" userId="1f2a7945151d6011" providerId="LiveId" clId="{7BA53814-F374-4525-9FCA-4A4FFC350AD9}" dt="2021-10-16T21:09:02.335" v="2208" actId="2696"/>
        <pc:sldMkLst>
          <pc:docMk/>
          <pc:sldMk cId="2707367036" sldId="274"/>
        </pc:sldMkLst>
        <pc:spChg chg="mod">
          <ac:chgData name="Lisa Bock" userId="1f2a7945151d6011" providerId="LiveId" clId="{7BA53814-F374-4525-9FCA-4A4FFC350AD9}" dt="2021-10-14T18:45:32.932" v="280"/>
          <ac:spMkLst>
            <pc:docMk/>
            <pc:sldMk cId="2707367036" sldId="274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6T21:05:38.125" v="2204" actId="20577"/>
          <ac:spMkLst>
            <pc:docMk/>
            <pc:sldMk cId="2707367036" sldId="274"/>
            <ac:spMk id="3" creationId="{D265882B-10E2-446D-A76D-9CAE7BFA8BE6}"/>
          </ac:spMkLst>
        </pc:spChg>
      </pc:sldChg>
      <pc:sldChg chg="modSp mod">
        <pc:chgData name="Lisa Bock" userId="1f2a7945151d6011" providerId="LiveId" clId="{7BA53814-F374-4525-9FCA-4A4FFC350AD9}" dt="2021-10-17T15:54:50.737" v="2724" actId="108"/>
        <pc:sldMkLst>
          <pc:docMk/>
          <pc:sldMk cId="3677739018" sldId="275"/>
        </pc:sldMkLst>
        <pc:spChg chg="mod">
          <ac:chgData name="Lisa Bock" userId="1f2a7945151d6011" providerId="LiveId" clId="{7BA53814-F374-4525-9FCA-4A4FFC350AD9}" dt="2021-10-17T15:54:50.737" v="2724" actId="108"/>
          <ac:spMkLst>
            <pc:docMk/>
            <pc:sldMk cId="3677739018" sldId="275"/>
            <ac:spMk id="2" creationId="{00910985-B36C-4A8C-8F00-496036FF49CE}"/>
          </ac:spMkLst>
        </pc:spChg>
        <pc:spChg chg="mod">
          <ac:chgData name="Lisa Bock" userId="1f2a7945151d6011" providerId="LiveId" clId="{7BA53814-F374-4525-9FCA-4A4FFC350AD9}" dt="2021-10-14T01:20:45.306" v="150"/>
          <ac:spMkLst>
            <pc:docMk/>
            <pc:sldMk cId="3677739018" sldId="275"/>
            <ac:spMk id="3" creationId="{741BF6B6-2A64-4049-9A00-5F58CF8B2C57}"/>
          </ac:spMkLst>
        </pc:spChg>
      </pc:sldChg>
      <pc:sldChg chg="modSp add del mod">
        <pc:chgData name="Lisa Bock" userId="1f2a7945151d6011" providerId="LiveId" clId="{7BA53814-F374-4525-9FCA-4A4FFC350AD9}" dt="2021-10-16T16:12:50.110" v="701" actId="2696"/>
        <pc:sldMkLst>
          <pc:docMk/>
          <pc:sldMk cId="1792150975" sldId="286"/>
        </pc:sldMkLst>
        <pc:spChg chg="mod">
          <ac:chgData name="Lisa Bock" userId="1f2a7945151d6011" providerId="LiveId" clId="{7BA53814-F374-4525-9FCA-4A4FFC350AD9}" dt="2021-10-13T21:50:29.776" v="83"/>
          <ac:spMkLst>
            <pc:docMk/>
            <pc:sldMk cId="1792150975" sldId="286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3T21:51:56.924" v="99" actId="14"/>
          <ac:spMkLst>
            <pc:docMk/>
            <pc:sldMk cId="1792150975" sldId="286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7BA53814-F374-4525-9FCA-4A4FFC350AD9}" dt="2021-10-17T15:06:30.808" v="2440" actId="15"/>
        <pc:sldMkLst>
          <pc:docMk/>
          <pc:sldMk cId="3445747279" sldId="287"/>
        </pc:sldMkLst>
        <pc:spChg chg="mod">
          <ac:chgData name="Lisa Bock" userId="1f2a7945151d6011" providerId="LiveId" clId="{7BA53814-F374-4525-9FCA-4A4FFC350AD9}" dt="2021-10-16T16:13:57.436" v="712"/>
          <ac:spMkLst>
            <pc:docMk/>
            <pc:sldMk cId="3445747279" sldId="287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5:06:30.808" v="2440" actId="15"/>
          <ac:spMkLst>
            <pc:docMk/>
            <pc:sldMk cId="3445747279" sldId="287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7BA53814-F374-4525-9FCA-4A4FFC350AD9}" dt="2021-10-17T16:05:16.448" v="2741" actId="20577"/>
        <pc:sldMkLst>
          <pc:docMk/>
          <pc:sldMk cId="3891167782" sldId="288"/>
        </pc:sldMkLst>
        <pc:spChg chg="mod">
          <ac:chgData name="Lisa Bock" userId="1f2a7945151d6011" providerId="LiveId" clId="{7BA53814-F374-4525-9FCA-4A4FFC350AD9}" dt="2021-10-16T16:15:08.674" v="752" actId="20577"/>
          <ac:spMkLst>
            <pc:docMk/>
            <pc:sldMk cId="3891167782" sldId="288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6:05:16.448" v="2741" actId="20577"/>
          <ac:spMkLst>
            <pc:docMk/>
            <pc:sldMk cId="3891167782" sldId="288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7BA53814-F374-4525-9FCA-4A4FFC350AD9}" dt="2021-10-17T16:20:29.157" v="2773" actId="108"/>
        <pc:sldMkLst>
          <pc:docMk/>
          <pc:sldMk cId="455839643" sldId="289"/>
        </pc:sldMkLst>
        <pc:spChg chg="mod">
          <ac:chgData name="Lisa Bock" userId="1f2a7945151d6011" providerId="LiveId" clId="{7BA53814-F374-4525-9FCA-4A4FFC350AD9}" dt="2021-10-16T18:11:15.523" v="1245" actId="20577"/>
          <ac:spMkLst>
            <pc:docMk/>
            <pc:sldMk cId="455839643" sldId="289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6:20:29.157" v="2773" actId="108"/>
          <ac:spMkLst>
            <pc:docMk/>
            <pc:sldMk cId="455839643" sldId="289"/>
            <ac:spMk id="3" creationId="{D265882B-10E2-446D-A76D-9CAE7BFA8BE6}"/>
          </ac:spMkLst>
        </pc:spChg>
      </pc:sldChg>
      <pc:sldChg chg="modSp add mod modNotesTx">
        <pc:chgData name="Lisa Bock" userId="1f2a7945151d6011" providerId="LiveId" clId="{7BA53814-F374-4525-9FCA-4A4FFC350AD9}" dt="2021-10-17T15:12:20.856" v="2482" actId="27636"/>
        <pc:sldMkLst>
          <pc:docMk/>
          <pc:sldMk cId="796607504" sldId="290"/>
        </pc:sldMkLst>
        <pc:spChg chg="mod">
          <ac:chgData name="Lisa Bock" userId="1f2a7945151d6011" providerId="LiveId" clId="{7BA53814-F374-4525-9FCA-4A4FFC350AD9}" dt="2021-10-16T18:18:49.805" v="1444" actId="20577"/>
          <ac:spMkLst>
            <pc:docMk/>
            <pc:sldMk cId="796607504" sldId="290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5:12:20.856" v="2482" actId="27636"/>
          <ac:spMkLst>
            <pc:docMk/>
            <pc:sldMk cId="796607504" sldId="290"/>
            <ac:spMk id="3" creationId="{D265882B-10E2-446D-A76D-9CAE7BFA8BE6}"/>
          </ac:spMkLst>
        </pc:spChg>
      </pc:sldChg>
      <pc:sldChg chg="modSp add del mod modNotesTx">
        <pc:chgData name="Lisa Bock" userId="1f2a7945151d6011" providerId="LiveId" clId="{7BA53814-F374-4525-9FCA-4A4FFC350AD9}" dt="2021-10-16T18:13:55.209" v="1297" actId="2696"/>
        <pc:sldMkLst>
          <pc:docMk/>
          <pc:sldMk cId="2516352948" sldId="291"/>
        </pc:sldMkLst>
        <pc:spChg chg="mod">
          <ac:chgData name="Lisa Bock" userId="1f2a7945151d6011" providerId="LiveId" clId="{7BA53814-F374-4525-9FCA-4A4FFC350AD9}" dt="2021-10-16T18:13:23.001" v="1281" actId="21"/>
          <ac:spMkLst>
            <pc:docMk/>
            <pc:sldMk cId="2516352948" sldId="291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7BA53814-F374-4525-9FCA-4A4FFC350AD9}" dt="2021-10-16T16:15:58.299" v="762" actId="2696"/>
        <pc:sldMkLst>
          <pc:docMk/>
          <pc:sldMk cId="386334369" sldId="292"/>
        </pc:sldMkLst>
        <pc:spChg chg="mod">
          <ac:chgData name="Lisa Bock" userId="1f2a7945151d6011" providerId="LiveId" clId="{7BA53814-F374-4525-9FCA-4A4FFC350AD9}" dt="2021-10-13T22:00:39.710" v="147"/>
          <ac:spMkLst>
            <pc:docMk/>
            <pc:sldMk cId="386334369" sldId="292"/>
            <ac:spMk id="3" creationId="{D265882B-10E2-446D-A76D-9CAE7BFA8BE6}"/>
          </ac:spMkLst>
        </pc:spChg>
      </pc:sldChg>
      <pc:sldChg chg="add del">
        <pc:chgData name="Lisa Bock" userId="1f2a7945151d6011" providerId="LiveId" clId="{7BA53814-F374-4525-9FCA-4A4FFC350AD9}" dt="2021-10-16T16:16:20.672" v="764" actId="2696"/>
        <pc:sldMkLst>
          <pc:docMk/>
          <pc:sldMk cId="404237092" sldId="293"/>
        </pc:sldMkLst>
      </pc:sldChg>
      <pc:sldChg chg="add del">
        <pc:chgData name="Lisa Bock" userId="1f2a7945151d6011" providerId="LiveId" clId="{7BA53814-F374-4525-9FCA-4A4FFC350AD9}" dt="2021-10-16T16:16:15.360" v="763" actId="2696"/>
        <pc:sldMkLst>
          <pc:docMk/>
          <pc:sldMk cId="2291205757" sldId="294"/>
        </pc:sldMkLst>
      </pc:sldChg>
      <pc:sldChg chg="modSp add mod modNotesTx">
        <pc:chgData name="Lisa Bock" userId="1f2a7945151d6011" providerId="LiveId" clId="{7BA53814-F374-4525-9FCA-4A4FFC350AD9}" dt="2021-10-16T18:17:16.638" v="1328" actId="6549"/>
        <pc:sldMkLst>
          <pc:docMk/>
          <pc:sldMk cId="432413074" sldId="295"/>
        </pc:sldMkLst>
        <pc:spChg chg="mod">
          <ac:chgData name="Lisa Bock" userId="1f2a7945151d6011" providerId="LiveId" clId="{7BA53814-F374-4525-9FCA-4A4FFC350AD9}" dt="2021-10-16T18:15:35.091" v="1327" actId="20577"/>
          <ac:spMkLst>
            <pc:docMk/>
            <pc:sldMk cId="432413074" sldId="295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6T18:15:20.293" v="1309" actId="113"/>
          <ac:spMkLst>
            <pc:docMk/>
            <pc:sldMk cId="432413074" sldId="295"/>
            <ac:spMk id="3" creationId="{D265882B-10E2-446D-A76D-9CAE7BFA8BE6}"/>
          </ac:spMkLst>
        </pc:spChg>
      </pc:sldChg>
      <pc:sldChg chg="add del">
        <pc:chgData name="Lisa Bock" userId="1f2a7945151d6011" providerId="LiveId" clId="{7BA53814-F374-4525-9FCA-4A4FFC350AD9}" dt="2021-10-16T18:14:04.584" v="1298" actId="2696"/>
        <pc:sldMkLst>
          <pc:docMk/>
          <pc:sldMk cId="1694566583" sldId="296"/>
        </pc:sldMkLst>
      </pc:sldChg>
      <pc:sldChg chg="add del ord">
        <pc:chgData name="Lisa Bock" userId="1f2a7945151d6011" providerId="LiveId" clId="{7BA53814-F374-4525-9FCA-4A4FFC350AD9}" dt="2021-10-16T18:23:08.337" v="1523" actId="2696"/>
        <pc:sldMkLst>
          <pc:docMk/>
          <pc:sldMk cId="1337550852" sldId="297"/>
        </pc:sldMkLst>
      </pc:sldChg>
      <pc:sldChg chg="modSp add mod modNotesTx">
        <pc:chgData name="Lisa Bock" userId="1f2a7945151d6011" providerId="LiveId" clId="{7BA53814-F374-4525-9FCA-4A4FFC350AD9}" dt="2021-10-17T15:18:04.688" v="2579" actId="114"/>
        <pc:sldMkLst>
          <pc:docMk/>
          <pc:sldMk cId="1796128579" sldId="298"/>
        </pc:sldMkLst>
        <pc:spChg chg="mod">
          <ac:chgData name="Lisa Bock" userId="1f2a7945151d6011" providerId="LiveId" clId="{7BA53814-F374-4525-9FCA-4A4FFC350AD9}" dt="2021-10-16T21:23:31.674" v="2267"/>
          <ac:spMkLst>
            <pc:docMk/>
            <pc:sldMk cId="1796128579" sldId="298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5:17:59.191" v="2577" actId="21"/>
          <ac:spMkLst>
            <pc:docMk/>
            <pc:sldMk cId="1796128579" sldId="298"/>
            <ac:spMk id="3" creationId="{D265882B-10E2-446D-A76D-9CAE7BFA8BE6}"/>
          </ac:spMkLst>
        </pc:spChg>
      </pc:sldChg>
      <pc:sldChg chg="modSp add mod">
        <pc:chgData name="Lisa Bock" userId="1f2a7945151d6011" providerId="LiveId" clId="{7BA53814-F374-4525-9FCA-4A4FFC350AD9}" dt="2021-10-17T15:20:00.207" v="2608" actId="6549"/>
        <pc:sldMkLst>
          <pc:docMk/>
          <pc:sldMk cId="1219826902" sldId="299"/>
        </pc:sldMkLst>
        <pc:spChg chg="mod">
          <ac:chgData name="Lisa Bock" userId="1f2a7945151d6011" providerId="LiveId" clId="{7BA53814-F374-4525-9FCA-4A4FFC350AD9}" dt="2021-10-17T15:18:48.496" v="2604" actId="20577"/>
          <ac:spMkLst>
            <pc:docMk/>
            <pc:sldMk cId="1219826902" sldId="299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5:20:00.207" v="2608" actId="6549"/>
          <ac:spMkLst>
            <pc:docMk/>
            <pc:sldMk cId="1219826902" sldId="299"/>
            <ac:spMk id="3" creationId="{D265882B-10E2-446D-A76D-9CAE7BFA8BE6}"/>
          </ac:spMkLst>
        </pc:spChg>
      </pc:sldChg>
      <pc:sldChg chg="addSp delSp modSp add mod chgLayout modNotesTx">
        <pc:chgData name="Lisa Bock" userId="1f2a7945151d6011" providerId="LiveId" clId="{7BA53814-F374-4525-9FCA-4A4FFC350AD9}" dt="2021-10-17T15:22:55.013" v="2640" actId="20577"/>
        <pc:sldMkLst>
          <pc:docMk/>
          <pc:sldMk cId="4268286700" sldId="300"/>
        </pc:sldMkLst>
        <pc:spChg chg="mod ord">
          <ac:chgData name="Lisa Bock" userId="1f2a7945151d6011" providerId="LiveId" clId="{7BA53814-F374-4525-9FCA-4A4FFC350AD9}" dt="2021-10-16T18:24:37.514" v="1540" actId="700"/>
          <ac:spMkLst>
            <pc:docMk/>
            <pc:sldMk cId="4268286700" sldId="300"/>
            <ac:spMk id="2" creationId="{A92B708E-4083-4962-9240-C5792BEC3394}"/>
          </ac:spMkLst>
        </pc:spChg>
        <pc:spChg chg="mod ord">
          <ac:chgData name="Lisa Bock" userId="1f2a7945151d6011" providerId="LiveId" clId="{7BA53814-F374-4525-9FCA-4A4FFC350AD9}" dt="2021-10-17T15:22:55.013" v="2640" actId="20577"/>
          <ac:spMkLst>
            <pc:docMk/>
            <pc:sldMk cId="4268286700" sldId="300"/>
            <ac:spMk id="3" creationId="{D265882B-10E2-446D-A76D-9CAE7BFA8BE6}"/>
          </ac:spMkLst>
        </pc:spChg>
        <pc:spChg chg="mod ord">
          <ac:chgData name="Lisa Bock" userId="1f2a7945151d6011" providerId="LiveId" clId="{7BA53814-F374-4525-9FCA-4A4FFC350AD9}" dt="2021-10-16T18:24:37.514" v="1540" actId="700"/>
          <ac:spMkLst>
            <pc:docMk/>
            <pc:sldMk cId="4268286700" sldId="300"/>
            <ac:spMk id="4" creationId="{B9412E95-C28E-4651-8C6C-3FC7371BF57A}"/>
          </ac:spMkLst>
        </pc:spChg>
        <pc:spChg chg="add del mod">
          <ac:chgData name="Lisa Bock" userId="1f2a7945151d6011" providerId="LiveId" clId="{7BA53814-F374-4525-9FCA-4A4FFC350AD9}" dt="2021-10-16T18:24:33.502" v="1539" actId="478"/>
          <ac:spMkLst>
            <pc:docMk/>
            <pc:sldMk cId="4268286700" sldId="300"/>
            <ac:spMk id="6" creationId="{C3AE03A9-A8C7-4164-8659-37EAD6AE858E}"/>
          </ac:spMkLst>
        </pc:spChg>
      </pc:sldChg>
      <pc:sldChg chg="modSp add mod">
        <pc:chgData name="Lisa Bock" userId="1f2a7945151d6011" providerId="LiveId" clId="{7BA53814-F374-4525-9FCA-4A4FFC350AD9}" dt="2021-10-17T16:14:38.194" v="2767" actId="20577"/>
        <pc:sldMkLst>
          <pc:docMk/>
          <pc:sldMk cId="3908845547" sldId="301"/>
        </pc:sldMkLst>
        <pc:spChg chg="mod">
          <ac:chgData name="Lisa Bock" userId="1f2a7945151d6011" providerId="LiveId" clId="{7BA53814-F374-4525-9FCA-4A4FFC350AD9}" dt="2021-10-17T16:14:38.194" v="2767" actId="20577"/>
          <ac:spMkLst>
            <pc:docMk/>
            <pc:sldMk cId="3908845547" sldId="301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7T15:16:10.148" v="2574" actId="20577"/>
          <ac:spMkLst>
            <pc:docMk/>
            <pc:sldMk cId="3908845547" sldId="301"/>
            <ac:spMk id="3" creationId="{D265882B-10E2-446D-A76D-9CAE7BFA8BE6}"/>
          </ac:spMkLst>
        </pc:spChg>
      </pc:sldChg>
      <pc:sldChg chg="modSp add del mod">
        <pc:chgData name="Lisa Bock" userId="1f2a7945151d6011" providerId="LiveId" clId="{7BA53814-F374-4525-9FCA-4A4FFC350AD9}" dt="2021-10-16T21:22:01.977" v="2238" actId="2696"/>
        <pc:sldMkLst>
          <pc:docMk/>
          <pc:sldMk cId="2317447146" sldId="302"/>
        </pc:sldMkLst>
        <pc:spChg chg="mod">
          <ac:chgData name="Lisa Bock" userId="1f2a7945151d6011" providerId="LiveId" clId="{7BA53814-F374-4525-9FCA-4A4FFC350AD9}" dt="2021-10-14T18:46:56.542" v="298"/>
          <ac:spMkLst>
            <pc:docMk/>
            <pc:sldMk cId="2317447146" sldId="302"/>
            <ac:spMk id="2" creationId="{A92B708E-4083-4962-9240-C5792BEC3394}"/>
          </ac:spMkLst>
        </pc:spChg>
        <pc:spChg chg="mod">
          <ac:chgData name="Lisa Bock" userId="1f2a7945151d6011" providerId="LiveId" clId="{7BA53814-F374-4525-9FCA-4A4FFC350AD9}" dt="2021-10-16T21:21:05.797" v="2231" actId="14"/>
          <ac:spMkLst>
            <pc:docMk/>
            <pc:sldMk cId="2317447146" sldId="302"/>
            <ac:spMk id="3" creationId="{D265882B-10E2-446D-A76D-9CAE7BFA8BE6}"/>
          </ac:spMkLst>
        </pc:spChg>
      </pc:sldChg>
      <pc:sldChg chg="addSp delSp modSp add mod modClrScheme chgLayout">
        <pc:chgData name="Lisa Bock" userId="1f2a7945151d6011" providerId="LiveId" clId="{7BA53814-F374-4525-9FCA-4A4FFC350AD9}" dt="2021-10-17T15:16:43.530" v="2575" actId="20577"/>
        <pc:sldMkLst>
          <pc:docMk/>
          <pc:sldMk cId="797668294" sldId="303"/>
        </pc:sldMkLst>
        <pc:spChg chg="mod ord">
          <ac:chgData name="Lisa Bock" userId="1f2a7945151d6011" providerId="LiveId" clId="{7BA53814-F374-4525-9FCA-4A4FFC350AD9}" dt="2021-10-16T21:21:45.867" v="2235"/>
          <ac:spMkLst>
            <pc:docMk/>
            <pc:sldMk cId="797668294" sldId="303"/>
            <ac:spMk id="2" creationId="{A92B708E-4083-4962-9240-C5792BEC3394}"/>
          </ac:spMkLst>
        </pc:spChg>
        <pc:spChg chg="add del mod ord">
          <ac:chgData name="Lisa Bock" userId="1f2a7945151d6011" providerId="LiveId" clId="{7BA53814-F374-4525-9FCA-4A4FFC350AD9}" dt="2021-10-16T21:21:37.963" v="2234"/>
          <ac:spMkLst>
            <pc:docMk/>
            <pc:sldMk cId="797668294" sldId="303"/>
            <ac:spMk id="3" creationId="{0680B996-0245-47CF-B99B-222DF5027800}"/>
          </ac:spMkLst>
        </pc:spChg>
        <pc:spChg chg="del mod">
          <ac:chgData name="Lisa Bock" userId="1f2a7945151d6011" providerId="LiveId" clId="{7BA53814-F374-4525-9FCA-4A4FFC350AD9}" dt="2021-10-14T18:47:59.212" v="303"/>
          <ac:spMkLst>
            <pc:docMk/>
            <pc:sldMk cId="797668294" sldId="303"/>
            <ac:spMk id="3" creationId="{D265882B-10E2-446D-A76D-9CAE7BFA8BE6}"/>
          </ac:spMkLst>
        </pc:spChg>
        <pc:spChg chg="mod ord">
          <ac:chgData name="Lisa Bock" userId="1f2a7945151d6011" providerId="LiveId" clId="{7BA53814-F374-4525-9FCA-4A4FFC350AD9}" dt="2021-10-16T21:21:28.163" v="2232" actId="700"/>
          <ac:spMkLst>
            <pc:docMk/>
            <pc:sldMk cId="797668294" sldId="303"/>
            <ac:spMk id="4" creationId="{B9412E95-C28E-4651-8C6C-3FC7371BF57A}"/>
          </ac:spMkLst>
        </pc:spChg>
        <pc:spChg chg="add mod">
          <ac:chgData name="Lisa Bock" userId="1f2a7945151d6011" providerId="LiveId" clId="{7BA53814-F374-4525-9FCA-4A4FFC350AD9}" dt="2021-10-17T15:16:43.530" v="2575" actId="20577"/>
          <ac:spMkLst>
            <pc:docMk/>
            <pc:sldMk cId="797668294" sldId="303"/>
            <ac:spMk id="5" creationId="{50FAEEB8-91F0-466D-A9D9-78A0F14A98A9}"/>
          </ac:spMkLst>
        </pc:spChg>
        <pc:picChg chg="add mod">
          <ac:chgData name="Lisa Bock" userId="1f2a7945151d6011" providerId="LiveId" clId="{7BA53814-F374-4525-9FCA-4A4FFC350AD9}" dt="2021-10-16T21:21:37.963" v="2234"/>
          <ac:picMkLst>
            <pc:docMk/>
            <pc:sldMk cId="797668294" sldId="303"/>
            <ac:picMk id="7" creationId="{AC356BB9-51B6-4D94-9341-DBBBB9B0970E}"/>
          </ac:picMkLst>
        </pc:picChg>
        <pc:picChg chg="add del mod ord">
          <ac:chgData name="Lisa Bock" userId="1f2a7945151d6011" providerId="LiveId" clId="{7BA53814-F374-4525-9FCA-4A4FFC350AD9}" dt="2021-10-16T21:21:36.725" v="2233" actId="21"/>
          <ac:picMkLst>
            <pc:docMk/>
            <pc:sldMk cId="797668294" sldId="303"/>
            <ac:picMk id="2050" creationId="{FA83B0EC-6645-4A6B-BC01-B5DA2E835648}"/>
          </ac:picMkLst>
        </pc:picChg>
      </pc:sldChg>
      <pc:sldChg chg="modSp new add del mod">
        <pc:chgData name="Lisa Bock" userId="1f2a7945151d6011" providerId="LiveId" clId="{7BA53814-F374-4525-9FCA-4A4FFC350AD9}" dt="2021-10-17T15:21:15.435" v="2618" actId="2696"/>
        <pc:sldMkLst>
          <pc:docMk/>
          <pc:sldMk cId="1372991872" sldId="304"/>
        </pc:sldMkLst>
        <pc:spChg chg="mod">
          <ac:chgData name="Lisa Bock" userId="1f2a7945151d6011" providerId="LiveId" clId="{7BA53814-F374-4525-9FCA-4A4FFC350AD9}" dt="2021-10-16T18:37:05.082" v="1855" actId="20577"/>
          <ac:spMkLst>
            <pc:docMk/>
            <pc:sldMk cId="1372991872" sldId="304"/>
            <ac:spMk id="2" creationId="{649D4EAA-2274-4FA5-8AAE-A13D3058009F}"/>
          </ac:spMkLst>
        </pc:spChg>
        <pc:spChg chg="mod">
          <ac:chgData name="Lisa Bock" userId="1f2a7945151d6011" providerId="LiveId" clId="{7BA53814-F374-4525-9FCA-4A4FFC350AD9}" dt="2021-10-14T18:52:47.863" v="379" actId="20577"/>
          <ac:spMkLst>
            <pc:docMk/>
            <pc:sldMk cId="1372991872" sldId="304"/>
            <ac:spMk id="3" creationId="{3E66D9A0-38D3-4C21-8BBD-7D42EC7CF42F}"/>
          </ac:spMkLst>
        </pc:spChg>
      </pc:sldChg>
      <pc:sldChg chg="addSp delSp modSp new mod chgLayout">
        <pc:chgData name="Lisa Bock" userId="1f2a7945151d6011" providerId="LiveId" clId="{7BA53814-F374-4525-9FCA-4A4FFC350AD9}" dt="2021-10-17T15:22:20.002" v="2630" actId="15"/>
        <pc:sldMkLst>
          <pc:docMk/>
          <pc:sldMk cId="3248928565" sldId="305"/>
        </pc:sldMkLst>
        <pc:spChg chg="mod ord">
          <ac:chgData name="Lisa Bock" userId="1f2a7945151d6011" providerId="LiveId" clId="{7BA53814-F374-4525-9FCA-4A4FFC350AD9}" dt="2021-10-17T15:21:53.102" v="2626" actId="700"/>
          <ac:spMkLst>
            <pc:docMk/>
            <pc:sldMk cId="3248928565" sldId="305"/>
            <ac:spMk id="2" creationId="{8BBD36B4-B96C-4D3D-9D50-6CE67C36EC25}"/>
          </ac:spMkLst>
        </pc:spChg>
        <pc:spChg chg="mod ord">
          <ac:chgData name="Lisa Bock" userId="1f2a7945151d6011" providerId="LiveId" clId="{7BA53814-F374-4525-9FCA-4A4FFC350AD9}" dt="2021-10-17T15:22:20.002" v="2630" actId="15"/>
          <ac:spMkLst>
            <pc:docMk/>
            <pc:sldMk cId="3248928565" sldId="305"/>
            <ac:spMk id="3" creationId="{A625551E-36AC-444C-88A3-38E3E3382D6A}"/>
          </ac:spMkLst>
        </pc:spChg>
        <pc:spChg chg="mod ord">
          <ac:chgData name="Lisa Bock" userId="1f2a7945151d6011" providerId="LiveId" clId="{7BA53814-F374-4525-9FCA-4A4FFC350AD9}" dt="2021-10-17T15:21:53.102" v="2626" actId="700"/>
          <ac:spMkLst>
            <pc:docMk/>
            <pc:sldMk cId="3248928565" sldId="305"/>
            <ac:spMk id="4" creationId="{BEBA868F-4DC4-4FF0-B7F4-E4D2473475B1}"/>
          </ac:spMkLst>
        </pc:spChg>
        <pc:picChg chg="add del mod">
          <ac:chgData name="Lisa Bock" userId="1f2a7945151d6011" providerId="LiveId" clId="{7BA53814-F374-4525-9FCA-4A4FFC350AD9}" dt="2021-10-17T15:21:45.447" v="2623" actId="478"/>
          <ac:picMkLst>
            <pc:docMk/>
            <pc:sldMk cId="3248928565" sldId="305"/>
            <ac:picMk id="5" creationId="{1B449B1A-0318-421A-B458-9FEE1765165C}"/>
          </ac:picMkLst>
        </pc:picChg>
      </pc:sldChg>
      <pc:sldChg chg="modSp new mod">
        <pc:chgData name="Lisa Bock" userId="1f2a7945151d6011" providerId="LiveId" clId="{7BA53814-F374-4525-9FCA-4A4FFC350AD9}" dt="2021-10-17T16:21:12.027" v="2774" actId="2711"/>
        <pc:sldMkLst>
          <pc:docMk/>
          <pc:sldMk cId="2250776895" sldId="306"/>
        </pc:sldMkLst>
        <pc:spChg chg="mod">
          <ac:chgData name="Lisa Bock" userId="1f2a7945151d6011" providerId="LiveId" clId="{7BA53814-F374-4525-9FCA-4A4FFC350AD9}" dt="2021-10-17T15:23:36.545" v="2644" actId="20577"/>
          <ac:spMkLst>
            <pc:docMk/>
            <pc:sldMk cId="2250776895" sldId="306"/>
            <ac:spMk id="2" creationId="{987B62CE-0FD4-4D07-A40D-18E87DDE8224}"/>
          </ac:spMkLst>
        </pc:spChg>
        <pc:spChg chg="mod">
          <ac:chgData name="Lisa Bock" userId="1f2a7945151d6011" providerId="LiveId" clId="{7BA53814-F374-4525-9FCA-4A4FFC350AD9}" dt="2021-10-17T16:21:12.027" v="2774" actId="2711"/>
          <ac:spMkLst>
            <pc:docMk/>
            <pc:sldMk cId="2250776895" sldId="306"/>
            <ac:spMk id="3" creationId="{975E07A9-36B0-4081-BF63-546982F13386}"/>
          </ac:spMkLst>
        </pc:spChg>
      </pc:sldChg>
      <pc:sldChg chg="modSp new del mod">
        <pc:chgData name="Lisa Bock" userId="1f2a7945151d6011" providerId="LiveId" clId="{7BA53814-F374-4525-9FCA-4A4FFC350AD9}" dt="2021-10-16T18:27:28.633" v="1627" actId="2696"/>
        <pc:sldMkLst>
          <pc:docMk/>
          <pc:sldMk cId="1699621256" sldId="307"/>
        </pc:sldMkLst>
        <pc:spChg chg="mod">
          <ac:chgData name="Lisa Bock" userId="1f2a7945151d6011" providerId="LiveId" clId="{7BA53814-F374-4525-9FCA-4A4FFC350AD9}" dt="2021-10-16T18:27:21.263" v="1624" actId="27636"/>
          <ac:spMkLst>
            <pc:docMk/>
            <pc:sldMk cId="1699621256" sldId="307"/>
            <ac:spMk id="3" creationId="{11C9A105-E2D6-4AC4-AB1C-E269A0394072}"/>
          </ac:spMkLst>
        </pc:spChg>
      </pc:sldChg>
      <pc:sldChg chg="modSp new mod">
        <pc:chgData name="Lisa Bock" userId="1f2a7945151d6011" providerId="LiveId" clId="{7BA53814-F374-4525-9FCA-4A4FFC350AD9}" dt="2021-10-17T15:25:13.757" v="2659" actId="21"/>
        <pc:sldMkLst>
          <pc:docMk/>
          <pc:sldMk cId="3614486447" sldId="308"/>
        </pc:sldMkLst>
        <pc:spChg chg="mod">
          <ac:chgData name="Lisa Bock" userId="1f2a7945151d6011" providerId="LiveId" clId="{7BA53814-F374-4525-9FCA-4A4FFC350AD9}" dt="2021-10-16T18:26:30.694" v="1615" actId="20577"/>
          <ac:spMkLst>
            <pc:docMk/>
            <pc:sldMk cId="3614486447" sldId="308"/>
            <ac:spMk id="2" creationId="{B6C1DABD-24D0-4AB1-B4CA-0631BC0F5398}"/>
          </ac:spMkLst>
        </pc:spChg>
        <pc:spChg chg="mod">
          <ac:chgData name="Lisa Bock" userId="1f2a7945151d6011" providerId="LiveId" clId="{7BA53814-F374-4525-9FCA-4A4FFC350AD9}" dt="2021-10-17T15:25:13.757" v="2659" actId="21"/>
          <ac:spMkLst>
            <pc:docMk/>
            <pc:sldMk cId="3614486447" sldId="308"/>
            <ac:spMk id="3" creationId="{BDD688C0-C5FB-4582-9CE8-E005FA6D5BE3}"/>
          </ac:spMkLst>
        </pc:spChg>
      </pc:sldChg>
      <pc:sldChg chg="modSp new mod modNotesTx">
        <pc:chgData name="Lisa Bock" userId="1f2a7945151d6011" providerId="LiveId" clId="{7BA53814-F374-4525-9FCA-4A4FFC350AD9}" dt="2021-10-17T15:26:02.240" v="2684" actId="27636"/>
        <pc:sldMkLst>
          <pc:docMk/>
          <pc:sldMk cId="1277148736" sldId="309"/>
        </pc:sldMkLst>
        <pc:spChg chg="mod">
          <ac:chgData name="Lisa Bock" userId="1f2a7945151d6011" providerId="LiveId" clId="{7BA53814-F374-4525-9FCA-4A4FFC350AD9}" dt="2021-10-16T18:33:18.036" v="1765" actId="20577"/>
          <ac:spMkLst>
            <pc:docMk/>
            <pc:sldMk cId="1277148736" sldId="309"/>
            <ac:spMk id="2" creationId="{1E993B47-97D0-4141-ABA1-61097539DED1}"/>
          </ac:spMkLst>
        </pc:spChg>
        <pc:spChg chg="mod">
          <ac:chgData name="Lisa Bock" userId="1f2a7945151d6011" providerId="LiveId" clId="{7BA53814-F374-4525-9FCA-4A4FFC350AD9}" dt="2021-10-17T15:26:02.240" v="2684" actId="27636"/>
          <ac:spMkLst>
            <pc:docMk/>
            <pc:sldMk cId="1277148736" sldId="309"/>
            <ac:spMk id="3" creationId="{F3E8520B-270A-481B-8924-3CD1ECA08F7D}"/>
          </ac:spMkLst>
        </pc:spChg>
      </pc:sldChg>
      <pc:sldChg chg="addSp delSp modSp new del">
        <pc:chgData name="Lisa Bock" userId="1f2a7945151d6011" providerId="LiveId" clId="{7BA53814-F374-4525-9FCA-4A4FFC350AD9}" dt="2021-10-16T18:31:55.915" v="1725" actId="2696"/>
        <pc:sldMkLst>
          <pc:docMk/>
          <pc:sldMk cId="1967427087" sldId="310"/>
        </pc:sldMkLst>
        <pc:spChg chg="del">
          <ac:chgData name="Lisa Bock" userId="1f2a7945151d6011" providerId="LiveId" clId="{7BA53814-F374-4525-9FCA-4A4FFC350AD9}" dt="2021-10-14T18:58:14.208" v="451"/>
          <ac:spMkLst>
            <pc:docMk/>
            <pc:sldMk cId="1967427087" sldId="310"/>
            <ac:spMk id="3" creationId="{C799ECEC-8673-4C1E-B838-09F7A8498A62}"/>
          </ac:spMkLst>
        </pc:spChg>
        <pc:spChg chg="add mod">
          <ac:chgData name="Lisa Bock" userId="1f2a7945151d6011" providerId="LiveId" clId="{7BA53814-F374-4525-9FCA-4A4FFC350AD9}" dt="2021-10-16T18:31:47.913" v="1723" actId="21"/>
          <ac:spMkLst>
            <pc:docMk/>
            <pc:sldMk cId="1967427087" sldId="310"/>
            <ac:spMk id="3" creationId="{CFCD12C3-1A04-4DD1-B5CC-56EE61029484}"/>
          </ac:spMkLst>
        </pc:spChg>
        <pc:picChg chg="add del mod">
          <ac:chgData name="Lisa Bock" userId="1f2a7945151d6011" providerId="LiveId" clId="{7BA53814-F374-4525-9FCA-4A4FFC350AD9}" dt="2021-10-16T18:31:47.913" v="1723" actId="21"/>
          <ac:picMkLst>
            <pc:docMk/>
            <pc:sldMk cId="1967427087" sldId="310"/>
            <ac:picMk id="3074" creationId="{C74CA208-069E-41D3-A24D-C51B11C3D23E}"/>
          </ac:picMkLst>
        </pc:picChg>
      </pc:sldChg>
      <pc:sldChg chg="addSp modSp new del mod">
        <pc:chgData name="Lisa Bock" userId="1f2a7945151d6011" providerId="LiveId" clId="{7BA53814-F374-4525-9FCA-4A4FFC350AD9}" dt="2021-10-16T18:31:27.129" v="1705" actId="2696"/>
        <pc:sldMkLst>
          <pc:docMk/>
          <pc:sldMk cId="3104972049" sldId="311"/>
        </pc:sldMkLst>
        <pc:spChg chg="mod">
          <ac:chgData name="Lisa Bock" userId="1f2a7945151d6011" providerId="LiveId" clId="{7BA53814-F374-4525-9FCA-4A4FFC350AD9}" dt="2021-10-14T18:59:41.397" v="460" actId="1076"/>
          <ac:spMkLst>
            <pc:docMk/>
            <pc:sldMk cId="3104972049" sldId="311"/>
            <ac:spMk id="3" creationId="{2099A894-E568-4B71-A1D0-27924BD58F46}"/>
          </ac:spMkLst>
        </pc:spChg>
        <pc:picChg chg="add mod">
          <ac:chgData name="Lisa Bock" userId="1f2a7945151d6011" providerId="LiveId" clId="{7BA53814-F374-4525-9FCA-4A4FFC350AD9}" dt="2021-10-14T18:59:38.238" v="459" actId="1076"/>
          <ac:picMkLst>
            <pc:docMk/>
            <pc:sldMk cId="3104972049" sldId="311"/>
            <ac:picMk id="4098" creationId="{82DB19F6-D1FF-4A64-ACC4-92A16D467454}"/>
          </ac:picMkLst>
        </pc:picChg>
      </pc:sldChg>
      <pc:sldChg chg="modSp new mod ord modNotesTx">
        <pc:chgData name="Lisa Bock" userId="1f2a7945151d6011" providerId="LiveId" clId="{7BA53814-F374-4525-9FCA-4A4FFC350AD9}" dt="2021-10-17T16:06:56.097" v="2766" actId="20577"/>
        <pc:sldMkLst>
          <pc:docMk/>
          <pc:sldMk cId="2958195043" sldId="312"/>
        </pc:sldMkLst>
        <pc:spChg chg="mod">
          <ac:chgData name="Lisa Bock" userId="1f2a7945151d6011" providerId="LiveId" clId="{7BA53814-F374-4525-9FCA-4A4FFC350AD9}" dt="2021-10-16T17:56:49.077" v="1067" actId="20577"/>
          <ac:spMkLst>
            <pc:docMk/>
            <pc:sldMk cId="2958195043" sldId="312"/>
            <ac:spMk id="2" creationId="{A0E0CCB0-A987-4F8B-9F16-69FBE6EBEB03}"/>
          </ac:spMkLst>
        </pc:spChg>
        <pc:spChg chg="mod">
          <ac:chgData name="Lisa Bock" userId="1f2a7945151d6011" providerId="LiveId" clId="{7BA53814-F374-4525-9FCA-4A4FFC350AD9}" dt="2021-10-17T16:06:56.097" v="2766" actId="20577"/>
          <ac:spMkLst>
            <pc:docMk/>
            <pc:sldMk cId="2958195043" sldId="312"/>
            <ac:spMk id="3" creationId="{A12C2766-8BA3-4D76-ACDF-4E0544DC3F73}"/>
          </ac:spMkLst>
        </pc:spChg>
      </pc:sldChg>
      <pc:sldChg chg="addSp delSp modSp new del mod">
        <pc:chgData name="Lisa Bock" userId="1f2a7945151d6011" providerId="LiveId" clId="{7BA53814-F374-4525-9FCA-4A4FFC350AD9}" dt="2021-10-16T18:32:43.799" v="1732" actId="47"/>
        <pc:sldMkLst>
          <pc:docMk/>
          <pc:sldMk cId="448827573" sldId="313"/>
        </pc:sldMkLst>
        <pc:spChg chg="mod">
          <ac:chgData name="Lisa Bock" userId="1f2a7945151d6011" providerId="LiveId" clId="{7BA53814-F374-4525-9FCA-4A4FFC350AD9}" dt="2021-10-16T18:31:44.252" v="1722" actId="20577"/>
          <ac:spMkLst>
            <pc:docMk/>
            <pc:sldMk cId="448827573" sldId="313"/>
            <ac:spMk id="2" creationId="{6C13AC1E-173A-494A-9BA0-13E8CFAE45EC}"/>
          </ac:spMkLst>
        </pc:spChg>
        <pc:spChg chg="mod">
          <ac:chgData name="Lisa Bock" userId="1f2a7945151d6011" providerId="LiveId" clId="{7BA53814-F374-4525-9FCA-4A4FFC350AD9}" dt="2021-10-16T18:32:40.519" v="1730"/>
          <ac:spMkLst>
            <pc:docMk/>
            <pc:sldMk cId="448827573" sldId="313"/>
            <ac:spMk id="3" creationId="{4C478D8E-DCD0-46F2-A7D5-8FD8F80750E5}"/>
          </ac:spMkLst>
        </pc:spChg>
        <pc:spChg chg="del">
          <ac:chgData name="Lisa Bock" userId="1f2a7945151d6011" providerId="LiveId" clId="{7BA53814-F374-4525-9FCA-4A4FFC350AD9}" dt="2021-10-16T18:31:50.768" v="1724"/>
          <ac:spMkLst>
            <pc:docMk/>
            <pc:sldMk cId="448827573" sldId="313"/>
            <ac:spMk id="4" creationId="{4036ECE3-FC23-4C17-953F-22B00D461BD9}"/>
          </ac:spMkLst>
        </pc:spChg>
        <pc:picChg chg="add mod">
          <ac:chgData name="Lisa Bock" userId="1f2a7945151d6011" providerId="LiveId" clId="{7BA53814-F374-4525-9FCA-4A4FFC350AD9}" dt="2021-10-16T18:31:50.768" v="1724"/>
          <ac:picMkLst>
            <pc:docMk/>
            <pc:sldMk cId="448827573" sldId="313"/>
            <ac:picMk id="6" creationId="{EC0D8061-2F73-483A-B480-3936737A7A02}"/>
          </ac:picMkLst>
        </pc:picChg>
      </pc:sldChg>
    </pc:docChg>
  </pc:docChgLst>
  <pc:docChgLst>
    <pc:chgData name="Danielle Andries" userId="93d179e4-3c18-40f7-920e-ae80b202540d" providerId="ADAL" clId="{5697F1E1-0C06-4FFE-B90F-D948DFFD0587}"/>
    <pc:docChg chg="addSld modSld sldOrd">
      <pc:chgData name="Danielle Andries" userId="93d179e4-3c18-40f7-920e-ae80b202540d" providerId="ADAL" clId="{5697F1E1-0C06-4FFE-B90F-D948DFFD0587}" dt="2021-09-23T20:59:24.711" v="42"/>
      <pc:docMkLst>
        <pc:docMk/>
      </pc:docMkLst>
      <pc:sldChg chg="modSp mod">
        <pc:chgData name="Danielle Andries" userId="93d179e4-3c18-40f7-920e-ae80b202540d" providerId="ADAL" clId="{5697F1E1-0C06-4FFE-B90F-D948DFFD0587}" dt="2021-09-23T20:56:50.496" v="15" actId="20577"/>
        <pc:sldMkLst>
          <pc:docMk/>
          <pc:sldMk cId="3676537154" sldId="256"/>
        </pc:sldMkLst>
        <pc:spChg chg="mod">
          <ac:chgData name="Danielle Andries" userId="93d179e4-3c18-40f7-920e-ae80b202540d" providerId="ADAL" clId="{5697F1E1-0C06-4FFE-B90F-D948DFFD0587}" dt="2021-09-23T20:56:50.496" v="15" actId="20577"/>
          <ac:spMkLst>
            <pc:docMk/>
            <pc:sldMk cId="3676537154" sldId="256"/>
            <ac:spMk id="3" creationId="{7ED73DC9-4D7D-4A76-A939-CFBD8317E387}"/>
          </ac:spMkLst>
        </pc:spChg>
      </pc:sldChg>
      <pc:sldChg chg="modSp mod">
        <pc:chgData name="Danielle Andries" userId="93d179e4-3c18-40f7-920e-ae80b202540d" providerId="ADAL" clId="{5697F1E1-0C06-4FFE-B90F-D948DFFD0587}" dt="2021-09-23T20:56:31.999" v="2"/>
        <pc:sldMkLst>
          <pc:docMk/>
          <pc:sldMk cId="3476460589" sldId="258"/>
        </pc:sldMkLst>
        <pc:spChg chg="mod">
          <ac:chgData name="Danielle Andries" userId="93d179e4-3c18-40f7-920e-ae80b202540d" providerId="ADAL" clId="{5697F1E1-0C06-4FFE-B90F-D948DFFD0587}" dt="2021-09-23T20:56:31.999" v="2"/>
          <ac:spMkLst>
            <pc:docMk/>
            <pc:sldMk cId="3476460589" sldId="258"/>
            <ac:spMk id="2" creationId="{CE6D087C-759A-4744-8CA2-B6FC76A04C6B}"/>
          </ac:spMkLst>
        </pc:spChg>
        <pc:spChg chg="mod">
          <ac:chgData name="Danielle Andries" userId="93d179e4-3c18-40f7-920e-ae80b202540d" providerId="ADAL" clId="{5697F1E1-0C06-4FFE-B90F-D948DFFD0587}" dt="2021-09-23T20:56:19.146" v="1" actId="20577"/>
          <ac:spMkLst>
            <pc:docMk/>
            <pc:sldMk cId="3476460589" sldId="258"/>
            <ac:spMk id="3" creationId="{8E3CCB41-16A4-4F8D-ABB5-5CE3E3695174}"/>
          </ac:spMkLst>
        </pc:spChg>
      </pc:sldChg>
      <pc:sldChg chg="modSp mod">
        <pc:chgData name="Danielle Andries" userId="93d179e4-3c18-40f7-920e-ae80b202540d" providerId="ADAL" clId="{5697F1E1-0C06-4FFE-B90F-D948DFFD0587}" dt="2021-09-23T20:57:03.683" v="20"/>
        <pc:sldMkLst>
          <pc:docMk/>
          <pc:sldMk cId="3581186469" sldId="259"/>
        </pc:sldMkLst>
        <pc:spChg chg="mod">
          <ac:chgData name="Danielle Andries" userId="93d179e4-3c18-40f7-920e-ae80b202540d" providerId="ADAL" clId="{5697F1E1-0C06-4FFE-B90F-D948DFFD0587}" dt="2021-09-23T20:57:03.683" v="20"/>
          <ac:spMkLst>
            <pc:docMk/>
            <pc:sldMk cId="3581186469" sldId="259"/>
            <ac:spMk id="2" creationId="{86BEEEB6-1AEE-41DF-9C4C-570C8610147C}"/>
          </ac:spMkLst>
        </pc:spChg>
        <pc:spChg chg="mod">
          <ac:chgData name="Danielle Andries" userId="93d179e4-3c18-40f7-920e-ae80b202540d" providerId="ADAL" clId="{5697F1E1-0C06-4FFE-B90F-D948DFFD0587}" dt="2021-09-23T20:56:56.255" v="19" actId="20577"/>
          <ac:spMkLst>
            <pc:docMk/>
            <pc:sldMk cId="3581186469" sldId="259"/>
            <ac:spMk id="3" creationId="{4987CBD2-FC2F-43E3-BBCF-3F07A0EC94E2}"/>
          </ac:spMkLst>
        </pc:spChg>
        <pc:spChg chg="mod">
          <ac:chgData name="Danielle Andries" userId="93d179e4-3c18-40f7-920e-ae80b202540d" providerId="ADAL" clId="{5697F1E1-0C06-4FFE-B90F-D948DFFD0587}" dt="2021-09-23T20:56:53.988" v="17" actId="20577"/>
          <ac:spMkLst>
            <pc:docMk/>
            <pc:sldMk cId="3581186469" sldId="259"/>
            <ac:spMk id="4" creationId="{8C758618-B692-44C1-92DC-F8A5F871B945}"/>
          </ac:spMkLst>
        </pc:spChg>
      </pc:sldChg>
      <pc:sldChg chg="modSp mod">
        <pc:chgData name="Danielle Andries" userId="93d179e4-3c18-40f7-920e-ae80b202540d" providerId="ADAL" clId="{5697F1E1-0C06-4FFE-B90F-D948DFFD0587}" dt="2021-09-23T20:57:31.377" v="25" actId="20577"/>
        <pc:sldMkLst>
          <pc:docMk/>
          <pc:sldMk cId="2476087910" sldId="266"/>
        </pc:sldMkLst>
        <pc:spChg chg="mod">
          <ac:chgData name="Danielle Andries" userId="93d179e4-3c18-40f7-920e-ae80b202540d" providerId="ADAL" clId="{5697F1E1-0C06-4FFE-B90F-D948DFFD0587}" dt="2021-09-23T20:57:27.864" v="21"/>
          <ac:spMkLst>
            <pc:docMk/>
            <pc:sldMk cId="2476087910" sldId="266"/>
            <ac:spMk id="2" creationId="{897A5AF4-7AED-4A32-8826-AA455EAA7711}"/>
          </ac:spMkLst>
        </pc:spChg>
        <pc:spChg chg="mod">
          <ac:chgData name="Danielle Andries" userId="93d179e4-3c18-40f7-920e-ae80b202540d" providerId="ADAL" clId="{5697F1E1-0C06-4FFE-B90F-D948DFFD0587}" dt="2021-09-23T20:57:29.149" v="23" actId="20577"/>
          <ac:spMkLst>
            <pc:docMk/>
            <pc:sldMk cId="2476087910" sldId="266"/>
            <ac:spMk id="3" creationId="{1C09A606-AC3C-4FE5-B558-E5DD82C0A761}"/>
          </ac:spMkLst>
        </pc:spChg>
        <pc:spChg chg="mod">
          <ac:chgData name="Danielle Andries" userId="93d179e4-3c18-40f7-920e-ae80b202540d" providerId="ADAL" clId="{5697F1E1-0C06-4FFE-B90F-D948DFFD0587}" dt="2021-09-23T20:57:31.377" v="25" actId="20577"/>
          <ac:spMkLst>
            <pc:docMk/>
            <pc:sldMk cId="2476087910" sldId="266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5697F1E1-0C06-4FFE-B90F-D948DFFD0587}" dt="2021-09-23T20:58:06.668" v="30"/>
        <pc:sldMkLst>
          <pc:docMk/>
          <pc:sldMk cId="1865066414" sldId="271"/>
        </pc:sldMkLst>
        <pc:spChg chg="mod">
          <ac:chgData name="Danielle Andries" userId="93d179e4-3c18-40f7-920e-ae80b202540d" providerId="ADAL" clId="{5697F1E1-0C06-4FFE-B90F-D948DFFD0587}" dt="2021-09-23T20:58:06.668" v="30"/>
          <ac:spMkLst>
            <pc:docMk/>
            <pc:sldMk cId="1865066414" sldId="271"/>
            <ac:spMk id="2" creationId="{897A5AF4-7AED-4A32-8826-AA455EAA7711}"/>
          </ac:spMkLst>
        </pc:spChg>
        <pc:spChg chg="mod">
          <ac:chgData name="Danielle Andries" userId="93d179e4-3c18-40f7-920e-ae80b202540d" providerId="ADAL" clId="{5697F1E1-0C06-4FFE-B90F-D948DFFD0587}" dt="2021-09-23T20:57:59.980" v="29" actId="20577"/>
          <ac:spMkLst>
            <pc:docMk/>
            <pc:sldMk cId="1865066414" sldId="271"/>
            <ac:spMk id="3" creationId="{1C09A606-AC3C-4FE5-B558-E5DD82C0A761}"/>
          </ac:spMkLst>
        </pc:spChg>
        <pc:spChg chg="mod">
          <ac:chgData name="Danielle Andries" userId="93d179e4-3c18-40f7-920e-ae80b202540d" providerId="ADAL" clId="{5697F1E1-0C06-4FFE-B90F-D948DFFD0587}" dt="2021-09-23T20:57:58.004" v="27" actId="20577"/>
          <ac:spMkLst>
            <pc:docMk/>
            <pc:sldMk cId="1865066414" sldId="271"/>
            <ac:spMk id="4" creationId="{6F8820F5-6357-429C-9E9F-7ADBB5B6CA98}"/>
          </ac:spMkLst>
        </pc:spChg>
      </pc:sldChg>
      <pc:sldChg chg="modSp mod">
        <pc:chgData name="Danielle Andries" userId="93d179e4-3c18-40f7-920e-ae80b202540d" providerId="ADAL" clId="{5697F1E1-0C06-4FFE-B90F-D948DFFD0587}" dt="2021-09-23T20:58:11.045" v="32" actId="20577"/>
        <pc:sldMkLst>
          <pc:docMk/>
          <pc:sldMk cId="2875311080" sldId="281"/>
        </pc:sldMkLst>
        <pc:spChg chg="mod">
          <ac:chgData name="Danielle Andries" userId="93d179e4-3c18-40f7-920e-ae80b202540d" providerId="ADAL" clId="{5697F1E1-0C06-4FFE-B90F-D948DFFD0587}" dt="2021-09-23T20:58:11.045" v="32" actId="20577"/>
          <ac:spMkLst>
            <pc:docMk/>
            <pc:sldMk cId="2875311080" sldId="281"/>
            <ac:spMk id="2" creationId="{912A6636-FB7B-434B-90D7-F68D09FF271C}"/>
          </ac:spMkLst>
        </pc:spChg>
      </pc:sldChg>
      <pc:sldChg chg="modSp add mod">
        <pc:chgData name="Danielle Andries" userId="93d179e4-3c18-40f7-920e-ae80b202540d" providerId="ADAL" clId="{5697F1E1-0C06-4FFE-B90F-D948DFFD0587}" dt="2021-09-23T20:58:47.786" v="34"/>
        <pc:sldMkLst>
          <pc:docMk/>
          <pc:sldMk cId="2458990325" sldId="283"/>
        </pc:sldMkLst>
        <pc:spChg chg="mod">
          <ac:chgData name="Danielle Andries" userId="93d179e4-3c18-40f7-920e-ae80b202540d" providerId="ADAL" clId="{5697F1E1-0C06-4FFE-B90F-D948DFFD0587}" dt="2021-09-23T20:58:47.786" v="34"/>
          <ac:spMkLst>
            <pc:docMk/>
            <pc:sldMk cId="2458990325" sldId="283"/>
            <ac:spMk id="3" creationId="{568708AE-48ED-4852-AE39-86C44E3C3102}"/>
          </ac:spMkLst>
        </pc:spChg>
      </pc:sldChg>
      <pc:sldChg chg="modSp add mod ord">
        <pc:chgData name="Danielle Andries" userId="93d179e4-3c18-40f7-920e-ae80b202540d" providerId="ADAL" clId="{5697F1E1-0C06-4FFE-B90F-D948DFFD0587}" dt="2021-09-23T20:59:04.148" v="38"/>
        <pc:sldMkLst>
          <pc:docMk/>
          <pc:sldMk cId="3073644457" sldId="284"/>
        </pc:sldMkLst>
        <pc:spChg chg="mod">
          <ac:chgData name="Danielle Andries" userId="93d179e4-3c18-40f7-920e-ae80b202540d" providerId="ADAL" clId="{5697F1E1-0C06-4FFE-B90F-D948DFFD0587}" dt="2021-09-23T20:59:04.148" v="38"/>
          <ac:spMkLst>
            <pc:docMk/>
            <pc:sldMk cId="3073644457" sldId="284"/>
            <ac:spMk id="3" creationId="{568708AE-48ED-4852-AE39-86C44E3C3102}"/>
          </ac:spMkLst>
        </pc:spChg>
      </pc:sldChg>
      <pc:sldChg chg="modSp add mod ord">
        <pc:chgData name="Danielle Andries" userId="93d179e4-3c18-40f7-920e-ae80b202540d" providerId="ADAL" clId="{5697F1E1-0C06-4FFE-B90F-D948DFFD0587}" dt="2021-09-23T20:59:24.711" v="42"/>
        <pc:sldMkLst>
          <pc:docMk/>
          <pc:sldMk cId="475486169" sldId="285"/>
        </pc:sldMkLst>
        <pc:spChg chg="mod">
          <ac:chgData name="Danielle Andries" userId="93d179e4-3c18-40f7-920e-ae80b202540d" providerId="ADAL" clId="{5697F1E1-0C06-4FFE-B90F-D948DFFD0587}" dt="2021-09-23T20:59:24.711" v="42"/>
          <ac:spMkLst>
            <pc:docMk/>
            <pc:sldMk cId="475486169" sldId="285"/>
            <ac:spMk id="3" creationId="{568708AE-48ED-4852-AE39-86C44E3C3102}"/>
          </ac:spMkLst>
        </pc:spChg>
      </pc:sldChg>
    </pc:docChg>
  </pc:docChgLst>
  <pc:docChgLst>
    <pc:chgData name="Danielle Andries" userId="93d179e4-3c18-40f7-920e-ae80b202540d" providerId="ADAL" clId="{335016F0-F9F9-4E02-BE31-F876C6ED7C19}"/>
    <pc:docChg chg="delSld modSld">
      <pc:chgData name="Danielle Andries" userId="93d179e4-3c18-40f7-920e-ae80b202540d" providerId="ADAL" clId="{335016F0-F9F9-4E02-BE31-F876C6ED7C19}" dt="2022-10-19T21:36:12.877" v="26"/>
      <pc:docMkLst>
        <pc:docMk/>
      </pc:docMkLst>
      <pc:sldChg chg="del">
        <pc:chgData name="Danielle Andries" userId="93d179e4-3c18-40f7-920e-ae80b202540d" providerId="ADAL" clId="{335016F0-F9F9-4E02-BE31-F876C6ED7C19}" dt="2022-10-19T21:35:30.913" v="0" actId="47"/>
        <pc:sldMkLst>
          <pc:docMk/>
          <pc:sldMk cId="2458990325" sldId="283"/>
        </pc:sldMkLst>
      </pc:sldChg>
      <pc:sldChg chg="del">
        <pc:chgData name="Danielle Andries" userId="93d179e4-3c18-40f7-920e-ae80b202540d" providerId="ADAL" clId="{335016F0-F9F9-4E02-BE31-F876C6ED7C19}" dt="2022-10-19T21:35:39.717" v="1" actId="47"/>
        <pc:sldMkLst>
          <pc:docMk/>
          <pc:sldMk cId="3073644457" sldId="284"/>
        </pc:sldMkLst>
      </pc:sldChg>
      <pc:sldChg chg="modSp mod">
        <pc:chgData name="Danielle Andries" userId="93d179e4-3c18-40f7-920e-ae80b202540d" providerId="ADAL" clId="{335016F0-F9F9-4E02-BE31-F876C6ED7C19}" dt="2022-10-19T21:36:12.877" v="26"/>
        <pc:sldMkLst>
          <pc:docMk/>
          <pc:sldMk cId="475486169" sldId="285"/>
        </pc:sldMkLst>
        <pc:spChg chg="mod">
          <ac:chgData name="Danielle Andries" userId="93d179e4-3c18-40f7-920e-ae80b202540d" providerId="ADAL" clId="{335016F0-F9F9-4E02-BE31-F876C6ED7C19}" dt="2022-10-19T21:36:12.877" v="26"/>
          <ac:spMkLst>
            <pc:docMk/>
            <pc:sldMk cId="475486169" sldId="285"/>
            <ac:spMk id="3" creationId="{568708AE-48ED-4852-AE39-86C44E3C3102}"/>
          </ac:spMkLst>
        </pc:spChg>
      </pc:sldChg>
    </pc:docChg>
  </pc:docChgLst>
  <pc:docChgLst>
    <pc:chgData name="Danielle Andries" userId="93d179e4-3c18-40f7-920e-ae80b202540d" providerId="ADAL" clId="{6EBAC94B-8C39-4577-8423-B9CAFCFAE452}"/>
    <pc:docChg chg="modSld">
      <pc:chgData name="Danielle Andries" userId="93d179e4-3c18-40f7-920e-ae80b202540d" providerId="ADAL" clId="{6EBAC94B-8C39-4577-8423-B9CAFCFAE452}" dt="2021-10-18T14:53:56.878" v="29" actId="20577"/>
      <pc:docMkLst>
        <pc:docMk/>
      </pc:docMkLst>
      <pc:sldChg chg="modNotesTx">
        <pc:chgData name="Danielle Andries" userId="93d179e4-3c18-40f7-920e-ae80b202540d" providerId="ADAL" clId="{6EBAC94B-8C39-4577-8423-B9CAFCFAE452}" dt="2021-10-18T14:53:14.903" v="6" actId="20577"/>
        <pc:sldMkLst>
          <pc:docMk/>
          <pc:sldMk cId="2700514735" sldId="260"/>
        </pc:sldMkLst>
      </pc:sldChg>
      <pc:sldChg chg="modNotesTx">
        <pc:chgData name="Danielle Andries" userId="93d179e4-3c18-40f7-920e-ae80b202540d" providerId="ADAL" clId="{6EBAC94B-8C39-4577-8423-B9CAFCFAE452}" dt="2021-10-18T14:53:45.239" v="18" actId="20577"/>
        <pc:sldMkLst>
          <pc:docMk/>
          <pc:sldMk cId="2996616140" sldId="267"/>
        </pc:sldMkLst>
      </pc:sldChg>
      <pc:sldChg chg="modNotesTx">
        <pc:chgData name="Danielle Andries" userId="93d179e4-3c18-40f7-920e-ae80b202540d" providerId="ADAL" clId="{6EBAC94B-8C39-4577-8423-B9CAFCFAE452}" dt="2021-10-18T14:53:26.248" v="9" actId="20577"/>
        <pc:sldMkLst>
          <pc:docMk/>
          <pc:sldMk cId="3891167782" sldId="288"/>
        </pc:sldMkLst>
      </pc:sldChg>
      <pc:sldChg chg="modNotesTx">
        <pc:chgData name="Danielle Andries" userId="93d179e4-3c18-40f7-920e-ae80b202540d" providerId="ADAL" clId="{6EBAC94B-8C39-4577-8423-B9CAFCFAE452}" dt="2021-10-18T14:53:56.878" v="29" actId="20577"/>
        <pc:sldMkLst>
          <pc:docMk/>
          <pc:sldMk cId="796607504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Search for “</a:t>
            </a:r>
            <a:r>
              <a:rPr lang="en-US" b="1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nmap man page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” and share their findings on the many different types of scans and categories that are listed.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64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12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When writing the command, you don’t have to type the (nse) extension, as nmap will automatically know that you are using a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92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Search on “Nmap script categories” and share their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39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The basic syntax for Nmap is: nmap [Scan Type(s)] [Option(s)] &lt;target&gt;.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40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Evaluate what the MAC address can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53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When using the TCP SYN Ping using multiple ports, there can be no space between </a:t>
            </a:r>
            <a:r>
              <a:rPr lang="en-US" b="0" i="1" dirty="0">
                <a:solidFill>
                  <a:srgbClr val="757575"/>
                </a:solidFill>
                <a:effectLst/>
                <a:latin typeface="Cutive Mono"/>
              </a:rPr>
              <a:t>-PS 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and the port list. For example, you’ll need to type the command as follows: </a:t>
            </a:r>
            <a:r>
              <a:rPr lang="en-US" b="0" i="1" dirty="0">
                <a:solidFill>
                  <a:srgbClr val="757575"/>
                </a:solidFill>
                <a:effectLst/>
                <a:latin typeface="Cutive Mono"/>
              </a:rPr>
              <a:t>PS22-25,80,110.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15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Use caution when using </a:t>
            </a:r>
            <a:r>
              <a:rPr lang="en-US" b="0" i="1" dirty="0">
                <a:solidFill>
                  <a:srgbClr val="757575"/>
                </a:solidFill>
                <a:effectLst/>
                <a:latin typeface="Cutive Mono"/>
              </a:rPr>
              <a:t>-Pn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 on a network, as Nmap will attempt to scan all hosts, which could equate to hundreds or thousands of hosts.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806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Check your own TTL value on a Windows machine by issuing the command </a:t>
            </a:r>
            <a:r>
              <a:rPr lang="en-US" b="0" i="1" dirty="0">
                <a:solidFill>
                  <a:srgbClr val="757575"/>
                </a:solidFill>
                <a:effectLst/>
                <a:latin typeface="Cutive Mono"/>
              </a:rPr>
              <a:t>C:\&gt;ping -4 localhost.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19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Nmap uses the values to make a probable guess as to the target’s operating system. If when scanning the team notices any incorrect results, they can report discrepancies to https://nmap.org/submit.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08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The method of attack will be evident after all targets are identified along with their vulnerabilities.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11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When testing DNS for vulnerabilities, it’s important to understand the normal behavior.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812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 DNS Zone Transfer is sometimes referred to as an </a:t>
            </a:r>
            <a:r>
              <a:rPr lang="en-US" b="1" dirty="0">
                <a:solidFill>
                  <a:srgbClr val="004D72"/>
                </a:solidFill>
                <a:effectLst/>
              </a:rPr>
              <a:t>Authoritative Transfer (AXFR)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06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The Community Edition is one of the tools prebuilt into Kali Linux.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23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Analyzing Scanning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7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scenario, analyze the results of a reconnaissance exercise.</a:t>
            </a:r>
          </a:p>
          <a:p>
            <a:r>
              <a:rPr lang="en-US" dirty="0"/>
              <a:t>Given a scenario, perform vulnerability scanning.</a:t>
            </a:r>
          </a:p>
          <a:p>
            <a:r>
              <a:rPr lang="en-US" dirty="0"/>
              <a:t>Given a scenario, research attack vectors and perform wireless attacks.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Discover Nmap and 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7A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Interesting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Nmap is the most widely used network scanner today and has a wide range of flexible options and expanded capabilities:</a:t>
            </a:r>
          </a:p>
          <a:p>
            <a:pPr lvl="1"/>
            <a:r>
              <a:rPr lang="en-US" dirty="0"/>
              <a:t>Host and service discovery</a:t>
            </a:r>
          </a:p>
          <a:p>
            <a:pPr lvl="1"/>
            <a:r>
              <a:rPr lang="en-US" dirty="0"/>
              <a:t>Operating system fingerprinting</a:t>
            </a:r>
          </a:p>
          <a:p>
            <a:pPr lvl="1"/>
            <a:r>
              <a:rPr lang="en-US" dirty="0"/>
              <a:t>Gathering MAC addresses</a:t>
            </a:r>
          </a:p>
          <a:p>
            <a:pPr lvl="1"/>
            <a:r>
              <a:rPr lang="en-US" dirty="0"/>
              <a:t>Detect vulnerable hosts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and Performance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Vulnerability scanning is part of the PenTest exercise; however, the process can be aggressive or intrusive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You can adjust the scan by usin</a:t>
            </a:r>
            <a:r>
              <a:rPr lang="en-US" dirty="0">
                <a:solidFill>
                  <a:srgbClr val="000000"/>
                </a:solidFill>
              </a:rPr>
              <a:t>g the timing option: -T &lt;0 - 5&gt;, </a:t>
            </a:r>
            <a:r>
              <a:rPr lang="en-US" b="0" i="0" dirty="0">
                <a:solidFill>
                  <a:srgbClr val="000000"/>
                </a:solidFill>
                <a:effectLst/>
              </a:rPr>
              <a:t>where T0 is the slowest and T5 is the fastest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In some cases, network devices enforce rate limiting, which limits the data flow by either policing or shaping the traffic.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Nmap will detect whether rate limiting is in place and will adjust the scan to avoid flooding the network.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TCP or UDP when Scanning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TCP can provide more detailed results when scanning. Nmap has a variety of scans that use TCP that include:</a:t>
            </a:r>
          </a:p>
          <a:p>
            <a:pPr lvl="1"/>
            <a:r>
              <a:rPr lang="en-US" dirty="0"/>
              <a:t>A TCP ACK scan is used to bypass firewall rulesets</a:t>
            </a:r>
          </a:p>
          <a:p>
            <a:pPr lvl="1"/>
            <a:r>
              <a:rPr lang="en-US" dirty="0"/>
              <a:t>A full (or TCP connect) scan and Christmas tree scan </a:t>
            </a:r>
          </a:p>
          <a:p>
            <a:r>
              <a:rPr lang="en-US" dirty="0"/>
              <a:t>UDP scans are generally slower and more difficult. In addition, open and filtered ports rarely send any response. </a:t>
            </a:r>
          </a:p>
          <a:p>
            <a:pPr lvl="1"/>
            <a:r>
              <a:rPr lang="en-US" dirty="0"/>
              <a:t>Because of this, the team may choose not to run a UDP scan.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30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Scripting with Nmap Scripting Engine (NSE)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NSE scripts are a core component of Nmap that allows users to customize activity and automate the scanning process. </a:t>
            </a:r>
          </a:p>
          <a:p>
            <a:pPr lvl="1"/>
            <a:r>
              <a:rPr lang="en-US" dirty="0"/>
              <a:t>Perform advanced network discovery</a:t>
            </a:r>
          </a:p>
          <a:p>
            <a:pPr lvl="1"/>
            <a:r>
              <a:rPr lang="en-US" dirty="0"/>
              <a:t>Determine vulnerabilities </a:t>
            </a:r>
          </a:p>
          <a:p>
            <a:pPr lvl="1"/>
            <a:r>
              <a:rPr lang="en-US" dirty="0"/>
              <a:t>Uncover the existence of malware such as Trojans and backdoors.</a:t>
            </a:r>
          </a:p>
          <a:p>
            <a:r>
              <a:rPr lang="en-US" dirty="0"/>
              <a:t>To use an Nmap script, type the following: </a:t>
            </a:r>
          </a:p>
          <a:p>
            <a:pPr lvl="1"/>
            <a:r>
              <a:rPr lang="en-US" dirty="0"/>
              <a:t>nmap - - script &lt;name of script&gt;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747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Nmap Library of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Scripts are grouped into several different categories that include:</a:t>
            </a:r>
          </a:p>
          <a:p>
            <a:pPr lvl="1"/>
            <a:r>
              <a:rPr lang="en-US" b="1" dirty="0"/>
              <a:t>Malware</a:t>
            </a:r>
            <a:r>
              <a:rPr lang="en-US" dirty="0"/>
              <a:t>—scripts capable of detecting malware.</a:t>
            </a:r>
          </a:p>
          <a:p>
            <a:pPr lvl="1"/>
            <a:r>
              <a:rPr lang="en-US" b="1" dirty="0"/>
              <a:t>Discovery</a:t>
            </a:r>
            <a:r>
              <a:rPr lang="en-US" dirty="0"/>
              <a:t>—scripts that can discover networks, services, and hosts.</a:t>
            </a:r>
          </a:p>
          <a:p>
            <a:pPr lvl="1"/>
            <a:r>
              <a:rPr lang="en-US" b="1" dirty="0"/>
              <a:t>Vulnerabilities </a:t>
            </a:r>
            <a:r>
              <a:rPr lang="en-US" dirty="0"/>
              <a:t>–a variety of exploitation commands.</a:t>
            </a:r>
          </a:p>
          <a:p>
            <a:r>
              <a:rPr lang="en-US" dirty="0"/>
              <a:t>To use more than one script in a command, use a comma between each command</a:t>
            </a:r>
          </a:p>
          <a:p>
            <a:r>
              <a:rPr lang="en-US" dirty="0"/>
              <a:t>A powerful option is to use the base script identifier and the wildcard option, or run all scripts in a specific category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67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reasons Nmap is the most widely used scanner today</a:t>
            </a:r>
          </a:p>
          <a:p>
            <a:r>
              <a:rPr lang="en-US" dirty="0"/>
              <a:t>Explain ways to throttle back the scanning process</a:t>
            </a:r>
          </a:p>
          <a:p>
            <a:r>
              <a:rPr lang="en-US" dirty="0"/>
              <a:t>Compare TCP and UDP scanning techniques</a:t>
            </a:r>
          </a:p>
          <a:p>
            <a:r>
              <a:rPr lang="en-US" dirty="0"/>
              <a:t>Discuss the variety of NSE scripting options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 Nmap and NSE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Enumerate Network Hosts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7B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CCB0-A987-4F8B-9F16-69FBE6EBE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the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2766-8BA3-4D76-ACDF-4E0544DC3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Prior to launching an attack, the team will need to map the network </a:t>
            </a:r>
          </a:p>
          <a:p>
            <a:pPr lvl="1"/>
            <a:r>
              <a:rPr lang="en-US" dirty="0"/>
              <a:t>To provide details on hosts and services running on the target environment. </a:t>
            </a:r>
          </a:p>
          <a:p>
            <a:r>
              <a:rPr lang="en-US" dirty="0"/>
              <a:t>When evaluating the network, it’s important to gather as many details as possible. Some of the scans include:</a:t>
            </a:r>
          </a:p>
          <a:p>
            <a:pPr lvl="1"/>
            <a:r>
              <a:rPr lang="en-US" b="1" dirty="0"/>
              <a:t>Ping Scans </a:t>
            </a:r>
            <a:r>
              <a:rPr lang="en-US" dirty="0"/>
              <a:t>- to learn which machines are responding.</a:t>
            </a:r>
          </a:p>
          <a:p>
            <a:pPr lvl="1"/>
            <a:r>
              <a:rPr lang="en-US" b="1" dirty="0"/>
              <a:t>TCP Scans </a:t>
            </a:r>
            <a:r>
              <a:rPr lang="en-US" dirty="0"/>
              <a:t>- to check for open and listening TCP ports </a:t>
            </a:r>
          </a:p>
          <a:p>
            <a:pPr lvl="1"/>
            <a:r>
              <a:rPr lang="en-US" b="1" dirty="0"/>
              <a:t>OS Footprinting </a:t>
            </a:r>
            <a:r>
              <a:rPr lang="en-US" dirty="0"/>
              <a:t>- to</a:t>
            </a:r>
            <a:r>
              <a:rPr lang="en-US" b="1" dirty="0"/>
              <a:t> </a:t>
            </a:r>
            <a:r>
              <a:rPr lang="en-US" dirty="0"/>
              <a:t>identify the operating systems in use on the network.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E98D1-2EC7-4EB7-AD5A-46532FEE60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95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Interesting Hosts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team will need to use a variety of scans to get a solid grasp on the environment. </a:t>
            </a:r>
          </a:p>
          <a:p>
            <a:r>
              <a:rPr lang="en-US" dirty="0"/>
              <a:t>By default, Nmap uses the following during host discovery:</a:t>
            </a:r>
          </a:p>
          <a:p>
            <a:pPr lvl="1"/>
            <a:r>
              <a:rPr lang="en-US" dirty="0"/>
              <a:t>TCP SYN packet to port 443</a:t>
            </a:r>
          </a:p>
          <a:p>
            <a:pPr lvl="1"/>
            <a:r>
              <a:rPr lang="en-US" dirty="0"/>
              <a:t>TCP ACK packet to port 80</a:t>
            </a:r>
          </a:p>
          <a:p>
            <a:pPr lvl="1"/>
            <a:r>
              <a:rPr lang="en-US" dirty="0"/>
              <a:t>ICMP type 8 (echo request)</a:t>
            </a:r>
          </a:p>
          <a:p>
            <a:pPr lvl="1"/>
            <a:r>
              <a:rPr lang="en-US" dirty="0"/>
              <a:t>ICMP type 13 (timestamp request)</a:t>
            </a:r>
          </a:p>
          <a:p>
            <a:pPr lvl="1"/>
            <a:r>
              <a:rPr lang="en-US" dirty="0"/>
              <a:t>ARP requests to obtain MAC address details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Adjusting the Scans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team may need to adjust the scans if they run into problems. </a:t>
            </a:r>
          </a:p>
          <a:p>
            <a:r>
              <a:rPr lang="en-US" dirty="0"/>
              <a:t>For example, if a firewall is blocking the default ICMP pings, the team has other options. For example, they can try the following:</a:t>
            </a:r>
          </a:p>
          <a:p>
            <a:pPr lvl="1"/>
            <a:r>
              <a:rPr lang="en-US" b="1" dirty="0"/>
              <a:t>TCP ACK Ping -PA &lt;portlist&gt; </a:t>
            </a:r>
            <a:r>
              <a:rPr lang="en-US" dirty="0"/>
              <a:t>This will set the ACK flag in the TCP header.</a:t>
            </a:r>
          </a:p>
          <a:p>
            <a:pPr lvl="1"/>
            <a:r>
              <a:rPr lang="en-US" b="1" dirty="0"/>
              <a:t>UDP Ping -PU &lt;portlist&gt; </a:t>
            </a:r>
            <a:r>
              <a:rPr lang="en-US" dirty="0"/>
              <a:t>This scan uses User Datagram Protocol (UDP).</a:t>
            </a:r>
          </a:p>
          <a:p>
            <a:r>
              <a:rPr lang="en-US" dirty="0"/>
              <a:t>Nmap will display the ports that were detected, which can be in one of four states:</a:t>
            </a:r>
          </a:p>
          <a:p>
            <a:pPr lvl="1"/>
            <a:r>
              <a:rPr lang="en-US" dirty="0"/>
              <a:t>Open, closed, filtered and unfiltered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96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Host Discovery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During host discovery, the team has some options as follows: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Skip the discovery phase altogether and treat all hosts as if they are online by using the </a:t>
            </a:r>
            <a:r>
              <a:rPr lang="en-US" dirty="0">
                <a:solidFill>
                  <a:srgbClr val="000000"/>
                </a:solidFill>
              </a:rPr>
              <a:t>switch </a:t>
            </a:r>
            <a:r>
              <a:rPr 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-Pn</a:t>
            </a:r>
            <a:r>
              <a:rPr lang="en-US" dirty="0">
                <a:solidFill>
                  <a:srgbClr val="000000"/>
                </a:solidFill>
              </a:rPr>
              <a:t>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Complete the network discovery </a:t>
            </a:r>
            <a:r>
              <a:rPr lang="en-US" b="0" i="1" dirty="0">
                <a:solidFill>
                  <a:srgbClr val="000000"/>
                </a:solidFill>
                <a:effectLst/>
              </a:rPr>
              <a:t>without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doing a port scan using the </a:t>
            </a:r>
            <a:r>
              <a:rPr lang="en-US" dirty="0">
                <a:solidFill>
                  <a:srgbClr val="000000"/>
                </a:solidFill>
              </a:rPr>
              <a:t>switch </a:t>
            </a:r>
            <a:r>
              <a:rPr 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-sn.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Run a script without either a ping or port scan </a:t>
            </a:r>
            <a:r>
              <a:rPr lang="en-US" dirty="0">
                <a:solidFill>
                  <a:srgbClr val="000000"/>
                </a:solidFill>
              </a:rPr>
              <a:t>by using the two options</a:t>
            </a:r>
            <a:r>
              <a:rPr lang="en-US" dirty="0">
                <a:solidFill>
                  <a:srgbClr val="000000"/>
                </a:solidFill>
                <a:latin typeface="Lucida Console" panose="020B0609040504020204" pitchFamily="49" charset="0"/>
              </a:rPr>
              <a:t> -Pn -sn </a:t>
            </a:r>
            <a:r>
              <a:rPr lang="en-US" dirty="0">
                <a:solidFill>
                  <a:srgbClr val="000000"/>
                </a:solidFill>
              </a:rPr>
              <a:t>together.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39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Fingerprinting the Operating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Nmap can detect the OS and version in use along with service detection for a single host or a range of devices. </a:t>
            </a:r>
          </a:p>
          <a:p>
            <a:pPr lvl="1"/>
            <a:r>
              <a:rPr lang="en-US" dirty="0"/>
              <a:t>Once the vulnerable machine(s) are identified, the vulnerabilities can either be mitigated, or the team can attempt to actively attack the system.</a:t>
            </a:r>
          </a:p>
          <a:p>
            <a:r>
              <a:rPr lang="en-US" dirty="0"/>
              <a:t>During fingerprinting, the team can use passive or active scanning.</a:t>
            </a:r>
          </a:p>
          <a:p>
            <a:pPr lvl="1"/>
            <a:r>
              <a:rPr lang="en-US" b="1" dirty="0"/>
              <a:t>Passive</a:t>
            </a:r>
            <a:r>
              <a:rPr lang="en-US" dirty="0"/>
              <a:t> - gathers network traffic using a packet sniffer such as Wireshark, without actively attempting to contact any hosts. </a:t>
            </a:r>
          </a:p>
          <a:p>
            <a:pPr lvl="1"/>
            <a:r>
              <a:rPr lang="en-US" b="1" dirty="0"/>
              <a:t>Active</a:t>
            </a:r>
            <a:r>
              <a:rPr lang="en-US" dirty="0"/>
              <a:t> - actively sends probes to a target and then analyzes the packets that are returned.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07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the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a response is received from the target, Nmap will make a best effort estimate of what OS is in use. </a:t>
            </a:r>
          </a:p>
          <a:p>
            <a:r>
              <a:rPr lang="en-US" dirty="0"/>
              <a:t>Some of the key elements used to determine the OS include:</a:t>
            </a:r>
          </a:p>
          <a:p>
            <a:pPr lvl="1"/>
            <a:r>
              <a:rPr lang="en-US" b="1" dirty="0"/>
              <a:t>Don’t Fragment (DF) bit</a:t>
            </a:r>
            <a:r>
              <a:rPr lang="en-US" dirty="0"/>
              <a:t>—Is the DF bit in the IPv4 header on or off?</a:t>
            </a:r>
          </a:p>
          <a:p>
            <a:pPr lvl="1"/>
            <a:r>
              <a:rPr lang="en-US" b="1" dirty="0"/>
              <a:t>Window Size (WS)—</a:t>
            </a:r>
            <a:r>
              <a:rPr lang="en-US" dirty="0"/>
              <a:t>What does the OS use as a WS?</a:t>
            </a:r>
          </a:p>
          <a:p>
            <a:pPr lvl="1"/>
            <a:r>
              <a:rPr lang="en-US" b="1" dirty="0"/>
              <a:t>Time to Live (TTL)—</a:t>
            </a:r>
            <a:r>
              <a:rPr lang="en-US" dirty="0"/>
              <a:t>What is the TTL value set on the outbound packet?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13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what’s involved when mapping the network</a:t>
            </a:r>
          </a:p>
          <a:p>
            <a:r>
              <a:rPr lang="en-US" dirty="0"/>
              <a:t>Explain the different scans Nmap uses during host discovery</a:t>
            </a:r>
          </a:p>
          <a:p>
            <a:r>
              <a:rPr lang="en-US" dirty="0"/>
              <a:t>List techniques the team can use to modify the intensity of a scan</a:t>
            </a:r>
          </a:p>
          <a:p>
            <a:r>
              <a:rPr lang="en-US" dirty="0">
                <a:solidFill>
                  <a:srgbClr val="000000"/>
                </a:solidFill>
              </a:rPr>
              <a:t>Review options the team can use d</a:t>
            </a:r>
            <a:r>
              <a:rPr lang="en-US" b="0" i="0" dirty="0">
                <a:solidFill>
                  <a:srgbClr val="000000"/>
                </a:solidFill>
                <a:effectLst/>
              </a:rPr>
              <a:t>uring host discovery</a:t>
            </a:r>
          </a:p>
          <a:p>
            <a:r>
              <a:rPr lang="en-US" dirty="0"/>
              <a:t>Describe ways to fingerprint the OS </a:t>
            </a:r>
          </a:p>
          <a:p>
            <a:r>
              <a:rPr lang="en-US" dirty="0"/>
              <a:t>Discuss methods Nmap uses to determine a target’s OS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Enumerate Network Hosts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Analyze Output from Scans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7C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66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Network Traffic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Depending on the type of test, the team will need to gather as much information on the target </a:t>
            </a:r>
          </a:p>
          <a:p>
            <a:r>
              <a:rPr lang="en-US" dirty="0"/>
              <a:t>Some of the questions the team will need to find out include:</a:t>
            </a:r>
          </a:p>
          <a:p>
            <a:pPr lvl="1"/>
            <a:r>
              <a:rPr lang="en-US" dirty="0"/>
              <a:t>Which host(s) and devices are interesting and worth pursuing?</a:t>
            </a:r>
          </a:p>
          <a:p>
            <a:pPr lvl="1"/>
            <a:r>
              <a:rPr lang="en-US" dirty="0"/>
              <a:t>Where is the target located?</a:t>
            </a:r>
          </a:p>
          <a:p>
            <a:pPr lvl="1"/>
            <a:r>
              <a:rPr lang="en-US" dirty="0"/>
              <a:t>What is it we want when we gain access to a device or host?</a:t>
            </a:r>
          </a:p>
          <a:p>
            <a:pPr lvl="1"/>
            <a:r>
              <a:rPr lang="en-US" dirty="0"/>
              <a:t>When and how should we attack?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8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Depending on the parameters of the project scope, the team might use one of three methods when testing:</a:t>
            </a:r>
          </a:p>
          <a:p>
            <a:pPr lvl="1"/>
            <a:r>
              <a:rPr lang="en-US" b="1" dirty="0"/>
              <a:t>Unknown environment - </a:t>
            </a:r>
            <a:r>
              <a:rPr lang="en-US" dirty="0"/>
              <a:t>no information is presented to the team</a:t>
            </a:r>
          </a:p>
          <a:p>
            <a:pPr lvl="1"/>
            <a:r>
              <a:rPr lang="en-US" b="1" dirty="0"/>
              <a:t>Partially known environment </a:t>
            </a:r>
            <a:r>
              <a:rPr lang="en-US" dirty="0"/>
              <a:t>the team is given some information</a:t>
            </a:r>
          </a:p>
          <a:p>
            <a:pPr lvl="1"/>
            <a:r>
              <a:rPr lang="en-US" b="1" dirty="0"/>
              <a:t>Known environment </a:t>
            </a:r>
            <a:r>
              <a:rPr lang="en-US" dirty="0"/>
              <a:t>the team is given all details of the environment</a:t>
            </a:r>
          </a:p>
          <a:p>
            <a:r>
              <a:rPr lang="en-US" dirty="0"/>
              <a:t>Once the team learns more information, they can outline the network topology and identify the boundaries more clearly.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22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with Nmap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Nmap can provide exceptional results when discovering network devices and related vulnerabilities. </a:t>
            </a:r>
          </a:p>
          <a:p>
            <a:r>
              <a:rPr lang="en-US" dirty="0"/>
              <a:t>When viewing the results of a scan, Nmap has several available formats for outputting the results as follows:</a:t>
            </a:r>
          </a:p>
          <a:p>
            <a:pPr lvl="1"/>
            <a:r>
              <a:rPr lang="en-US" b="1" dirty="0"/>
              <a:t>Interactive output </a:t>
            </a:r>
            <a:r>
              <a:rPr lang="en-US" dirty="0"/>
              <a:t>– human readable output and is the default</a:t>
            </a:r>
          </a:p>
          <a:p>
            <a:pPr lvl="1"/>
            <a:r>
              <a:rPr lang="en-US" b="1" dirty="0"/>
              <a:t>XML output (-oX) </a:t>
            </a:r>
            <a:r>
              <a:rPr lang="en-US" dirty="0"/>
              <a:t>- a flexible format option</a:t>
            </a:r>
          </a:p>
          <a:p>
            <a:pPr lvl="1"/>
            <a:r>
              <a:rPr lang="en-US" b="1" dirty="0"/>
              <a:t>Grepable output (-oG) </a:t>
            </a:r>
            <a:r>
              <a:rPr lang="en-US" dirty="0"/>
              <a:t>- creates a grepable friendly file </a:t>
            </a:r>
          </a:p>
          <a:p>
            <a:pPr lvl="1"/>
            <a:r>
              <a:rPr lang="en-US" b="1" dirty="0"/>
              <a:t>Normal output (-oN) </a:t>
            </a:r>
            <a:r>
              <a:rPr lang="en-US" dirty="0"/>
              <a:t>is like interactive; however, you can save the results of an Nmap scan to a text file for later analysis.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45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Interfacing With Zenmap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FAEEB8-91F0-466D-A9D9-78A0F14A9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1147733"/>
            <a:ext cx="4353949" cy="3193473"/>
          </a:xfrm>
        </p:spPr>
        <p:txBody>
          <a:bodyPr>
            <a:normAutofit/>
          </a:bodyPr>
          <a:lstStyle/>
          <a:p>
            <a:r>
              <a:rPr lang="en-US" dirty="0"/>
              <a:t>A GUI companion to Nmap</a:t>
            </a:r>
          </a:p>
          <a:p>
            <a:pPr lvl="1"/>
            <a:r>
              <a:rPr lang="en-US" dirty="0"/>
              <a:t>Can be used on a variety of platforms, including Windows. </a:t>
            </a:r>
          </a:p>
          <a:p>
            <a:r>
              <a:rPr lang="en-US" dirty="0"/>
              <a:t>Creates a visual of the network topology </a:t>
            </a:r>
          </a:p>
          <a:p>
            <a:pPr lvl="1"/>
            <a:r>
              <a:rPr lang="en-US" dirty="0"/>
              <a:t>To assess devices and provide an insight when planning an attack. </a:t>
            </a:r>
          </a:p>
          <a:p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C356BB9-51B6-4D94-9341-DBBBB9B0970E}"/>
              </a:ext>
            </a:extLst>
          </p:cNvPr>
          <p:cNvPicPr>
            <a:picLocks noGrp="1" noChangeAspect="1" noChangeArrowheads="1"/>
          </p:cNvPicPr>
          <p:nvPr>
            <p:ph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37088" y="1265397"/>
            <a:ext cx="4379912" cy="3007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6682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Footprinting using DNS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reveal additional targets that can help the team learn more about the structure of an organization's network. </a:t>
            </a:r>
          </a:p>
          <a:p>
            <a:r>
              <a:rPr lang="en-US" dirty="0"/>
              <a:t>DNS can fall victim to several threats that include:</a:t>
            </a:r>
          </a:p>
          <a:p>
            <a:pPr lvl="1"/>
            <a:r>
              <a:rPr lang="en-US" dirty="0"/>
              <a:t>A flood or amplification attack.</a:t>
            </a:r>
          </a:p>
          <a:p>
            <a:pPr lvl="1"/>
            <a:r>
              <a:rPr lang="en-US" dirty="0"/>
              <a:t>Cache poisoning.</a:t>
            </a:r>
          </a:p>
          <a:p>
            <a:pPr lvl="1"/>
            <a:r>
              <a:rPr lang="en-US" dirty="0"/>
              <a:t>Exposure of the zone file.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128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Targeting the DNS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dealing with DNS there are two servers can be at risk for compromise: Authoritative and Recursive</a:t>
            </a:r>
          </a:p>
          <a:p>
            <a:r>
              <a:rPr lang="en-US" dirty="0"/>
              <a:t>Nmap has several methods to test DNS for vulnerabilities. </a:t>
            </a:r>
          </a:p>
          <a:p>
            <a:r>
              <a:rPr lang="en-US" dirty="0"/>
              <a:t>For example, you can use the following to discover the target host's services: nmap --script=dns-service-discovery -p 5353 &lt;target&gt;</a:t>
            </a:r>
          </a:p>
          <a:p>
            <a:pPr lvl="1"/>
            <a:r>
              <a:rPr lang="en-US" dirty="0"/>
              <a:t>The script uses the DNS Service Discovery protocol to get a list of services. </a:t>
            </a:r>
          </a:p>
          <a:p>
            <a:pPr lvl="1"/>
            <a:r>
              <a:rPr lang="en-US" dirty="0"/>
              <a:t>Once obtained, Nmap will follow up by sending probes to get more information.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826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Transferring Zone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zone file is a text file that contains information and resource records (RR) for a specific namespace. </a:t>
            </a:r>
          </a:p>
          <a:p>
            <a:r>
              <a:rPr lang="en-US" dirty="0"/>
              <a:t>The following are some of the RR found in a zone file:</a:t>
            </a:r>
          </a:p>
          <a:p>
            <a:pPr lvl="1"/>
            <a:r>
              <a:rPr lang="en-US" dirty="0"/>
              <a:t>Type A Maps a hostname to a 32-bit IPv4 address of the host</a:t>
            </a:r>
          </a:p>
          <a:p>
            <a:pPr lvl="1"/>
            <a:r>
              <a:rPr lang="en-US" dirty="0"/>
              <a:t>Type AAAA Maps a hostname to a 128-bit IPv6 address of the host</a:t>
            </a:r>
          </a:p>
          <a:p>
            <a:pPr lvl="1"/>
            <a:r>
              <a:rPr lang="en-US" dirty="0"/>
              <a:t>PTR (Pointer) used for reverse DNS lookups</a:t>
            </a:r>
          </a:p>
          <a:p>
            <a:pPr lvl="1"/>
            <a:r>
              <a:rPr lang="en-US" dirty="0"/>
              <a:t>MX Mail Exchange record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86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36B4-B96C-4D3D-9D50-6CE67C36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Exposing the Zone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5551E-36AC-444C-88A3-38E3E3382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not properly configured, the zone file can be exposed and leak resource record information.</a:t>
            </a:r>
          </a:p>
          <a:p>
            <a:r>
              <a:rPr lang="en-US" dirty="0"/>
              <a:t>An attack occurs when an entity poses as a DNS client server and asks for a copy of the zone records. </a:t>
            </a:r>
          </a:p>
          <a:p>
            <a:r>
              <a:rPr lang="en-US" dirty="0"/>
              <a:t>This can be achieved using the Nmap script dns-zone-transfer.domain. </a:t>
            </a:r>
          </a:p>
          <a:p>
            <a:pPr lvl="1"/>
            <a:r>
              <a:rPr lang="en-US" dirty="0"/>
              <a:t>If the server honors the request, it will return the zone file.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A868F-4DC4-4FF0-B7F4-E4D247347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28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62CE-0FD4-4D07-A40D-18E87DDE8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Poisoning The DNS Cache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E07A9-36B0-4081-BF63-546982F13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 server is not properly configured, this can lead to an attack, such as a DNS cache poisoning attack. </a:t>
            </a:r>
          </a:p>
          <a:p>
            <a:pPr lvl="1"/>
            <a:r>
              <a:rPr lang="en-US" dirty="0"/>
              <a:t>Corrupts the cache of a recursion server to point to a bogus IP address.</a:t>
            </a:r>
          </a:p>
          <a:p>
            <a:pPr algn="l"/>
            <a:r>
              <a:rPr lang="en-US" dirty="0"/>
              <a:t>To test for vulnerabilities the team can attempt to perform a dynamic DNS update without authentication using the following:</a:t>
            </a:r>
          </a:p>
          <a:p>
            <a:pPr lvl="1"/>
            <a:r>
              <a:rPr lang="en-US" dirty="0">
                <a:latin typeface="Lucida Console" panose="020B0609040504020204" pitchFamily="49" charset="0"/>
              </a:rPr>
              <a:t>nmap -sU -p 53 --script=dns-update --script-args=dns-update.hostname=</a:t>
            </a:r>
            <a:r>
              <a:rPr lang="en-US" dirty="0" err="1">
                <a:latin typeface="Lucida Console" panose="020B0609040504020204" pitchFamily="49" charset="0"/>
              </a:rPr>
              <a:t>target.example.com,dns</a:t>
            </a:r>
            <a:r>
              <a:rPr lang="en-US" dirty="0">
                <a:latin typeface="Lucida Console" panose="020B0609040504020204" pitchFamily="49" charset="0"/>
              </a:rPr>
              <a:t>-update.ip=192.0.2.1 &lt;target&gt;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05EF31-5E7C-43B4-8205-F0627C9C1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76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DABD-24D0-4AB1-B4CA-0631BC0F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Exposing Vulnerable Web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688C0-C5FB-4582-9CE8-E005FA6D5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During the PenTesting exercise, the team can test the organization's web server using a few methods:</a:t>
            </a:r>
          </a:p>
          <a:p>
            <a:pPr lvl="1"/>
            <a:r>
              <a:rPr lang="en-US" dirty="0"/>
              <a:t>Manually examine the source code and elements within the site for comments or other interesting artifacts</a:t>
            </a:r>
          </a:p>
          <a:p>
            <a:pPr lvl="1"/>
            <a:r>
              <a:rPr lang="en-US" dirty="0"/>
              <a:t>Examine the web or access logs that show the activity for a website.</a:t>
            </a:r>
          </a:p>
          <a:p>
            <a:pPr lvl="1"/>
            <a:r>
              <a:rPr lang="en-US" dirty="0"/>
              <a:t>Intercept traffic using a proxy between the web client and the server.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69E98-CDDB-4811-A16F-735A82A427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864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3B47-97D0-4141-ABA1-61097539D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Burp Suite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8520B-270A-481B-8924-3CD1ECA08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Burp Suite is an integrated platform used to test the security of web applications.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Acts as a local proxy to capture the HTTP requests and responses </a:t>
            </a:r>
          </a:p>
          <a:p>
            <a:r>
              <a:rPr lang="en-US" dirty="0"/>
              <a:t>When using a proxy, the team can gather more data to check for security issues that occur during a web transaction. </a:t>
            </a:r>
          </a:p>
          <a:p>
            <a:pPr lvl="1"/>
            <a:r>
              <a:rPr lang="en-US" dirty="0"/>
              <a:t>Vulnerabilities can include cryptographic weaknesses, missing or weak authentication, and other web vulnerabilities .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When discovered, Burp Suite will list the details of the vulnerabilities within the dashboard.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351BE-3310-4EF8-88AA-6FDFF266A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48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List some of the questions the team will need to find out when examining network traffic</a:t>
            </a:r>
          </a:p>
          <a:p>
            <a:r>
              <a:rPr lang="en-US" dirty="0">
                <a:solidFill>
                  <a:srgbClr val="000000"/>
                </a:solidFill>
              </a:rPr>
              <a:t>Describe some of methods used when testing</a:t>
            </a:r>
          </a:p>
          <a:p>
            <a:r>
              <a:rPr lang="en-US" dirty="0">
                <a:solidFill>
                  <a:srgbClr val="000000"/>
                </a:solidFill>
              </a:rPr>
              <a:t>Discuss how Burp Suite can be used to test web applications.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Output from Scans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39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159B2B-48E2-4647-ABDD-6BF7993BEC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708AE-48ED-4852-AE39-86C44E3C31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50" y="748621"/>
            <a:ext cx="3742072" cy="4044357"/>
          </a:xfrm>
        </p:spPr>
        <p:txBody>
          <a:bodyPr/>
          <a:lstStyle/>
          <a:p>
            <a:pPr marL="0" indent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Assisted Lab: Discovering Information using Nmap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Assisted Lab: Performing Vulnerability Scans and Analysis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E43AC-45A4-4D84-834A-CE8499000767}"/>
              </a:ext>
            </a:extLst>
          </p:cNvPr>
          <p:cNvSpPr txBox="1"/>
          <p:nvPr/>
        </p:nvSpPr>
        <p:spPr>
          <a:xfrm>
            <a:off x="3975101" y="742950"/>
            <a:ext cx="5120843" cy="3986972"/>
          </a:xfrm>
          <a:custGeom>
            <a:avLst/>
            <a:gdLst>
              <a:gd name="connsiteX0" fmla="*/ 0 w 5120843"/>
              <a:gd name="connsiteY0" fmla="*/ 0 h 3986972"/>
              <a:gd name="connsiteX1" fmla="*/ 620191 w 5120843"/>
              <a:gd name="connsiteY1" fmla="*/ 0 h 3986972"/>
              <a:gd name="connsiteX2" fmla="*/ 1035548 w 5120843"/>
              <a:gd name="connsiteY2" fmla="*/ 0 h 3986972"/>
              <a:gd name="connsiteX3" fmla="*/ 1655739 w 5120843"/>
              <a:gd name="connsiteY3" fmla="*/ 0 h 3986972"/>
              <a:gd name="connsiteX4" fmla="*/ 2173513 w 5120843"/>
              <a:gd name="connsiteY4" fmla="*/ 0 h 3986972"/>
              <a:gd name="connsiteX5" fmla="*/ 2793704 w 5120843"/>
              <a:gd name="connsiteY5" fmla="*/ 0 h 3986972"/>
              <a:gd name="connsiteX6" fmla="*/ 3260270 w 5120843"/>
              <a:gd name="connsiteY6" fmla="*/ 0 h 3986972"/>
              <a:gd name="connsiteX7" fmla="*/ 3931669 w 5120843"/>
              <a:gd name="connsiteY7" fmla="*/ 0 h 3986972"/>
              <a:gd name="connsiteX8" fmla="*/ 4603069 w 5120843"/>
              <a:gd name="connsiteY8" fmla="*/ 0 h 3986972"/>
              <a:gd name="connsiteX9" fmla="*/ 5120843 w 5120843"/>
              <a:gd name="connsiteY9" fmla="*/ 0 h 3986972"/>
              <a:gd name="connsiteX10" fmla="*/ 5120843 w 5120843"/>
              <a:gd name="connsiteY10" fmla="*/ 489828 h 3986972"/>
              <a:gd name="connsiteX11" fmla="*/ 5120843 w 5120843"/>
              <a:gd name="connsiteY11" fmla="*/ 1139135 h 3986972"/>
              <a:gd name="connsiteX12" fmla="*/ 5120843 w 5120843"/>
              <a:gd name="connsiteY12" fmla="*/ 1788442 h 3986972"/>
              <a:gd name="connsiteX13" fmla="*/ 5120843 w 5120843"/>
              <a:gd name="connsiteY13" fmla="*/ 2437749 h 3986972"/>
              <a:gd name="connsiteX14" fmla="*/ 5120843 w 5120843"/>
              <a:gd name="connsiteY14" fmla="*/ 2887707 h 3986972"/>
              <a:gd name="connsiteX15" fmla="*/ 5120843 w 5120843"/>
              <a:gd name="connsiteY15" fmla="*/ 3377535 h 3986972"/>
              <a:gd name="connsiteX16" fmla="*/ 5120843 w 5120843"/>
              <a:gd name="connsiteY16" fmla="*/ 3986972 h 3986972"/>
              <a:gd name="connsiteX17" fmla="*/ 4500652 w 5120843"/>
              <a:gd name="connsiteY17" fmla="*/ 3986972 h 3986972"/>
              <a:gd name="connsiteX18" fmla="*/ 4034086 w 5120843"/>
              <a:gd name="connsiteY18" fmla="*/ 3986972 h 3986972"/>
              <a:gd name="connsiteX19" fmla="*/ 3362687 w 5120843"/>
              <a:gd name="connsiteY19" fmla="*/ 3986972 h 3986972"/>
              <a:gd name="connsiteX20" fmla="*/ 2691287 w 5120843"/>
              <a:gd name="connsiteY20" fmla="*/ 3986972 h 3986972"/>
              <a:gd name="connsiteX21" fmla="*/ 2224722 w 5120843"/>
              <a:gd name="connsiteY21" fmla="*/ 3986972 h 3986972"/>
              <a:gd name="connsiteX22" fmla="*/ 1809365 w 5120843"/>
              <a:gd name="connsiteY22" fmla="*/ 3986972 h 3986972"/>
              <a:gd name="connsiteX23" fmla="*/ 1394007 w 5120843"/>
              <a:gd name="connsiteY23" fmla="*/ 3986972 h 3986972"/>
              <a:gd name="connsiteX24" fmla="*/ 876233 w 5120843"/>
              <a:gd name="connsiteY24" fmla="*/ 3986972 h 3986972"/>
              <a:gd name="connsiteX25" fmla="*/ 0 w 5120843"/>
              <a:gd name="connsiteY25" fmla="*/ 3986972 h 3986972"/>
              <a:gd name="connsiteX26" fmla="*/ 0 w 5120843"/>
              <a:gd name="connsiteY26" fmla="*/ 3457274 h 3986972"/>
              <a:gd name="connsiteX27" fmla="*/ 0 w 5120843"/>
              <a:gd name="connsiteY27" fmla="*/ 2927577 h 3986972"/>
              <a:gd name="connsiteX28" fmla="*/ 0 w 5120843"/>
              <a:gd name="connsiteY28" fmla="*/ 2278270 h 3986972"/>
              <a:gd name="connsiteX29" fmla="*/ 0 w 5120843"/>
              <a:gd name="connsiteY29" fmla="*/ 1748572 h 3986972"/>
              <a:gd name="connsiteX30" fmla="*/ 0 w 5120843"/>
              <a:gd name="connsiteY30" fmla="*/ 1298614 h 3986972"/>
              <a:gd name="connsiteX31" fmla="*/ 0 w 5120843"/>
              <a:gd name="connsiteY31" fmla="*/ 768916 h 3986972"/>
              <a:gd name="connsiteX32" fmla="*/ 0 w 5120843"/>
              <a:gd name="connsiteY32" fmla="*/ 0 h 3986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120843" h="3986972" fill="none" extrusionOk="0">
                <a:moveTo>
                  <a:pt x="0" y="0"/>
                </a:moveTo>
                <a:cubicBezTo>
                  <a:pt x="181082" y="-44144"/>
                  <a:pt x="332351" y="17296"/>
                  <a:pt x="620191" y="0"/>
                </a:cubicBezTo>
                <a:cubicBezTo>
                  <a:pt x="908031" y="-17296"/>
                  <a:pt x="913865" y="31805"/>
                  <a:pt x="1035548" y="0"/>
                </a:cubicBezTo>
                <a:cubicBezTo>
                  <a:pt x="1157231" y="-31805"/>
                  <a:pt x="1401820" y="28595"/>
                  <a:pt x="1655739" y="0"/>
                </a:cubicBezTo>
                <a:cubicBezTo>
                  <a:pt x="1909658" y="-28595"/>
                  <a:pt x="2005301" y="20107"/>
                  <a:pt x="2173513" y="0"/>
                </a:cubicBezTo>
                <a:cubicBezTo>
                  <a:pt x="2341725" y="-20107"/>
                  <a:pt x="2581271" y="43917"/>
                  <a:pt x="2793704" y="0"/>
                </a:cubicBezTo>
                <a:cubicBezTo>
                  <a:pt x="3006137" y="-43917"/>
                  <a:pt x="3042637" y="10045"/>
                  <a:pt x="3260270" y="0"/>
                </a:cubicBezTo>
                <a:cubicBezTo>
                  <a:pt x="3477903" y="-10045"/>
                  <a:pt x="3644284" y="77189"/>
                  <a:pt x="3931669" y="0"/>
                </a:cubicBezTo>
                <a:cubicBezTo>
                  <a:pt x="4219054" y="-77189"/>
                  <a:pt x="4316130" y="46666"/>
                  <a:pt x="4603069" y="0"/>
                </a:cubicBezTo>
                <a:cubicBezTo>
                  <a:pt x="4890008" y="-46666"/>
                  <a:pt x="4998350" y="36197"/>
                  <a:pt x="5120843" y="0"/>
                </a:cubicBezTo>
                <a:cubicBezTo>
                  <a:pt x="5128488" y="186839"/>
                  <a:pt x="5112671" y="254479"/>
                  <a:pt x="5120843" y="489828"/>
                </a:cubicBezTo>
                <a:cubicBezTo>
                  <a:pt x="5129015" y="725177"/>
                  <a:pt x="5060647" y="965704"/>
                  <a:pt x="5120843" y="1139135"/>
                </a:cubicBezTo>
                <a:cubicBezTo>
                  <a:pt x="5181039" y="1312566"/>
                  <a:pt x="5049372" y="1539935"/>
                  <a:pt x="5120843" y="1788442"/>
                </a:cubicBezTo>
                <a:cubicBezTo>
                  <a:pt x="5192314" y="2036949"/>
                  <a:pt x="5061265" y="2214741"/>
                  <a:pt x="5120843" y="2437749"/>
                </a:cubicBezTo>
                <a:cubicBezTo>
                  <a:pt x="5180421" y="2660757"/>
                  <a:pt x="5078268" y="2666755"/>
                  <a:pt x="5120843" y="2887707"/>
                </a:cubicBezTo>
                <a:cubicBezTo>
                  <a:pt x="5163418" y="3108659"/>
                  <a:pt x="5103872" y="3212463"/>
                  <a:pt x="5120843" y="3377535"/>
                </a:cubicBezTo>
                <a:cubicBezTo>
                  <a:pt x="5137814" y="3542607"/>
                  <a:pt x="5090777" y="3838116"/>
                  <a:pt x="5120843" y="3986972"/>
                </a:cubicBezTo>
                <a:cubicBezTo>
                  <a:pt x="4958232" y="4008270"/>
                  <a:pt x="4738321" y="3954766"/>
                  <a:pt x="4500652" y="3986972"/>
                </a:cubicBezTo>
                <a:cubicBezTo>
                  <a:pt x="4262983" y="4019178"/>
                  <a:pt x="4225098" y="3932484"/>
                  <a:pt x="4034086" y="3986972"/>
                </a:cubicBezTo>
                <a:cubicBezTo>
                  <a:pt x="3843074" y="4041460"/>
                  <a:pt x="3602078" y="3914575"/>
                  <a:pt x="3362687" y="3986972"/>
                </a:cubicBezTo>
                <a:cubicBezTo>
                  <a:pt x="3123296" y="4059369"/>
                  <a:pt x="2951314" y="3919249"/>
                  <a:pt x="2691287" y="3986972"/>
                </a:cubicBezTo>
                <a:cubicBezTo>
                  <a:pt x="2431260" y="4054695"/>
                  <a:pt x="2350391" y="3956158"/>
                  <a:pt x="2224722" y="3986972"/>
                </a:cubicBezTo>
                <a:cubicBezTo>
                  <a:pt x="2099054" y="4017786"/>
                  <a:pt x="1991047" y="3955209"/>
                  <a:pt x="1809365" y="3986972"/>
                </a:cubicBezTo>
                <a:cubicBezTo>
                  <a:pt x="1627683" y="4018735"/>
                  <a:pt x="1518268" y="3941113"/>
                  <a:pt x="1394007" y="3986972"/>
                </a:cubicBezTo>
                <a:cubicBezTo>
                  <a:pt x="1269746" y="4032831"/>
                  <a:pt x="1001496" y="3974555"/>
                  <a:pt x="876233" y="3986972"/>
                </a:cubicBezTo>
                <a:cubicBezTo>
                  <a:pt x="750970" y="3999389"/>
                  <a:pt x="342774" y="3907284"/>
                  <a:pt x="0" y="3986972"/>
                </a:cubicBezTo>
                <a:cubicBezTo>
                  <a:pt x="-41093" y="3761640"/>
                  <a:pt x="12633" y="3591114"/>
                  <a:pt x="0" y="3457274"/>
                </a:cubicBezTo>
                <a:cubicBezTo>
                  <a:pt x="-12633" y="3323434"/>
                  <a:pt x="53828" y="3048359"/>
                  <a:pt x="0" y="2927577"/>
                </a:cubicBezTo>
                <a:cubicBezTo>
                  <a:pt x="-53828" y="2806795"/>
                  <a:pt x="22417" y="2456264"/>
                  <a:pt x="0" y="2278270"/>
                </a:cubicBezTo>
                <a:cubicBezTo>
                  <a:pt x="-22417" y="2100276"/>
                  <a:pt x="52072" y="1993161"/>
                  <a:pt x="0" y="1748572"/>
                </a:cubicBezTo>
                <a:cubicBezTo>
                  <a:pt x="-52072" y="1503983"/>
                  <a:pt x="23634" y="1446189"/>
                  <a:pt x="0" y="1298614"/>
                </a:cubicBezTo>
                <a:cubicBezTo>
                  <a:pt x="-23634" y="1151039"/>
                  <a:pt x="2064" y="1023762"/>
                  <a:pt x="0" y="768916"/>
                </a:cubicBezTo>
                <a:cubicBezTo>
                  <a:pt x="-2064" y="514070"/>
                  <a:pt x="41086" y="192150"/>
                  <a:pt x="0" y="0"/>
                </a:cubicBezTo>
                <a:close/>
              </a:path>
              <a:path w="5120843" h="3986972" stroke="0" extrusionOk="0">
                <a:moveTo>
                  <a:pt x="0" y="0"/>
                </a:moveTo>
                <a:cubicBezTo>
                  <a:pt x="196917" y="-3664"/>
                  <a:pt x="331007" y="36965"/>
                  <a:pt x="568983" y="0"/>
                </a:cubicBezTo>
                <a:cubicBezTo>
                  <a:pt x="806959" y="-36965"/>
                  <a:pt x="895566" y="12616"/>
                  <a:pt x="1137965" y="0"/>
                </a:cubicBezTo>
                <a:cubicBezTo>
                  <a:pt x="1380364" y="-12616"/>
                  <a:pt x="1373421" y="28097"/>
                  <a:pt x="1604531" y="0"/>
                </a:cubicBezTo>
                <a:cubicBezTo>
                  <a:pt x="1835641" y="-28097"/>
                  <a:pt x="1991050" y="62516"/>
                  <a:pt x="2275930" y="0"/>
                </a:cubicBezTo>
                <a:cubicBezTo>
                  <a:pt x="2560810" y="-62516"/>
                  <a:pt x="2764877" y="24309"/>
                  <a:pt x="2896121" y="0"/>
                </a:cubicBezTo>
                <a:cubicBezTo>
                  <a:pt x="3027365" y="-24309"/>
                  <a:pt x="3333223" y="68499"/>
                  <a:pt x="3567521" y="0"/>
                </a:cubicBezTo>
                <a:cubicBezTo>
                  <a:pt x="3801819" y="-68499"/>
                  <a:pt x="3880549" y="26681"/>
                  <a:pt x="4034086" y="0"/>
                </a:cubicBezTo>
                <a:cubicBezTo>
                  <a:pt x="4187623" y="-26681"/>
                  <a:pt x="4292075" y="6610"/>
                  <a:pt x="4449444" y="0"/>
                </a:cubicBezTo>
                <a:cubicBezTo>
                  <a:pt x="4606813" y="-6610"/>
                  <a:pt x="4924858" y="50377"/>
                  <a:pt x="5120843" y="0"/>
                </a:cubicBezTo>
                <a:cubicBezTo>
                  <a:pt x="5124064" y="177052"/>
                  <a:pt x="5075000" y="364208"/>
                  <a:pt x="5120843" y="609437"/>
                </a:cubicBezTo>
                <a:cubicBezTo>
                  <a:pt x="5166686" y="854666"/>
                  <a:pt x="5080602" y="1006665"/>
                  <a:pt x="5120843" y="1258744"/>
                </a:cubicBezTo>
                <a:cubicBezTo>
                  <a:pt x="5161084" y="1510823"/>
                  <a:pt x="5065440" y="1665073"/>
                  <a:pt x="5120843" y="1908051"/>
                </a:cubicBezTo>
                <a:cubicBezTo>
                  <a:pt x="5176246" y="2151029"/>
                  <a:pt x="5063729" y="2204958"/>
                  <a:pt x="5120843" y="2477618"/>
                </a:cubicBezTo>
                <a:cubicBezTo>
                  <a:pt x="5177957" y="2750278"/>
                  <a:pt x="5087919" y="2838664"/>
                  <a:pt x="5120843" y="3126925"/>
                </a:cubicBezTo>
                <a:cubicBezTo>
                  <a:pt x="5153767" y="3415186"/>
                  <a:pt x="5044073" y="3617059"/>
                  <a:pt x="5120843" y="3986972"/>
                </a:cubicBezTo>
                <a:cubicBezTo>
                  <a:pt x="4997668" y="3999707"/>
                  <a:pt x="4820200" y="3951302"/>
                  <a:pt x="4705486" y="3986972"/>
                </a:cubicBezTo>
                <a:cubicBezTo>
                  <a:pt x="4590772" y="4022642"/>
                  <a:pt x="4451539" y="3944457"/>
                  <a:pt x="4238920" y="3986972"/>
                </a:cubicBezTo>
                <a:cubicBezTo>
                  <a:pt x="4026301" y="4029487"/>
                  <a:pt x="3838266" y="3921800"/>
                  <a:pt x="3618729" y="3986972"/>
                </a:cubicBezTo>
                <a:cubicBezTo>
                  <a:pt x="3399192" y="4052144"/>
                  <a:pt x="3343191" y="3981849"/>
                  <a:pt x="3152163" y="3986972"/>
                </a:cubicBezTo>
                <a:cubicBezTo>
                  <a:pt x="2961135" y="3992095"/>
                  <a:pt x="2783312" y="3927901"/>
                  <a:pt x="2583181" y="3986972"/>
                </a:cubicBezTo>
                <a:cubicBezTo>
                  <a:pt x="2383050" y="4046043"/>
                  <a:pt x="2319553" y="3935605"/>
                  <a:pt x="2065407" y="3986972"/>
                </a:cubicBezTo>
                <a:cubicBezTo>
                  <a:pt x="1811261" y="4038339"/>
                  <a:pt x="1855188" y="3971939"/>
                  <a:pt x="1650049" y="3986972"/>
                </a:cubicBezTo>
                <a:cubicBezTo>
                  <a:pt x="1444910" y="4002005"/>
                  <a:pt x="1360394" y="3981690"/>
                  <a:pt x="1081067" y="3986972"/>
                </a:cubicBezTo>
                <a:cubicBezTo>
                  <a:pt x="801740" y="3992254"/>
                  <a:pt x="814428" y="3941863"/>
                  <a:pt x="665710" y="3986972"/>
                </a:cubicBezTo>
                <a:cubicBezTo>
                  <a:pt x="516992" y="4032081"/>
                  <a:pt x="318869" y="3967429"/>
                  <a:pt x="0" y="3986972"/>
                </a:cubicBezTo>
                <a:cubicBezTo>
                  <a:pt x="-38782" y="3876890"/>
                  <a:pt x="24531" y="3734988"/>
                  <a:pt x="0" y="3537014"/>
                </a:cubicBezTo>
                <a:cubicBezTo>
                  <a:pt x="-24531" y="3339040"/>
                  <a:pt x="3800" y="3024723"/>
                  <a:pt x="0" y="2887707"/>
                </a:cubicBezTo>
                <a:cubicBezTo>
                  <a:pt x="-3800" y="2750691"/>
                  <a:pt x="22496" y="2499081"/>
                  <a:pt x="0" y="2358009"/>
                </a:cubicBezTo>
                <a:cubicBezTo>
                  <a:pt x="-22496" y="2216937"/>
                  <a:pt x="26334" y="2017386"/>
                  <a:pt x="0" y="1868181"/>
                </a:cubicBezTo>
                <a:cubicBezTo>
                  <a:pt x="-26334" y="1718976"/>
                  <a:pt x="31746" y="1426559"/>
                  <a:pt x="0" y="1218874"/>
                </a:cubicBezTo>
                <a:cubicBezTo>
                  <a:pt x="-31746" y="1011189"/>
                  <a:pt x="40466" y="846605"/>
                  <a:pt x="0" y="729046"/>
                </a:cubicBezTo>
                <a:cubicBezTo>
                  <a:pt x="-40466" y="611487"/>
                  <a:pt x="3188" y="174080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33684944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57175" lvl="0" indent="-257175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lvl="1" indent="-342900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857250" lvl="2" indent="-171450" defTabSz="342900">
              <a:spcBef>
                <a:spcPts val="10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00150" lvl="3" indent="-171450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43050" lvl="4" indent="-171450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1885950" indent="-171450" defTabSz="342900">
              <a:spcBef>
                <a:spcPct val="20000"/>
              </a:spcBef>
              <a:buFont typeface="Arial"/>
              <a:buChar char="•"/>
              <a:defRPr sz="1500"/>
            </a:lvl6pPr>
            <a:lvl7pPr marL="2228850" indent="-171450" defTabSz="342900">
              <a:spcBef>
                <a:spcPct val="20000"/>
              </a:spcBef>
              <a:buFont typeface="Arial"/>
              <a:buChar char="•"/>
              <a:defRPr sz="1500"/>
            </a:lvl7pPr>
            <a:lvl8pPr marL="2571750" indent="-171450" defTabSz="342900">
              <a:spcBef>
                <a:spcPct val="20000"/>
              </a:spcBef>
              <a:buFont typeface="Arial"/>
              <a:buChar char="•"/>
              <a:defRPr sz="1500"/>
            </a:lvl8pPr>
            <a:lvl9pPr marL="2914650" indent="-171450" defTabSz="342900">
              <a:spcBef>
                <a:spcPct val="20000"/>
              </a:spcBef>
              <a:buFont typeface="Arial"/>
              <a:buChar char="•"/>
              <a:defRPr sz="1500"/>
            </a:lvl9pPr>
          </a:lstStyle>
          <a:p>
            <a:pPr lvl="0"/>
            <a:r>
              <a:rPr lang="en-US" dirty="0">
                <a:solidFill>
                  <a:schemeClr val="accent1"/>
                </a:solidFill>
              </a:rPr>
              <a:t>Lab types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Assisted labs guide you step-by-step through tasks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Applied labs set goals with limited guidance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Complete lab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Submit all items for grading and check each progress box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Select “Grade Lab” from final page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Save lab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Select the hamburger menu and select “Save”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Save up to two labs in progress for up to 7 days</a:t>
            </a:r>
            <a:endParaRPr lang="en-GB" dirty="0">
              <a:solidFill>
                <a:schemeClr val="accent1"/>
              </a:solidFill>
            </a:endParaRPr>
          </a:p>
          <a:p>
            <a:pPr lvl="0"/>
            <a:r>
              <a:rPr lang="en-US" dirty="0">
                <a:solidFill>
                  <a:schemeClr val="accent1"/>
                </a:solidFill>
              </a:rPr>
              <a:t>Cancel lab without grading</a:t>
            </a:r>
          </a:p>
          <a:p>
            <a:pPr marL="685800" marR="0" lvl="1" indent="-342900" algn="l" defTabSz="3429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accent1"/>
                </a:solidFill>
              </a:rPr>
              <a:t>Select the hamburger menu and select “End”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BE2E88-1023-417C-91BD-53B87CC9E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421816">
            <a:off x="3988506" y="507806"/>
            <a:ext cx="2225591" cy="57523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1E5D5AE-DD5E-43DF-9E59-06879D1C3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457" y="2041782"/>
            <a:ext cx="1275893" cy="190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3C5ED1D-C224-4E8C-A1A6-7BA094A47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042424" y="2922609"/>
            <a:ext cx="1694926" cy="42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86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022C73-DF71-461A-B0E7-06981C5616C4}"/>
</file>

<file path=customXml/itemProps2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4370</TotalTime>
  <Words>2306</Words>
  <Application>Microsoft Office PowerPoint</Application>
  <PresentationFormat>On-screen Show (16:9)</PresentationFormat>
  <Paragraphs>243</Paragraphs>
  <Slides>33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Lucida Console</vt:lpstr>
      <vt:lpstr>Calibri</vt:lpstr>
      <vt:lpstr>Open Sans</vt:lpstr>
      <vt:lpstr>Arial</vt:lpstr>
      <vt:lpstr>Cutive Mono</vt:lpstr>
      <vt:lpstr>comptia_ov</vt:lpstr>
      <vt:lpstr>Exam PT0-002</vt:lpstr>
      <vt:lpstr>Analyzing Scanning Results</vt:lpstr>
      <vt:lpstr>Objectives</vt:lpstr>
      <vt:lpstr>Discover Nmap and NSE</vt:lpstr>
      <vt:lpstr>Scanning Interesting Targets</vt:lpstr>
      <vt:lpstr>Timing and Performance Considerations</vt:lpstr>
      <vt:lpstr>Using TCP or UDP when Scanning</vt:lpstr>
      <vt:lpstr>Scripting with Nmap Scripting Engine (NSE) </vt:lpstr>
      <vt:lpstr>Using the Nmap Library of Scripts</vt:lpstr>
      <vt:lpstr>Discover Nmap and NSE</vt:lpstr>
      <vt:lpstr>Enumerate Network Hosts</vt:lpstr>
      <vt:lpstr>Mapping the Network</vt:lpstr>
      <vt:lpstr>Detecting Interesting Hosts</vt:lpstr>
      <vt:lpstr>Adjusting the Scans</vt:lpstr>
      <vt:lpstr>The Host Discovery Phase</vt:lpstr>
      <vt:lpstr>Fingerprinting the Operating System</vt:lpstr>
      <vt:lpstr>Determining the OS</vt:lpstr>
      <vt:lpstr>Enumerate Network Hosts</vt:lpstr>
      <vt:lpstr>Analyze Output from Scans</vt:lpstr>
      <vt:lpstr>Examining Network Traffic</vt:lpstr>
      <vt:lpstr>Testing Methods</vt:lpstr>
      <vt:lpstr>Reporting with Nmap</vt:lpstr>
      <vt:lpstr>Interfacing With Zenmap</vt:lpstr>
      <vt:lpstr>Footprinting using DNS</vt:lpstr>
      <vt:lpstr>Targeting the DNS Servers</vt:lpstr>
      <vt:lpstr>Transferring Zone Information</vt:lpstr>
      <vt:lpstr>Exposing the Zone File</vt:lpstr>
      <vt:lpstr>Poisoning The DNS Cache</vt:lpstr>
      <vt:lpstr>Exposing Vulnerable Web Servers</vt:lpstr>
      <vt:lpstr>Using Burp Suite</vt:lpstr>
      <vt:lpstr>Analyze Output from Scans</vt:lpstr>
      <vt:lpstr>PowerPoint Presentation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8</cp:revision>
  <dcterms:created xsi:type="dcterms:W3CDTF">2021-09-23T15:15:08Z</dcterms:created>
  <dcterms:modified xsi:type="dcterms:W3CDTF">2022-10-19T21:36:26Z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</Properties>
</file>