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44"/>
  </p:notesMasterIdLst>
  <p:handoutMasterIdLst>
    <p:handoutMasterId r:id="rId45"/>
  </p:handoutMasterIdLst>
  <p:sldIdLst>
    <p:sldId id="257" r:id="rId5"/>
    <p:sldId id="258" r:id="rId6"/>
    <p:sldId id="256" r:id="rId7"/>
    <p:sldId id="259" r:id="rId8"/>
    <p:sldId id="260" r:id="rId9"/>
    <p:sldId id="264" r:id="rId10"/>
    <p:sldId id="297" r:id="rId11"/>
    <p:sldId id="298" r:id="rId12"/>
    <p:sldId id="300" r:id="rId13"/>
    <p:sldId id="302" r:id="rId14"/>
    <p:sldId id="303" r:id="rId15"/>
    <p:sldId id="261" r:id="rId16"/>
    <p:sldId id="322" r:id="rId17"/>
    <p:sldId id="266" r:id="rId18"/>
    <p:sldId id="267" r:id="rId19"/>
    <p:sldId id="268" r:id="rId20"/>
    <p:sldId id="306" r:id="rId21"/>
    <p:sldId id="309" r:id="rId22"/>
    <p:sldId id="269" r:id="rId23"/>
    <p:sldId id="294" r:id="rId24"/>
    <p:sldId id="295" r:id="rId25"/>
    <p:sldId id="296" r:id="rId26"/>
    <p:sldId id="270" r:id="rId27"/>
    <p:sldId id="285" r:id="rId28"/>
    <p:sldId id="286" r:id="rId29"/>
    <p:sldId id="287" r:id="rId30"/>
    <p:sldId id="288" r:id="rId31"/>
    <p:sldId id="291" r:id="rId32"/>
    <p:sldId id="314" r:id="rId33"/>
    <p:sldId id="292" r:id="rId34"/>
    <p:sldId id="293" r:id="rId35"/>
    <p:sldId id="316" r:id="rId36"/>
    <p:sldId id="312" r:id="rId37"/>
    <p:sldId id="318" r:id="rId38"/>
    <p:sldId id="313" r:id="rId39"/>
    <p:sldId id="319" r:id="rId40"/>
    <p:sldId id="320" r:id="rId41"/>
    <p:sldId id="284" r:id="rId42"/>
    <p:sldId id="281" r:id="rId43"/>
  </p:sldIdLst>
  <p:sldSz cx="9144000" cy="5143500" type="screen16x9"/>
  <p:notesSz cx="6858000" cy="9144000"/>
  <p:embeddedFontLst>
    <p:embeddedFont>
      <p:font typeface="Calibri" panose="020F0502020204030204" pitchFamily="34" charset="0"/>
      <p:regular r:id="rId46"/>
      <p:bold r:id="rId47"/>
      <p:italic r:id="rId48"/>
      <p:boldItalic r:id="rId49"/>
    </p:embeddedFont>
    <p:embeddedFont>
      <p:font typeface="Open Sans" panose="020B0606030504020204" pitchFamily="34" charset="0"/>
      <p:regular r:id="rId50"/>
      <p:bold r:id="rId51"/>
      <p:italic r:id="rId52"/>
      <p:boldItalic r:id="rId5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EF587F-F0F1-48F5-91DD-F91248BF2F9E}" v="3" dt="2022-10-19T21:49:08.2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83424" autoAdjust="0"/>
  </p:normalViewPr>
  <p:slideViewPr>
    <p:cSldViewPr snapToGrid="0">
      <p:cViewPr varScale="1">
        <p:scale>
          <a:sx n="147" d="100"/>
          <a:sy n="147" d="100"/>
        </p:scale>
        <p:origin x="600" y="114"/>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3.fntdata"/><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4.fntdata"/><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openxmlformats.org/officeDocument/2006/relationships/font" Target="fonts/font7.fntdata"/><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FFF8614D-64BB-4EFF-AFC5-96836E0D1946}"/>
    <pc:docChg chg="modSld">
      <pc:chgData name="Danielle Andries" userId="93d179e4-3c18-40f7-920e-ae80b202540d" providerId="ADAL" clId="{FFF8614D-64BB-4EFF-AFC5-96836E0D1946}" dt="2021-10-13T14:24:44.089" v="132" actId="20577"/>
      <pc:docMkLst>
        <pc:docMk/>
      </pc:docMkLst>
      <pc:sldChg chg="modSp mod">
        <pc:chgData name="Danielle Andries" userId="93d179e4-3c18-40f7-920e-ae80b202540d" providerId="ADAL" clId="{FFF8614D-64BB-4EFF-AFC5-96836E0D1946}" dt="2021-10-13T14:23:12.326" v="74"/>
        <pc:sldMkLst>
          <pc:docMk/>
          <pc:sldMk cId="3676537154" sldId="256"/>
        </pc:sldMkLst>
        <pc:spChg chg="mod">
          <ac:chgData name="Danielle Andries" userId="93d179e4-3c18-40f7-920e-ae80b202540d" providerId="ADAL" clId="{FFF8614D-64BB-4EFF-AFC5-96836E0D1946}" dt="2021-10-13T14:23:12.326" v="74"/>
          <ac:spMkLst>
            <pc:docMk/>
            <pc:sldMk cId="3676537154" sldId="256"/>
            <ac:spMk id="3" creationId="{7ED73DC9-4D7D-4A76-A939-CFBD8317E387}"/>
          </ac:spMkLst>
        </pc:spChg>
      </pc:sldChg>
      <pc:sldChg chg="modSp mod">
        <pc:chgData name="Danielle Andries" userId="93d179e4-3c18-40f7-920e-ae80b202540d" providerId="ADAL" clId="{FFF8614D-64BB-4EFF-AFC5-96836E0D1946}" dt="2021-10-13T14:22:16.403" v="45" actId="20577"/>
        <pc:sldMkLst>
          <pc:docMk/>
          <pc:sldMk cId="3476460589" sldId="258"/>
        </pc:sldMkLst>
        <pc:spChg chg="mod">
          <ac:chgData name="Danielle Andries" userId="93d179e4-3c18-40f7-920e-ae80b202540d" providerId="ADAL" clId="{FFF8614D-64BB-4EFF-AFC5-96836E0D1946}" dt="2021-10-13T14:22:16.403" v="45" actId="20577"/>
          <ac:spMkLst>
            <pc:docMk/>
            <pc:sldMk cId="3476460589" sldId="258"/>
            <ac:spMk id="2" creationId="{CE6D087C-759A-4744-8CA2-B6FC76A04C6B}"/>
          </ac:spMkLst>
        </pc:spChg>
        <pc:spChg chg="mod">
          <ac:chgData name="Danielle Andries" userId="93d179e4-3c18-40f7-920e-ae80b202540d" providerId="ADAL" clId="{FFF8614D-64BB-4EFF-AFC5-96836E0D1946}" dt="2021-10-13T14:22:03.036" v="1" actId="20577"/>
          <ac:spMkLst>
            <pc:docMk/>
            <pc:sldMk cId="3476460589" sldId="258"/>
            <ac:spMk id="3" creationId="{8E3CCB41-16A4-4F8D-ABB5-5CE3E3695174}"/>
          </ac:spMkLst>
        </pc:spChg>
      </pc:sldChg>
      <pc:sldChg chg="modSp mod">
        <pc:chgData name="Danielle Andries" userId="93d179e4-3c18-40f7-920e-ae80b202540d" providerId="ADAL" clId="{FFF8614D-64BB-4EFF-AFC5-96836E0D1946}" dt="2021-10-13T14:22:39.519" v="65" actId="20577"/>
        <pc:sldMkLst>
          <pc:docMk/>
          <pc:sldMk cId="3581186469" sldId="259"/>
        </pc:sldMkLst>
        <pc:spChg chg="mod">
          <ac:chgData name="Danielle Andries" userId="93d179e4-3c18-40f7-920e-ae80b202540d" providerId="ADAL" clId="{FFF8614D-64BB-4EFF-AFC5-96836E0D1946}" dt="2021-10-13T14:22:39.519" v="65" actId="20577"/>
          <ac:spMkLst>
            <pc:docMk/>
            <pc:sldMk cId="3581186469" sldId="259"/>
            <ac:spMk id="2" creationId="{86BEEEB6-1AEE-41DF-9C4C-570C8610147C}"/>
          </ac:spMkLst>
        </pc:spChg>
        <pc:spChg chg="mod">
          <ac:chgData name="Danielle Andries" userId="93d179e4-3c18-40f7-920e-ae80b202540d" providerId="ADAL" clId="{FFF8614D-64BB-4EFF-AFC5-96836E0D1946}" dt="2021-10-13T14:22:34.921" v="49" actId="20577"/>
          <ac:spMkLst>
            <pc:docMk/>
            <pc:sldMk cId="3581186469" sldId="259"/>
            <ac:spMk id="3" creationId="{4987CBD2-FC2F-43E3-BBCF-3F07A0EC94E2}"/>
          </ac:spMkLst>
        </pc:spChg>
        <pc:spChg chg="mod">
          <ac:chgData name="Danielle Andries" userId="93d179e4-3c18-40f7-920e-ae80b202540d" providerId="ADAL" clId="{FFF8614D-64BB-4EFF-AFC5-96836E0D1946}" dt="2021-10-13T14:22:32.716" v="47" actId="20577"/>
          <ac:spMkLst>
            <pc:docMk/>
            <pc:sldMk cId="3581186469" sldId="259"/>
            <ac:spMk id="4" creationId="{8C758618-B692-44C1-92DC-F8A5F871B945}"/>
          </ac:spMkLst>
        </pc:spChg>
      </pc:sldChg>
      <pc:sldChg chg="modSp mod">
        <pc:chgData name="Danielle Andries" userId="93d179e4-3c18-40f7-920e-ae80b202540d" providerId="ADAL" clId="{FFF8614D-64BB-4EFF-AFC5-96836E0D1946}" dt="2021-10-13T14:23:27.512" v="104" actId="20577"/>
        <pc:sldMkLst>
          <pc:docMk/>
          <pc:sldMk cId="2476087910" sldId="266"/>
        </pc:sldMkLst>
        <pc:spChg chg="mod">
          <ac:chgData name="Danielle Andries" userId="93d179e4-3c18-40f7-920e-ae80b202540d" providerId="ADAL" clId="{FFF8614D-64BB-4EFF-AFC5-96836E0D1946}" dt="2021-10-13T14:23:27.512" v="104" actId="20577"/>
          <ac:spMkLst>
            <pc:docMk/>
            <pc:sldMk cId="2476087910" sldId="266"/>
            <ac:spMk id="2" creationId="{897A5AF4-7AED-4A32-8826-AA455EAA7711}"/>
          </ac:spMkLst>
        </pc:spChg>
        <pc:spChg chg="mod">
          <ac:chgData name="Danielle Andries" userId="93d179e4-3c18-40f7-920e-ae80b202540d" providerId="ADAL" clId="{FFF8614D-64BB-4EFF-AFC5-96836E0D1946}" dt="2021-10-13T14:23:20.947" v="78" actId="20577"/>
          <ac:spMkLst>
            <pc:docMk/>
            <pc:sldMk cId="2476087910" sldId="266"/>
            <ac:spMk id="3" creationId="{1C09A606-AC3C-4FE5-B558-E5DD82C0A761}"/>
          </ac:spMkLst>
        </pc:spChg>
        <pc:spChg chg="mod">
          <ac:chgData name="Danielle Andries" userId="93d179e4-3c18-40f7-920e-ae80b202540d" providerId="ADAL" clId="{FFF8614D-64BB-4EFF-AFC5-96836E0D1946}" dt="2021-10-13T14:23:19.400" v="76" actId="20577"/>
          <ac:spMkLst>
            <pc:docMk/>
            <pc:sldMk cId="2476087910" sldId="266"/>
            <ac:spMk id="4" creationId="{6F8820F5-6357-429C-9E9F-7ADBB5B6CA98}"/>
          </ac:spMkLst>
        </pc:spChg>
      </pc:sldChg>
      <pc:sldChg chg="modSp mod">
        <pc:chgData name="Danielle Andries" userId="93d179e4-3c18-40f7-920e-ae80b202540d" providerId="ADAL" clId="{FFF8614D-64BB-4EFF-AFC5-96836E0D1946}" dt="2021-10-13T14:24:44.089" v="132" actId="20577"/>
        <pc:sldMkLst>
          <pc:docMk/>
          <pc:sldMk cId="2875311080" sldId="281"/>
        </pc:sldMkLst>
        <pc:spChg chg="mod">
          <ac:chgData name="Danielle Andries" userId="93d179e4-3c18-40f7-920e-ae80b202540d" providerId="ADAL" clId="{FFF8614D-64BB-4EFF-AFC5-96836E0D1946}" dt="2021-10-13T14:24:44.089" v="132" actId="20577"/>
          <ac:spMkLst>
            <pc:docMk/>
            <pc:sldMk cId="2875311080" sldId="281"/>
            <ac:spMk id="2" creationId="{912A6636-FB7B-434B-90D7-F68D09FF271C}"/>
          </ac:spMkLst>
        </pc:spChg>
      </pc:sldChg>
      <pc:sldChg chg="modSp mod">
        <pc:chgData name="Danielle Andries" userId="93d179e4-3c18-40f7-920e-ae80b202540d" providerId="ADAL" clId="{FFF8614D-64BB-4EFF-AFC5-96836E0D1946}" dt="2021-10-13T14:24:36.240" v="130"/>
        <pc:sldMkLst>
          <pc:docMk/>
          <pc:sldMk cId="3073644457" sldId="284"/>
        </pc:sldMkLst>
        <pc:spChg chg="mod">
          <ac:chgData name="Danielle Andries" userId="93d179e4-3c18-40f7-920e-ae80b202540d" providerId="ADAL" clId="{FFF8614D-64BB-4EFF-AFC5-96836E0D1946}" dt="2021-10-13T14:24:36.240" v="130"/>
          <ac:spMkLst>
            <pc:docMk/>
            <pc:sldMk cId="3073644457" sldId="284"/>
            <ac:spMk id="3" creationId="{568708AE-48ED-4852-AE39-86C44E3C3102}"/>
          </ac:spMkLst>
        </pc:spChg>
      </pc:sldChg>
      <pc:sldChg chg="modSp mod">
        <pc:chgData name="Danielle Andries" userId="93d179e4-3c18-40f7-920e-ae80b202540d" providerId="ADAL" clId="{FFF8614D-64BB-4EFF-AFC5-96836E0D1946}" dt="2021-10-13T14:23:50.359" v="128" actId="20577"/>
        <pc:sldMkLst>
          <pc:docMk/>
          <pc:sldMk cId="3161289941" sldId="285"/>
        </pc:sldMkLst>
        <pc:spChg chg="mod">
          <ac:chgData name="Danielle Andries" userId="93d179e4-3c18-40f7-920e-ae80b202540d" providerId="ADAL" clId="{FFF8614D-64BB-4EFF-AFC5-96836E0D1946}" dt="2021-10-13T14:23:50.359" v="128" actId="20577"/>
          <ac:spMkLst>
            <pc:docMk/>
            <pc:sldMk cId="3161289941" sldId="285"/>
            <ac:spMk id="2" creationId="{0A7E334A-0A8F-4570-A91D-468192F8CD81}"/>
          </ac:spMkLst>
        </pc:spChg>
        <pc:spChg chg="mod">
          <ac:chgData name="Danielle Andries" userId="93d179e4-3c18-40f7-920e-ae80b202540d" providerId="ADAL" clId="{FFF8614D-64BB-4EFF-AFC5-96836E0D1946}" dt="2021-10-13T14:23:45.353" v="108" actId="20577"/>
          <ac:spMkLst>
            <pc:docMk/>
            <pc:sldMk cId="3161289941" sldId="285"/>
            <ac:spMk id="3" creationId="{1F39D58A-425E-4AFF-8B6F-6914EE1DDCD9}"/>
          </ac:spMkLst>
        </pc:spChg>
        <pc:spChg chg="mod">
          <ac:chgData name="Danielle Andries" userId="93d179e4-3c18-40f7-920e-ae80b202540d" providerId="ADAL" clId="{FFF8614D-64BB-4EFF-AFC5-96836E0D1946}" dt="2021-10-13T14:23:42.814" v="106" actId="20577"/>
          <ac:spMkLst>
            <pc:docMk/>
            <pc:sldMk cId="3161289941" sldId="285"/>
            <ac:spMk id="4" creationId="{C0420C06-F6E3-4367-9B8F-1CC0589E3B9C}"/>
          </ac:spMkLst>
        </pc:spChg>
      </pc:sldChg>
      <pc:sldChg chg="modSp mod">
        <pc:chgData name="Danielle Andries" userId="93d179e4-3c18-40f7-920e-ae80b202540d" providerId="ADAL" clId="{FFF8614D-64BB-4EFF-AFC5-96836E0D1946}" dt="2021-10-13T14:24:21.976" v="129"/>
        <pc:sldMkLst>
          <pc:docMk/>
          <pc:sldMk cId="374999572" sldId="290"/>
        </pc:sldMkLst>
        <pc:spChg chg="mod">
          <ac:chgData name="Danielle Andries" userId="93d179e4-3c18-40f7-920e-ae80b202540d" providerId="ADAL" clId="{FFF8614D-64BB-4EFF-AFC5-96836E0D1946}" dt="2021-10-13T14:24:21.976" v="129"/>
          <ac:spMkLst>
            <pc:docMk/>
            <pc:sldMk cId="374999572" sldId="290"/>
            <ac:spMk id="3" creationId="{568708AE-48ED-4852-AE39-86C44E3C3102}"/>
          </ac:spMkLst>
        </pc:spChg>
      </pc:sldChg>
    </pc:docChg>
  </pc:docChgLst>
  <pc:docChgLst>
    <pc:chgData name="Danielle Andries" userId="93d179e4-3c18-40f7-920e-ae80b202540d" providerId="ADAL" clId="{D0A63A30-3C64-41F6-9171-C9B50F8F7993}"/>
    <pc:docChg chg="custSel addSld delSld modSld sldOrd">
      <pc:chgData name="Danielle Andries" userId="93d179e4-3c18-40f7-920e-ae80b202540d" providerId="ADAL" clId="{D0A63A30-3C64-41F6-9171-C9B50F8F7993}" dt="2021-10-13T14:17:56.382" v="144"/>
      <pc:docMkLst>
        <pc:docMk/>
      </pc:docMkLst>
      <pc:sldChg chg="modSp mod">
        <pc:chgData name="Danielle Andries" userId="93d179e4-3c18-40f7-920e-ae80b202540d" providerId="ADAL" clId="{D0A63A30-3C64-41F6-9171-C9B50F8F7993}" dt="2021-10-13T14:16:03.365" v="77" actId="20577"/>
        <pc:sldMkLst>
          <pc:docMk/>
          <pc:sldMk cId="3676537154" sldId="256"/>
        </pc:sldMkLst>
        <pc:spChg chg="mod">
          <ac:chgData name="Danielle Andries" userId="93d179e4-3c18-40f7-920e-ae80b202540d" providerId="ADAL" clId="{D0A63A30-3C64-41F6-9171-C9B50F8F7993}" dt="2021-10-13T14:16:03.365" v="77" actId="20577"/>
          <ac:spMkLst>
            <pc:docMk/>
            <pc:sldMk cId="3676537154" sldId="256"/>
            <ac:spMk id="3" creationId="{7ED73DC9-4D7D-4A76-A939-CFBD8317E387}"/>
          </ac:spMkLst>
        </pc:spChg>
      </pc:sldChg>
      <pc:sldChg chg="modSp mod">
        <pc:chgData name="Danielle Andries" userId="93d179e4-3c18-40f7-920e-ae80b202540d" providerId="ADAL" clId="{D0A63A30-3C64-41F6-9171-C9B50F8F7993}" dt="2021-10-13T14:15:11.322" v="35" actId="20577"/>
        <pc:sldMkLst>
          <pc:docMk/>
          <pc:sldMk cId="3476460589" sldId="258"/>
        </pc:sldMkLst>
        <pc:spChg chg="mod">
          <ac:chgData name="Danielle Andries" userId="93d179e4-3c18-40f7-920e-ae80b202540d" providerId="ADAL" clId="{D0A63A30-3C64-41F6-9171-C9B50F8F7993}" dt="2021-10-13T14:15:11.322" v="35" actId="20577"/>
          <ac:spMkLst>
            <pc:docMk/>
            <pc:sldMk cId="3476460589" sldId="258"/>
            <ac:spMk id="2" creationId="{CE6D087C-759A-4744-8CA2-B6FC76A04C6B}"/>
          </ac:spMkLst>
        </pc:spChg>
        <pc:spChg chg="mod">
          <ac:chgData name="Danielle Andries" userId="93d179e4-3c18-40f7-920e-ae80b202540d" providerId="ADAL" clId="{D0A63A30-3C64-41F6-9171-C9B50F8F7993}" dt="2021-10-13T14:15:02.516" v="1" actId="20577"/>
          <ac:spMkLst>
            <pc:docMk/>
            <pc:sldMk cId="3476460589" sldId="258"/>
            <ac:spMk id="3" creationId="{8E3CCB41-16A4-4F8D-ABB5-5CE3E3695174}"/>
          </ac:spMkLst>
        </pc:spChg>
      </pc:sldChg>
      <pc:sldChg chg="modSp mod">
        <pc:chgData name="Danielle Andries" userId="93d179e4-3c18-40f7-920e-ae80b202540d" providerId="ADAL" clId="{D0A63A30-3C64-41F6-9171-C9B50F8F7993}" dt="2021-10-13T14:15:45.699" v="75" actId="20577"/>
        <pc:sldMkLst>
          <pc:docMk/>
          <pc:sldMk cId="3581186469" sldId="259"/>
        </pc:sldMkLst>
        <pc:spChg chg="mod">
          <ac:chgData name="Danielle Andries" userId="93d179e4-3c18-40f7-920e-ae80b202540d" providerId="ADAL" clId="{D0A63A30-3C64-41F6-9171-C9B50F8F7993}" dt="2021-10-13T14:15:45.699" v="75" actId="20577"/>
          <ac:spMkLst>
            <pc:docMk/>
            <pc:sldMk cId="3581186469" sldId="259"/>
            <ac:spMk id="2" creationId="{86BEEEB6-1AEE-41DF-9C4C-570C8610147C}"/>
          </ac:spMkLst>
        </pc:spChg>
        <pc:spChg chg="mod">
          <ac:chgData name="Danielle Andries" userId="93d179e4-3c18-40f7-920e-ae80b202540d" providerId="ADAL" clId="{D0A63A30-3C64-41F6-9171-C9B50F8F7993}" dt="2021-10-13T14:15:37.974" v="41" actId="20577"/>
          <ac:spMkLst>
            <pc:docMk/>
            <pc:sldMk cId="3581186469" sldId="259"/>
            <ac:spMk id="3" creationId="{4987CBD2-FC2F-43E3-BBCF-3F07A0EC94E2}"/>
          </ac:spMkLst>
        </pc:spChg>
        <pc:spChg chg="mod">
          <ac:chgData name="Danielle Andries" userId="93d179e4-3c18-40f7-920e-ae80b202540d" providerId="ADAL" clId="{D0A63A30-3C64-41F6-9171-C9B50F8F7993}" dt="2021-10-13T14:15:36.077" v="39" actId="20577"/>
          <ac:spMkLst>
            <pc:docMk/>
            <pc:sldMk cId="3581186469" sldId="259"/>
            <ac:spMk id="4" creationId="{8C758618-B692-44C1-92DC-F8A5F871B945}"/>
          </ac:spMkLst>
        </pc:spChg>
      </pc:sldChg>
      <pc:sldChg chg="modSp mod">
        <pc:chgData name="Danielle Andries" userId="93d179e4-3c18-40f7-920e-ae80b202540d" providerId="ADAL" clId="{D0A63A30-3C64-41F6-9171-C9B50F8F7993}" dt="2021-10-13T14:16:17.782" v="104" actId="20577"/>
        <pc:sldMkLst>
          <pc:docMk/>
          <pc:sldMk cId="2476087910" sldId="266"/>
        </pc:sldMkLst>
        <pc:spChg chg="mod">
          <ac:chgData name="Danielle Andries" userId="93d179e4-3c18-40f7-920e-ae80b202540d" providerId="ADAL" clId="{D0A63A30-3C64-41F6-9171-C9B50F8F7993}" dt="2021-10-13T14:16:17.782" v="104" actId="20577"/>
          <ac:spMkLst>
            <pc:docMk/>
            <pc:sldMk cId="2476087910" sldId="266"/>
            <ac:spMk id="2" creationId="{897A5AF4-7AED-4A32-8826-AA455EAA7711}"/>
          </ac:spMkLst>
        </pc:spChg>
        <pc:spChg chg="mod">
          <ac:chgData name="Danielle Andries" userId="93d179e4-3c18-40f7-920e-ae80b202540d" providerId="ADAL" clId="{D0A63A30-3C64-41F6-9171-C9B50F8F7993}" dt="2021-10-13T14:16:09.454" v="81" actId="20577"/>
          <ac:spMkLst>
            <pc:docMk/>
            <pc:sldMk cId="2476087910" sldId="266"/>
            <ac:spMk id="3" creationId="{1C09A606-AC3C-4FE5-B558-E5DD82C0A761}"/>
          </ac:spMkLst>
        </pc:spChg>
        <pc:spChg chg="mod">
          <ac:chgData name="Danielle Andries" userId="93d179e4-3c18-40f7-920e-ae80b202540d" providerId="ADAL" clId="{D0A63A30-3C64-41F6-9171-C9B50F8F7993}" dt="2021-10-13T14:16:07.846" v="79" actId="20577"/>
          <ac:spMkLst>
            <pc:docMk/>
            <pc:sldMk cId="2476087910" sldId="266"/>
            <ac:spMk id="4" creationId="{6F8820F5-6357-429C-9E9F-7ADBB5B6CA98}"/>
          </ac:spMkLst>
        </pc:spChg>
      </pc:sldChg>
      <pc:sldChg chg="modSp mod">
        <pc:chgData name="Danielle Andries" userId="93d179e4-3c18-40f7-920e-ae80b202540d" providerId="ADAL" clId="{D0A63A30-3C64-41F6-9171-C9B50F8F7993}" dt="2021-10-13T14:17:09.546" v="139" actId="20577"/>
        <pc:sldMkLst>
          <pc:docMk/>
          <pc:sldMk cId="2875311080" sldId="281"/>
        </pc:sldMkLst>
        <pc:spChg chg="mod">
          <ac:chgData name="Danielle Andries" userId="93d179e4-3c18-40f7-920e-ae80b202540d" providerId="ADAL" clId="{D0A63A30-3C64-41F6-9171-C9B50F8F7993}" dt="2021-10-13T14:17:09.546" v="139" actId="20577"/>
          <ac:spMkLst>
            <pc:docMk/>
            <pc:sldMk cId="2875311080" sldId="281"/>
            <ac:spMk id="2" creationId="{912A6636-FB7B-434B-90D7-F68D09FF271C}"/>
          </ac:spMkLst>
        </pc:spChg>
      </pc:sldChg>
      <pc:sldChg chg="modSp mod ord">
        <pc:chgData name="Danielle Andries" userId="93d179e4-3c18-40f7-920e-ae80b202540d" providerId="ADAL" clId="{D0A63A30-3C64-41F6-9171-C9B50F8F7993}" dt="2021-10-13T14:17:37.098" v="142"/>
        <pc:sldMkLst>
          <pc:docMk/>
          <pc:sldMk cId="3073644457" sldId="284"/>
        </pc:sldMkLst>
        <pc:spChg chg="mod">
          <ac:chgData name="Danielle Andries" userId="93d179e4-3c18-40f7-920e-ae80b202540d" providerId="ADAL" clId="{D0A63A30-3C64-41F6-9171-C9B50F8F7993}" dt="2021-10-13T14:17:37.098" v="142"/>
          <ac:spMkLst>
            <pc:docMk/>
            <pc:sldMk cId="3073644457" sldId="284"/>
            <ac:spMk id="3" creationId="{568708AE-48ED-4852-AE39-86C44E3C3102}"/>
          </ac:spMkLst>
        </pc:spChg>
      </pc:sldChg>
      <pc:sldChg chg="modSp mod">
        <pc:chgData name="Danielle Andries" userId="93d179e4-3c18-40f7-920e-ae80b202540d" providerId="ADAL" clId="{D0A63A30-3C64-41F6-9171-C9B50F8F7993}" dt="2021-10-13T14:16:43.117" v="136" actId="20577"/>
        <pc:sldMkLst>
          <pc:docMk/>
          <pc:sldMk cId="3161289941" sldId="285"/>
        </pc:sldMkLst>
        <pc:spChg chg="mod">
          <ac:chgData name="Danielle Andries" userId="93d179e4-3c18-40f7-920e-ae80b202540d" providerId="ADAL" clId="{D0A63A30-3C64-41F6-9171-C9B50F8F7993}" dt="2021-10-13T14:16:39.367" v="132" actId="20577"/>
          <ac:spMkLst>
            <pc:docMk/>
            <pc:sldMk cId="3161289941" sldId="285"/>
            <ac:spMk id="2" creationId="{0A7E334A-0A8F-4570-A91D-468192F8CD81}"/>
          </ac:spMkLst>
        </pc:spChg>
        <pc:spChg chg="mod">
          <ac:chgData name="Danielle Andries" userId="93d179e4-3c18-40f7-920e-ae80b202540d" providerId="ADAL" clId="{D0A63A30-3C64-41F6-9171-C9B50F8F7993}" dt="2021-10-13T14:16:43.117" v="136" actId="20577"/>
          <ac:spMkLst>
            <pc:docMk/>
            <pc:sldMk cId="3161289941" sldId="285"/>
            <ac:spMk id="3" creationId="{1F39D58A-425E-4AFF-8B6F-6914EE1DDCD9}"/>
          </ac:spMkLst>
        </pc:spChg>
        <pc:spChg chg="mod">
          <ac:chgData name="Danielle Andries" userId="93d179e4-3c18-40f7-920e-ae80b202540d" providerId="ADAL" clId="{D0A63A30-3C64-41F6-9171-C9B50F8F7993}" dt="2021-10-13T14:16:41.537" v="134" actId="20577"/>
          <ac:spMkLst>
            <pc:docMk/>
            <pc:sldMk cId="3161289941" sldId="285"/>
            <ac:spMk id="4" creationId="{C0420C06-F6E3-4367-9B8F-1CC0589E3B9C}"/>
          </ac:spMkLst>
        </pc:spChg>
      </pc:sldChg>
      <pc:sldChg chg="modSp add mod">
        <pc:chgData name="Danielle Andries" userId="93d179e4-3c18-40f7-920e-ae80b202540d" providerId="ADAL" clId="{D0A63A30-3C64-41F6-9171-C9B50F8F7993}" dt="2021-10-13T14:17:56.382" v="144"/>
        <pc:sldMkLst>
          <pc:docMk/>
          <pc:sldMk cId="374999572" sldId="290"/>
        </pc:sldMkLst>
        <pc:spChg chg="mod">
          <ac:chgData name="Danielle Andries" userId="93d179e4-3c18-40f7-920e-ae80b202540d" providerId="ADAL" clId="{D0A63A30-3C64-41F6-9171-C9B50F8F7993}" dt="2021-10-13T14:17:56.382" v="144"/>
          <ac:spMkLst>
            <pc:docMk/>
            <pc:sldMk cId="374999572" sldId="290"/>
            <ac:spMk id="3" creationId="{568708AE-48ED-4852-AE39-86C44E3C3102}"/>
          </ac:spMkLst>
        </pc:spChg>
      </pc:sldChg>
      <pc:sldChg chg="del">
        <pc:chgData name="Danielle Andries" userId="93d179e4-3c18-40f7-920e-ae80b202540d" providerId="ADAL" clId="{D0A63A30-3C64-41F6-9171-C9B50F8F7993}" dt="2021-10-13T14:17:06.722" v="137" actId="47"/>
        <pc:sldMkLst>
          <pc:docMk/>
          <pc:sldMk cId="3790744140" sldId="290"/>
        </pc:sldMkLst>
      </pc:sldChg>
      <pc:sldChg chg="del">
        <pc:chgData name="Danielle Andries" userId="93d179e4-3c18-40f7-920e-ae80b202540d" providerId="ADAL" clId="{D0A63A30-3C64-41F6-9171-C9B50F8F7993}" dt="2021-10-13T14:17:06.722" v="137" actId="47"/>
        <pc:sldMkLst>
          <pc:docMk/>
          <pc:sldMk cId="4261538642" sldId="291"/>
        </pc:sldMkLst>
      </pc:sldChg>
      <pc:sldChg chg="del">
        <pc:chgData name="Danielle Andries" userId="93d179e4-3c18-40f7-920e-ae80b202540d" providerId="ADAL" clId="{D0A63A30-3C64-41F6-9171-C9B50F8F7993}" dt="2021-10-13T14:17:06.722" v="137" actId="47"/>
        <pc:sldMkLst>
          <pc:docMk/>
          <pc:sldMk cId="2554463169" sldId="292"/>
        </pc:sldMkLst>
      </pc:sldChg>
      <pc:sldChg chg="del">
        <pc:chgData name="Danielle Andries" userId="93d179e4-3c18-40f7-920e-ae80b202540d" providerId="ADAL" clId="{D0A63A30-3C64-41F6-9171-C9B50F8F7993}" dt="2021-10-13T14:17:06.722" v="137" actId="47"/>
        <pc:sldMkLst>
          <pc:docMk/>
          <pc:sldMk cId="750369082" sldId="293"/>
        </pc:sldMkLst>
      </pc:sldChg>
      <pc:sldChg chg="del">
        <pc:chgData name="Danielle Andries" userId="93d179e4-3c18-40f7-920e-ae80b202540d" providerId="ADAL" clId="{D0A63A30-3C64-41F6-9171-C9B50F8F7993}" dt="2021-10-13T14:17:06.722" v="137" actId="47"/>
        <pc:sldMkLst>
          <pc:docMk/>
          <pc:sldMk cId="2745962525" sldId="294"/>
        </pc:sldMkLst>
      </pc:sldChg>
    </pc:docChg>
  </pc:docChgLst>
  <pc:docChgLst>
    <pc:chgData name="Lisa Bock" userId="1f2a7945151d6011" providerId="LiveId" clId="{25B44224-0147-454D-BDE5-4B1E78B1CBD8}"/>
    <pc:docChg chg="undo redo custSel addSld delSld modSld sldOrd">
      <pc:chgData name="Lisa Bock" userId="1f2a7945151d6011" providerId="LiveId" clId="{25B44224-0147-454D-BDE5-4B1E78B1CBD8}" dt="2021-10-26T17:50:51.369" v="3004" actId="47"/>
      <pc:docMkLst>
        <pc:docMk/>
      </pc:docMkLst>
      <pc:sldChg chg="modSp mod">
        <pc:chgData name="Lisa Bock" userId="1f2a7945151d6011" providerId="LiveId" clId="{25B44224-0147-454D-BDE5-4B1E78B1CBD8}" dt="2021-10-26T12:53:29.010" v="1730" actId="6549"/>
        <pc:sldMkLst>
          <pc:docMk/>
          <pc:sldMk cId="2700514735" sldId="260"/>
        </pc:sldMkLst>
        <pc:spChg chg="mod">
          <ac:chgData name="Lisa Bock" userId="1f2a7945151d6011" providerId="LiveId" clId="{25B44224-0147-454D-BDE5-4B1E78B1CBD8}" dt="2021-10-26T12:53:29.010" v="1730" actId="6549"/>
          <ac:spMkLst>
            <pc:docMk/>
            <pc:sldMk cId="2700514735" sldId="260"/>
            <ac:spMk id="2" creationId="{A92B708E-4083-4962-9240-C5792BEC3394}"/>
          </ac:spMkLst>
        </pc:spChg>
        <pc:spChg chg="mod">
          <ac:chgData name="Lisa Bock" userId="1f2a7945151d6011" providerId="LiveId" clId="{25B44224-0147-454D-BDE5-4B1E78B1CBD8}" dt="2021-10-26T01:15:28.450" v="1235" actId="20577"/>
          <ac:spMkLst>
            <pc:docMk/>
            <pc:sldMk cId="2700514735" sldId="260"/>
            <ac:spMk id="3" creationId="{D265882B-10E2-446D-A76D-9CAE7BFA8BE6}"/>
          </ac:spMkLst>
        </pc:spChg>
      </pc:sldChg>
      <pc:sldChg chg="modSp mod">
        <pc:chgData name="Lisa Bock" userId="1f2a7945151d6011" providerId="LiveId" clId="{25B44224-0147-454D-BDE5-4B1E78B1CBD8}" dt="2021-10-26T13:00:25.740" v="1833"/>
        <pc:sldMkLst>
          <pc:docMk/>
          <pc:sldMk cId="1379302974" sldId="261"/>
        </pc:sldMkLst>
        <pc:spChg chg="mod">
          <ac:chgData name="Lisa Bock" userId="1f2a7945151d6011" providerId="LiveId" clId="{25B44224-0147-454D-BDE5-4B1E78B1CBD8}" dt="2021-10-26T13:00:25.740" v="1833"/>
          <ac:spMkLst>
            <pc:docMk/>
            <pc:sldMk cId="1379302974" sldId="261"/>
            <ac:spMk id="2" creationId="{00910985-B36C-4A8C-8F00-496036FF49CE}"/>
          </ac:spMkLst>
        </pc:spChg>
        <pc:spChg chg="mod">
          <ac:chgData name="Lisa Bock" userId="1f2a7945151d6011" providerId="LiveId" clId="{25B44224-0147-454D-BDE5-4B1E78B1CBD8}" dt="2021-10-24T00:41:58.036" v="0"/>
          <ac:spMkLst>
            <pc:docMk/>
            <pc:sldMk cId="1379302974" sldId="261"/>
            <ac:spMk id="3" creationId="{741BF6B6-2A64-4049-9A00-5F58CF8B2C57}"/>
          </ac:spMkLst>
        </pc:spChg>
      </pc:sldChg>
      <pc:sldChg chg="modSp mod modNotesTx">
        <pc:chgData name="Lisa Bock" userId="1f2a7945151d6011" providerId="LiveId" clId="{25B44224-0147-454D-BDE5-4B1E78B1CBD8}" dt="2021-10-26T17:01:59.233" v="2280"/>
        <pc:sldMkLst>
          <pc:docMk/>
          <pc:sldMk cId="1766491834" sldId="264"/>
        </pc:sldMkLst>
        <pc:spChg chg="mod">
          <ac:chgData name="Lisa Bock" userId="1f2a7945151d6011" providerId="LiveId" clId="{25B44224-0147-454D-BDE5-4B1E78B1CBD8}" dt="2021-10-26T12:53:44.804" v="1760" actId="20577"/>
          <ac:spMkLst>
            <pc:docMk/>
            <pc:sldMk cId="1766491834" sldId="264"/>
            <ac:spMk id="2" creationId="{A92B708E-4083-4962-9240-C5792BEC3394}"/>
          </ac:spMkLst>
        </pc:spChg>
        <pc:spChg chg="mod">
          <ac:chgData name="Lisa Bock" userId="1f2a7945151d6011" providerId="LiveId" clId="{25B44224-0147-454D-BDE5-4B1E78B1CBD8}" dt="2021-10-26T03:07:41.096" v="1518" actId="15"/>
          <ac:spMkLst>
            <pc:docMk/>
            <pc:sldMk cId="1766491834" sldId="264"/>
            <ac:spMk id="3" creationId="{D265882B-10E2-446D-A76D-9CAE7BFA8BE6}"/>
          </ac:spMkLst>
        </pc:spChg>
      </pc:sldChg>
      <pc:sldChg chg="modSp del mod">
        <pc:chgData name="Lisa Bock" userId="1f2a7945151d6011" providerId="LiveId" clId="{25B44224-0147-454D-BDE5-4B1E78B1CBD8}" dt="2021-10-26T03:07:45.640" v="1519" actId="2696"/>
        <pc:sldMkLst>
          <pc:docMk/>
          <pc:sldMk cId="2528030650" sldId="265"/>
        </pc:sldMkLst>
        <pc:spChg chg="mod">
          <ac:chgData name="Lisa Bock" userId="1f2a7945151d6011" providerId="LiveId" clId="{25B44224-0147-454D-BDE5-4B1E78B1CBD8}" dt="2021-10-26T03:06:56.797" v="1507" actId="21"/>
          <ac:spMkLst>
            <pc:docMk/>
            <pc:sldMk cId="2528030650" sldId="265"/>
            <ac:spMk id="3" creationId="{D265882B-10E2-446D-A76D-9CAE7BFA8BE6}"/>
          </ac:spMkLst>
        </pc:spChg>
      </pc:sldChg>
      <pc:sldChg chg="modSp mod">
        <pc:chgData name="Lisa Bock" userId="1f2a7945151d6011" providerId="LiveId" clId="{25B44224-0147-454D-BDE5-4B1E78B1CBD8}" dt="2021-10-26T17:04:47.969" v="2288" actId="20577"/>
        <pc:sldMkLst>
          <pc:docMk/>
          <pc:sldMk cId="2996616140" sldId="267"/>
        </pc:sldMkLst>
        <pc:spChg chg="mod">
          <ac:chgData name="Lisa Bock" userId="1f2a7945151d6011" providerId="LiveId" clId="{25B44224-0147-454D-BDE5-4B1E78B1CBD8}" dt="2021-10-24T01:54:27.158" v="177"/>
          <ac:spMkLst>
            <pc:docMk/>
            <pc:sldMk cId="2996616140" sldId="267"/>
            <ac:spMk id="2" creationId="{A92B708E-4083-4962-9240-C5792BEC3394}"/>
          </ac:spMkLst>
        </pc:spChg>
        <pc:spChg chg="mod">
          <ac:chgData name="Lisa Bock" userId="1f2a7945151d6011" providerId="LiveId" clId="{25B44224-0147-454D-BDE5-4B1E78B1CBD8}" dt="2021-10-26T17:04:47.969" v="2288" actId="20577"/>
          <ac:spMkLst>
            <pc:docMk/>
            <pc:sldMk cId="2996616140" sldId="267"/>
            <ac:spMk id="3" creationId="{D265882B-10E2-446D-A76D-9CAE7BFA8BE6}"/>
          </ac:spMkLst>
        </pc:spChg>
      </pc:sldChg>
      <pc:sldChg chg="modSp mod modNotesTx">
        <pc:chgData name="Lisa Bock" userId="1f2a7945151d6011" providerId="LiveId" clId="{25B44224-0147-454D-BDE5-4B1E78B1CBD8}" dt="2021-10-26T17:04:33.680" v="2287" actId="20577"/>
        <pc:sldMkLst>
          <pc:docMk/>
          <pc:sldMk cId="443996997" sldId="268"/>
        </pc:sldMkLst>
        <pc:spChg chg="mod">
          <ac:chgData name="Lisa Bock" userId="1f2a7945151d6011" providerId="LiveId" clId="{25B44224-0147-454D-BDE5-4B1E78B1CBD8}" dt="2021-10-24T01:55:18.172" v="184"/>
          <ac:spMkLst>
            <pc:docMk/>
            <pc:sldMk cId="443996997" sldId="268"/>
            <ac:spMk id="2" creationId="{A92B708E-4083-4962-9240-C5792BEC3394}"/>
          </ac:spMkLst>
        </pc:spChg>
        <pc:spChg chg="mod">
          <ac:chgData name="Lisa Bock" userId="1f2a7945151d6011" providerId="LiveId" clId="{25B44224-0147-454D-BDE5-4B1E78B1CBD8}" dt="2021-10-26T17:04:33.680" v="2287" actId="20577"/>
          <ac:spMkLst>
            <pc:docMk/>
            <pc:sldMk cId="443996997" sldId="268"/>
            <ac:spMk id="3" creationId="{D265882B-10E2-446D-A76D-9CAE7BFA8BE6}"/>
          </ac:spMkLst>
        </pc:spChg>
      </pc:sldChg>
      <pc:sldChg chg="modSp mod modNotesTx">
        <pc:chgData name="Lisa Bock" userId="1f2a7945151d6011" providerId="LiveId" clId="{25B44224-0147-454D-BDE5-4B1E78B1CBD8}" dt="2021-10-26T13:49:30.840" v="2005"/>
        <pc:sldMkLst>
          <pc:docMk/>
          <pc:sldMk cId="1387039101" sldId="269"/>
        </pc:sldMkLst>
        <pc:spChg chg="mod">
          <ac:chgData name="Lisa Bock" userId="1f2a7945151d6011" providerId="LiveId" clId="{25B44224-0147-454D-BDE5-4B1E78B1CBD8}" dt="2021-10-24T01:55:28.292" v="187"/>
          <ac:spMkLst>
            <pc:docMk/>
            <pc:sldMk cId="1387039101" sldId="269"/>
            <ac:spMk id="2" creationId="{A92B708E-4083-4962-9240-C5792BEC3394}"/>
          </ac:spMkLst>
        </pc:spChg>
        <pc:spChg chg="mod">
          <ac:chgData name="Lisa Bock" userId="1f2a7945151d6011" providerId="LiveId" clId="{25B44224-0147-454D-BDE5-4B1E78B1CBD8}" dt="2021-10-26T13:49:08.575" v="2004" actId="20577"/>
          <ac:spMkLst>
            <pc:docMk/>
            <pc:sldMk cId="1387039101" sldId="269"/>
            <ac:spMk id="3" creationId="{D265882B-10E2-446D-A76D-9CAE7BFA8BE6}"/>
          </ac:spMkLst>
        </pc:spChg>
      </pc:sldChg>
      <pc:sldChg chg="modSp mod">
        <pc:chgData name="Lisa Bock" userId="1f2a7945151d6011" providerId="LiveId" clId="{25B44224-0147-454D-BDE5-4B1E78B1CBD8}" dt="2021-10-26T17:12:33.454" v="2586" actId="20577"/>
        <pc:sldMkLst>
          <pc:docMk/>
          <pc:sldMk cId="1555248704" sldId="270"/>
        </pc:sldMkLst>
        <pc:spChg chg="mod">
          <ac:chgData name="Lisa Bock" userId="1f2a7945151d6011" providerId="LiveId" clId="{25B44224-0147-454D-BDE5-4B1E78B1CBD8}" dt="2021-10-26T17:12:33.454" v="2586" actId="20577"/>
          <ac:spMkLst>
            <pc:docMk/>
            <pc:sldMk cId="1555248704" sldId="270"/>
            <ac:spMk id="2" creationId="{00910985-B36C-4A8C-8F00-496036FF49CE}"/>
          </ac:spMkLst>
        </pc:spChg>
        <pc:spChg chg="mod">
          <ac:chgData name="Lisa Bock" userId="1f2a7945151d6011" providerId="LiveId" clId="{25B44224-0147-454D-BDE5-4B1E78B1CBD8}" dt="2021-10-24T00:42:06.883" v="1"/>
          <ac:spMkLst>
            <pc:docMk/>
            <pc:sldMk cId="1555248704" sldId="270"/>
            <ac:spMk id="3" creationId="{741BF6B6-2A64-4049-9A00-5F58CF8B2C57}"/>
          </ac:spMkLst>
        </pc:spChg>
      </pc:sldChg>
      <pc:sldChg chg="modSp mod">
        <pc:chgData name="Lisa Bock" userId="1f2a7945151d6011" providerId="LiveId" clId="{25B44224-0147-454D-BDE5-4B1E78B1CBD8}" dt="2021-10-26T01:32:01.625" v="1390" actId="20577"/>
        <pc:sldMkLst>
          <pc:docMk/>
          <pc:sldMk cId="685463285" sldId="286"/>
        </pc:sldMkLst>
        <pc:spChg chg="mod">
          <ac:chgData name="Lisa Bock" userId="1f2a7945151d6011" providerId="LiveId" clId="{25B44224-0147-454D-BDE5-4B1E78B1CBD8}" dt="2021-10-24T02:38:04.703" v="521"/>
          <ac:spMkLst>
            <pc:docMk/>
            <pc:sldMk cId="685463285" sldId="286"/>
            <ac:spMk id="2" creationId="{A92B708E-4083-4962-9240-C5792BEC3394}"/>
          </ac:spMkLst>
        </pc:spChg>
        <pc:spChg chg="mod">
          <ac:chgData name="Lisa Bock" userId="1f2a7945151d6011" providerId="LiveId" clId="{25B44224-0147-454D-BDE5-4B1E78B1CBD8}" dt="2021-10-26T01:32:01.625" v="1390" actId="20577"/>
          <ac:spMkLst>
            <pc:docMk/>
            <pc:sldMk cId="685463285" sldId="286"/>
            <ac:spMk id="3" creationId="{D265882B-10E2-446D-A76D-9CAE7BFA8BE6}"/>
          </ac:spMkLst>
        </pc:spChg>
      </pc:sldChg>
      <pc:sldChg chg="modSp mod modNotesTx">
        <pc:chgData name="Lisa Bock" userId="1f2a7945151d6011" providerId="LiveId" clId="{25B44224-0147-454D-BDE5-4B1E78B1CBD8}" dt="2021-10-26T01:33:21.777" v="1410" actId="15"/>
        <pc:sldMkLst>
          <pc:docMk/>
          <pc:sldMk cId="2554177378" sldId="287"/>
        </pc:sldMkLst>
        <pc:spChg chg="mod">
          <ac:chgData name="Lisa Bock" userId="1f2a7945151d6011" providerId="LiveId" clId="{25B44224-0147-454D-BDE5-4B1E78B1CBD8}" dt="2021-10-25T16:12:43.049" v="1033" actId="20577"/>
          <ac:spMkLst>
            <pc:docMk/>
            <pc:sldMk cId="2554177378" sldId="287"/>
            <ac:spMk id="2" creationId="{A92B708E-4083-4962-9240-C5792BEC3394}"/>
          </ac:spMkLst>
        </pc:spChg>
        <pc:spChg chg="mod">
          <ac:chgData name="Lisa Bock" userId="1f2a7945151d6011" providerId="LiveId" clId="{25B44224-0147-454D-BDE5-4B1E78B1CBD8}" dt="2021-10-26T01:33:21.777" v="1410" actId="15"/>
          <ac:spMkLst>
            <pc:docMk/>
            <pc:sldMk cId="2554177378" sldId="287"/>
            <ac:spMk id="3" creationId="{D265882B-10E2-446D-A76D-9CAE7BFA8BE6}"/>
          </ac:spMkLst>
        </pc:spChg>
      </pc:sldChg>
      <pc:sldChg chg="modSp mod">
        <pc:chgData name="Lisa Bock" userId="1f2a7945151d6011" providerId="LiveId" clId="{25B44224-0147-454D-BDE5-4B1E78B1CBD8}" dt="2021-10-26T01:34:58.395" v="1427" actId="15"/>
        <pc:sldMkLst>
          <pc:docMk/>
          <pc:sldMk cId="1567903217" sldId="288"/>
        </pc:sldMkLst>
        <pc:spChg chg="mod">
          <ac:chgData name="Lisa Bock" userId="1f2a7945151d6011" providerId="LiveId" clId="{25B44224-0147-454D-BDE5-4B1E78B1CBD8}" dt="2021-10-24T02:38:24.996" v="527"/>
          <ac:spMkLst>
            <pc:docMk/>
            <pc:sldMk cId="1567903217" sldId="288"/>
            <ac:spMk id="2" creationId="{A92B708E-4083-4962-9240-C5792BEC3394}"/>
          </ac:spMkLst>
        </pc:spChg>
        <pc:spChg chg="mod">
          <ac:chgData name="Lisa Bock" userId="1f2a7945151d6011" providerId="LiveId" clId="{25B44224-0147-454D-BDE5-4B1E78B1CBD8}" dt="2021-10-26T01:34:58.395" v="1427" actId="15"/>
          <ac:spMkLst>
            <pc:docMk/>
            <pc:sldMk cId="1567903217" sldId="288"/>
            <ac:spMk id="3" creationId="{D265882B-10E2-446D-A76D-9CAE7BFA8BE6}"/>
          </ac:spMkLst>
        </pc:spChg>
      </pc:sldChg>
      <pc:sldChg chg="modSp del mod">
        <pc:chgData name="Lisa Bock" userId="1f2a7945151d6011" providerId="LiveId" clId="{25B44224-0147-454D-BDE5-4B1E78B1CBD8}" dt="2021-10-26T17:50:51.369" v="3004" actId="47"/>
        <pc:sldMkLst>
          <pc:docMk/>
          <pc:sldMk cId="3965838131" sldId="289"/>
        </pc:sldMkLst>
        <pc:spChg chg="mod">
          <ac:chgData name="Lisa Bock" userId="1f2a7945151d6011" providerId="LiveId" clId="{25B44224-0147-454D-BDE5-4B1E78B1CBD8}" dt="2021-10-26T17:45:48.899" v="3002" actId="20577"/>
          <ac:spMkLst>
            <pc:docMk/>
            <pc:sldMk cId="3965838131" sldId="289"/>
            <ac:spMk id="2" creationId="{00910985-B36C-4A8C-8F00-496036FF49CE}"/>
          </ac:spMkLst>
        </pc:spChg>
        <pc:spChg chg="mod">
          <ac:chgData name="Lisa Bock" userId="1f2a7945151d6011" providerId="LiveId" clId="{25B44224-0147-454D-BDE5-4B1E78B1CBD8}" dt="2021-10-24T00:42:14.739" v="2"/>
          <ac:spMkLst>
            <pc:docMk/>
            <pc:sldMk cId="3965838131" sldId="289"/>
            <ac:spMk id="3" creationId="{741BF6B6-2A64-4049-9A00-5F58CF8B2C57}"/>
          </ac:spMkLst>
        </pc:spChg>
      </pc:sldChg>
      <pc:sldChg chg="modSp add mod modNotesTx">
        <pc:chgData name="Lisa Bock" userId="1f2a7945151d6011" providerId="LiveId" clId="{25B44224-0147-454D-BDE5-4B1E78B1CBD8}" dt="2021-10-26T01:37:09.640" v="1472" actId="15"/>
        <pc:sldMkLst>
          <pc:docMk/>
          <pc:sldMk cId="298316317" sldId="291"/>
        </pc:sldMkLst>
        <pc:spChg chg="mod">
          <ac:chgData name="Lisa Bock" userId="1f2a7945151d6011" providerId="LiveId" clId="{25B44224-0147-454D-BDE5-4B1E78B1CBD8}" dt="2021-10-24T02:38:37.815" v="528"/>
          <ac:spMkLst>
            <pc:docMk/>
            <pc:sldMk cId="298316317" sldId="291"/>
            <ac:spMk id="2" creationId="{A92B708E-4083-4962-9240-C5792BEC3394}"/>
          </ac:spMkLst>
        </pc:spChg>
        <pc:spChg chg="mod">
          <ac:chgData name="Lisa Bock" userId="1f2a7945151d6011" providerId="LiveId" clId="{25B44224-0147-454D-BDE5-4B1E78B1CBD8}" dt="2021-10-26T01:37:09.640" v="1472" actId="15"/>
          <ac:spMkLst>
            <pc:docMk/>
            <pc:sldMk cId="298316317" sldId="291"/>
            <ac:spMk id="3" creationId="{D265882B-10E2-446D-A76D-9CAE7BFA8BE6}"/>
          </ac:spMkLst>
        </pc:spChg>
      </pc:sldChg>
      <pc:sldChg chg="modSp add mod">
        <pc:chgData name="Lisa Bock" userId="1f2a7945151d6011" providerId="LiveId" clId="{25B44224-0147-454D-BDE5-4B1E78B1CBD8}" dt="2021-10-26T01:39:19.773" v="1502" actId="6549"/>
        <pc:sldMkLst>
          <pc:docMk/>
          <pc:sldMk cId="2552384250" sldId="292"/>
        </pc:sldMkLst>
        <pc:spChg chg="mod">
          <ac:chgData name="Lisa Bock" userId="1f2a7945151d6011" providerId="LiveId" clId="{25B44224-0147-454D-BDE5-4B1E78B1CBD8}" dt="2021-10-24T02:38:46.384" v="529"/>
          <ac:spMkLst>
            <pc:docMk/>
            <pc:sldMk cId="2552384250" sldId="292"/>
            <ac:spMk id="2" creationId="{A92B708E-4083-4962-9240-C5792BEC3394}"/>
          </ac:spMkLst>
        </pc:spChg>
        <pc:spChg chg="mod">
          <ac:chgData name="Lisa Bock" userId="1f2a7945151d6011" providerId="LiveId" clId="{25B44224-0147-454D-BDE5-4B1E78B1CBD8}" dt="2021-10-26T01:39:19.773" v="1502" actId="6549"/>
          <ac:spMkLst>
            <pc:docMk/>
            <pc:sldMk cId="2552384250" sldId="292"/>
            <ac:spMk id="3" creationId="{D265882B-10E2-446D-A76D-9CAE7BFA8BE6}"/>
          </ac:spMkLst>
        </pc:spChg>
      </pc:sldChg>
      <pc:sldChg chg="modSp add mod">
        <pc:chgData name="Lisa Bock" userId="1f2a7945151d6011" providerId="LiveId" clId="{25B44224-0147-454D-BDE5-4B1E78B1CBD8}" dt="2021-10-26T17:31:59.637" v="2610" actId="20577"/>
        <pc:sldMkLst>
          <pc:docMk/>
          <pc:sldMk cId="959248154" sldId="293"/>
        </pc:sldMkLst>
        <pc:spChg chg="mod">
          <ac:chgData name="Lisa Bock" userId="1f2a7945151d6011" providerId="LiveId" clId="{25B44224-0147-454D-BDE5-4B1E78B1CBD8}" dt="2021-10-24T02:38:56.450" v="530"/>
          <ac:spMkLst>
            <pc:docMk/>
            <pc:sldMk cId="959248154" sldId="293"/>
            <ac:spMk id="2" creationId="{A92B708E-4083-4962-9240-C5792BEC3394}"/>
          </ac:spMkLst>
        </pc:spChg>
        <pc:spChg chg="mod">
          <ac:chgData name="Lisa Bock" userId="1f2a7945151d6011" providerId="LiveId" clId="{25B44224-0147-454D-BDE5-4B1E78B1CBD8}" dt="2021-10-26T17:31:59.637" v="2610" actId="20577"/>
          <ac:spMkLst>
            <pc:docMk/>
            <pc:sldMk cId="959248154" sldId="293"/>
            <ac:spMk id="3" creationId="{D265882B-10E2-446D-A76D-9CAE7BFA8BE6}"/>
          </ac:spMkLst>
        </pc:spChg>
      </pc:sldChg>
      <pc:sldChg chg="modSp add mod">
        <pc:chgData name="Lisa Bock" userId="1f2a7945151d6011" providerId="LiveId" clId="{25B44224-0147-454D-BDE5-4B1E78B1CBD8}" dt="2021-10-26T01:26:13.744" v="1287" actId="15"/>
        <pc:sldMkLst>
          <pc:docMk/>
          <pc:sldMk cId="4082002612" sldId="294"/>
        </pc:sldMkLst>
        <pc:spChg chg="mod">
          <ac:chgData name="Lisa Bock" userId="1f2a7945151d6011" providerId="LiveId" clId="{25B44224-0147-454D-BDE5-4B1E78B1CBD8}" dt="2021-10-24T01:55:39.776" v="190"/>
          <ac:spMkLst>
            <pc:docMk/>
            <pc:sldMk cId="4082002612" sldId="294"/>
            <ac:spMk id="2" creationId="{A92B708E-4083-4962-9240-C5792BEC3394}"/>
          </ac:spMkLst>
        </pc:spChg>
        <pc:spChg chg="mod">
          <ac:chgData name="Lisa Bock" userId="1f2a7945151d6011" providerId="LiveId" clId="{25B44224-0147-454D-BDE5-4B1E78B1CBD8}" dt="2021-10-26T01:26:13.744" v="1287" actId="15"/>
          <ac:spMkLst>
            <pc:docMk/>
            <pc:sldMk cId="4082002612" sldId="294"/>
            <ac:spMk id="3" creationId="{D265882B-10E2-446D-A76D-9CAE7BFA8BE6}"/>
          </ac:spMkLst>
        </pc:spChg>
      </pc:sldChg>
      <pc:sldChg chg="addSp delSp modSp add mod">
        <pc:chgData name="Lisa Bock" userId="1f2a7945151d6011" providerId="LiveId" clId="{25B44224-0147-454D-BDE5-4B1E78B1CBD8}" dt="2021-10-26T01:27:19.587" v="1300" actId="20577"/>
        <pc:sldMkLst>
          <pc:docMk/>
          <pc:sldMk cId="1219383814" sldId="295"/>
        </pc:sldMkLst>
        <pc:spChg chg="mod">
          <ac:chgData name="Lisa Bock" userId="1f2a7945151d6011" providerId="LiveId" clId="{25B44224-0147-454D-BDE5-4B1E78B1CBD8}" dt="2021-10-24T01:55:54.311" v="193"/>
          <ac:spMkLst>
            <pc:docMk/>
            <pc:sldMk cId="1219383814" sldId="295"/>
            <ac:spMk id="2" creationId="{A92B708E-4083-4962-9240-C5792BEC3394}"/>
          </ac:spMkLst>
        </pc:spChg>
        <pc:spChg chg="mod">
          <ac:chgData name="Lisa Bock" userId="1f2a7945151d6011" providerId="LiveId" clId="{25B44224-0147-454D-BDE5-4B1E78B1CBD8}" dt="2021-10-26T01:27:19.587" v="1300" actId="20577"/>
          <ac:spMkLst>
            <pc:docMk/>
            <pc:sldMk cId="1219383814" sldId="295"/>
            <ac:spMk id="3" creationId="{D265882B-10E2-446D-A76D-9CAE7BFA8BE6}"/>
          </ac:spMkLst>
        </pc:spChg>
        <pc:graphicFrameChg chg="add del mod">
          <ac:chgData name="Lisa Bock" userId="1f2a7945151d6011" providerId="LiveId" clId="{25B44224-0147-454D-BDE5-4B1E78B1CBD8}" dt="2021-10-24T02:10:49.822" v="456"/>
          <ac:graphicFrameMkLst>
            <pc:docMk/>
            <pc:sldMk cId="1219383814" sldId="295"/>
            <ac:graphicFrameMk id="5" creationId="{63E56A90-A399-4EDB-9A3C-EA35CFBF676D}"/>
          </ac:graphicFrameMkLst>
        </pc:graphicFrameChg>
      </pc:sldChg>
      <pc:sldChg chg="addSp delSp modSp add mod modNotesTx">
        <pc:chgData name="Lisa Bock" userId="1f2a7945151d6011" providerId="LiveId" clId="{25B44224-0147-454D-BDE5-4B1E78B1CBD8}" dt="2021-10-26T01:28:49.570" v="1352" actId="20577"/>
        <pc:sldMkLst>
          <pc:docMk/>
          <pc:sldMk cId="2995450194" sldId="296"/>
        </pc:sldMkLst>
        <pc:spChg chg="mod">
          <ac:chgData name="Lisa Bock" userId="1f2a7945151d6011" providerId="LiveId" clId="{25B44224-0147-454D-BDE5-4B1E78B1CBD8}" dt="2021-10-24T01:56:10.335" v="197"/>
          <ac:spMkLst>
            <pc:docMk/>
            <pc:sldMk cId="2995450194" sldId="296"/>
            <ac:spMk id="2" creationId="{A92B708E-4083-4962-9240-C5792BEC3394}"/>
          </ac:spMkLst>
        </pc:spChg>
        <pc:spChg chg="mod">
          <ac:chgData name="Lisa Bock" userId="1f2a7945151d6011" providerId="LiveId" clId="{25B44224-0147-454D-BDE5-4B1E78B1CBD8}" dt="2021-10-26T01:28:49.570" v="1352" actId="20577"/>
          <ac:spMkLst>
            <pc:docMk/>
            <pc:sldMk cId="2995450194" sldId="296"/>
            <ac:spMk id="3" creationId="{D265882B-10E2-446D-A76D-9CAE7BFA8BE6}"/>
          </ac:spMkLst>
        </pc:spChg>
        <pc:graphicFrameChg chg="add del mod">
          <ac:chgData name="Lisa Bock" userId="1f2a7945151d6011" providerId="LiveId" clId="{25B44224-0147-454D-BDE5-4B1E78B1CBD8}" dt="2021-10-24T02:13:09.554" v="475"/>
          <ac:graphicFrameMkLst>
            <pc:docMk/>
            <pc:sldMk cId="2995450194" sldId="296"/>
            <ac:graphicFrameMk id="5" creationId="{0D149A29-AB50-4AAF-AB20-665D20DA4904}"/>
          </ac:graphicFrameMkLst>
        </pc:graphicFrameChg>
      </pc:sldChg>
      <pc:sldChg chg="modSp add mod">
        <pc:chgData name="Lisa Bock" userId="1f2a7945151d6011" providerId="LiveId" clId="{25B44224-0147-454D-BDE5-4B1E78B1CBD8}" dt="2021-10-26T12:57:10.564" v="1831" actId="27636"/>
        <pc:sldMkLst>
          <pc:docMk/>
          <pc:sldMk cId="1158520413" sldId="297"/>
        </pc:sldMkLst>
        <pc:spChg chg="mod">
          <ac:chgData name="Lisa Bock" userId="1f2a7945151d6011" providerId="LiveId" clId="{25B44224-0147-454D-BDE5-4B1E78B1CBD8}" dt="2021-10-26T12:55:38.691" v="1771" actId="20577"/>
          <ac:spMkLst>
            <pc:docMk/>
            <pc:sldMk cId="1158520413" sldId="297"/>
            <ac:spMk id="2" creationId="{A92B708E-4083-4962-9240-C5792BEC3394}"/>
          </ac:spMkLst>
        </pc:spChg>
        <pc:spChg chg="mod">
          <ac:chgData name="Lisa Bock" userId="1f2a7945151d6011" providerId="LiveId" clId="{25B44224-0147-454D-BDE5-4B1E78B1CBD8}" dt="2021-10-26T12:57:10.564" v="1831" actId="27636"/>
          <ac:spMkLst>
            <pc:docMk/>
            <pc:sldMk cId="1158520413" sldId="297"/>
            <ac:spMk id="3" creationId="{D265882B-10E2-446D-A76D-9CAE7BFA8BE6}"/>
          </ac:spMkLst>
        </pc:spChg>
      </pc:sldChg>
      <pc:sldChg chg="modSp add mod">
        <pc:chgData name="Lisa Bock" userId="1f2a7945151d6011" providerId="LiveId" clId="{25B44224-0147-454D-BDE5-4B1E78B1CBD8}" dt="2021-10-26T12:43:13.174" v="1599" actId="114"/>
        <pc:sldMkLst>
          <pc:docMk/>
          <pc:sldMk cId="3710618459" sldId="298"/>
        </pc:sldMkLst>
        <pc:spChg chg="mod">
          <ac:chgData name="Lisa Bock" userId="1f2a7945151d6011" providerId="LiveId" clId="{25B44224-0147-454D-BDE5-4B1E78B1CBD8}" dt="2021-10-26T03:10:33.296" v="1545" actId="20577"/>
          <ac:spMkLst>
            <pc:docMk/>
            <pc:sldMk cId="3710618459" sldId="298"/>
            <ac:spMk id="2" creationId="{A92B708E-4083-4962-9240-C5792BEC3394}"/>
          </ac:spMkLst>
        </pc:spChg>
        <pc:spChg chg="mod">
          <ac:chgData name="Lisa Bock" userId="1f2a7945151d6011" providerId="LiveId" clId="{25B44224-0147-454D-BDE5-4B1E78B1CBD8}" dt="2021-10-26T12:43:13.174" v="1599" actId="114"/>
          <ac:spMkLst>
            <pc:docMk/>
            <pc:sldMk cId="3710618459" sldId="298"/>
            <ac:spMk id="3" creationId="{D265882B-10E2-446D-A76D-9CAE7BFA8BE6}"/>
          </ac:spMkLst>
        </pc:spChg>
      </pc:sldChg>
      <pc:sldChg chg="modSp add del mod">
        <pc:chgData name="Lisa Bock" userId="1f2a7945151d6011" providerId="LiveId" clId="{25B44224-0147-454D-BDE5-4B1E78B1CBD8}" dt="2021-10-26T03:12:14.662" v="1558" actId="2696"/>
        <pc:sldMkLst>
          <pc:docMk/>
          <pc:sldMk cId="3333533569" sldId="299"/>
        </pc:sldMkLst>
        <pc:spChg chg="mod">
          <ac:chgData name="Lisa Bock" userId="1f2a7945151d6011" providerId="LiveId" clId="{25B44224-0147-454D-BDE5-4B1E78B1CBD8}" dt="2021-10-26T03:12:04.877" v="1554" actId="21"/>
          <ac:spMkLst>
            <pc:docMk/>
            <pc:sldMk cId="3333533569" sldId="299"/>
            <ac:spMk id="3" creationId="{D265882B-10E2-446D-A76D-9CAE7BFA8BE6}"/>
          </ac:spMkLst>
        </pc:spChg>
      </pc:sldChg>
      <pc:sldChg chg="modSp add mod">
        <pc:chgData name="Lisa Bock" userId="1f2a7945151d6011" providerId="LiveId" clId="{25B44224-0147-454D-BDE5-4B1E78B1CBD8}" dt="2021-10-26T12:48:56.743" v="1729" actId="15"/>
        <pc:sldMkLst>
          <pc:docMk/>
          <pc:sldMk cId="3981615621" sldId="300"/>
        </pc:sldMkLst>
        <pc:spChg chg="mod">
          <ac:chgData name="Lisa Bock" userId="1f2a7945151d6011" providerId="LiveId" clId="{25B44224-0147-454D-BDE5-4B1E78B1CBD8}" dt="2021-10-26T12:46:51.164" v="1700" actId="20577"/>
          <ac:spMkLst>
            <pc:docMk/>
            <pc:sldMk cId="3981615621" sldId="300"/>
            <ac:spMk id="2" creationId="{A92B708E-4083-4962-9240-C5792BEC3394}"/>
          </ac:spMkLst>
        </pc:spChg>
        <pc:spChg chg="mod">
          <ac:chgData name="Lisa Bock" userId="1f2a7945151d6011" providerId="LiveId" clId="{25B44224-0147-454D-BDE5-4B1E78B1CBD8}" dt="2021-10-26T12:48:56.743" v="1729" actId="15"/>
          <ac:spMkLst>
            <pc:docMk/>
            <pc:sldMk cId="3981615621" sldId="300"/>
            <ac:spMk id="3" creationId="{D265882B-10E2-446D-A76D-9CAE7BFA8BE6}"/>
          </ac:spMkLst>
        </pc:spChg>
      </pc:sldChg>
      <pc:sldChg chg="modSp add del mod">
        <pc:chgData name="Lisa Bock" userId="1f2a7945151d6011" providerId="LiveId" clId="{25B44224-0147-454D-BDE5-4B1E78B1CBD8}" dt="2021-10-26T12:46:35.129" v="1688" actId="2696"/>
        <pc:sldMkLst>
          <pc:docMk/>
          <pc:sldMk cId="3712164872" sldId="301"/>
        </pc:sldMkLst>
        <pc:spChg chg="mod">
          <ac:chgData name="Lisa Bock" userId="1f2a7945151d6011" providerId="LiveId" clId="{25B44224-0147-454D-BDE5-4B1E78B1CBD8}" dt="2021-10-24T00:49:12.883" v="112"/>
          <ac:spMkLst>
            <pc:docMk/>
            <pc:sldMk cId="3712164872" sldId="301"/>
            <ac:spMk id="2" creationId="{A92B708E-4083-4962-9240-C5792BEC3394}"/>
          </ac:spMkLst>
        </pc:spChg>
        <pc:spChg chg="mod">
          <ac:chgData name="Lisa Bock" userId="1f2a7945151d6011" providerId="LiveId" clId="{25B44224-0147-454D-BDE5-4B1E78B1CBD8}" dt="2021-10-26T12:45:51.544" v="1675" actId="27636"/>
          <ac:spMkLst>
            <pc:docMk/>
            <pc:sldMk cId="3712164872" sldId="301"/>
            <ac:spMk id="3" creationId="{D265882B-10E2-446D-A76D-9CAE7BFA8BE6}"/>
          </ac:spMkLst>
        </pc:spChg>
      </pc:sldChg>
      <pc:sldChg chg="modSp add mod modNotesTx">
        <pc:chgData name="Lisa Bock" userId="1f2a7945151d6011" providerId="LiveId" clId="{25B44224-0147-454D-BDE5-4B1E78B1CBD8}" dt="2021-10-26T16:30:36.321" v="2119" actId="27636"/>
        <pc:sldMkLst>
          <pc:docMk/>
          <pc:sldMk cId="2306383879" sldId="302"/>
        </pc:sldMkLst>
        <pc:spChg chg="mod">
          <ac:chgData name="Lisa Bock" userId="1f2a7945151d6011" providerId="LiveId" clId="{25B44224-0147-454D-BDE5-4B1E78B1CBD8}" dt="2021-10-26T16:30:36.321" v="2119" actId="27636"/>
          <ac:spMkLst>
            <pc:docMk/>
            <pc:sldMk cId="2306383879" sldId="302"/>
            <ac:spMk id="3" creationId="{D265882B-10E2-446D-A76D-9CAE7BFA8BE6}"/>
          </ac:spMkLst>
        </pc:spChg>
      </pc:sldChg>
      <pc:sldChg chg="modSp new mod modNotesTx">
        <pc:chgData name="Lisa Bock" userId="1f2a7945151d6011" providerId="LiveId" clId="{25B44224-0147-454D-BDE5-4B1E78B1CBD8}" dt="2021-10-26T17:01:52.273" v="2278"/>
        <pc:sldMkLst>
          <pc:docMk/>
          <pc:sldMk cId="564347454" sldId="303"/>
        </pc:sldMkLst>
        <pc:spChg chg="mod">
          <ac:chgData name="Lisa Bock" userId="1f2a7945151d6011" providerId="LiveId" clId="{25B44224-0147-454D-BDE5-4B1E78B1CBD8}" dt="2021-10-26T12:59:41.942" v="1832" actId="108"/>
          <ac:spMkLst>
            <pc:docMk/>
            <pc:sldMk cId="564347454" sldId="303"/>
            <ac:spMk id="2" creationId="{41304D2C-C7E1-4F97-BD15-0DC67C6D0A77}"/>
          </ac:spMkLst>
        </pc:spChg>
        <pc:spChg chg="mod">
          <ac:chgData name="Lisa Bock" userId="1f2a7945151d6011" providerId="LiveId" clId="{25B44224-0147-454D-BDE5-4B1E78B1CBD8}" dt="2021-10-26T16:30:11.560" v="2112" actId="27636"/>
          <ac:spMkLst>
            <pc:docMk/>
            <pc:sldMk cId="564347454" sldId="303"/>
            <ac:spMk id="3" creationId="{2C05C572-37D3-4D81-B1A2-51A8D387FECD}"/>
          </ac:spMkLst>
        </pc:spChg>
      </pc:sldChg>
      <pc:sldChg chg="modSp new del mod ord">
        <pc:chgData name="Lisa Bock" userId="1f2a7945151d6011" providerId="LiveId" clId="{25B44224-0147-454D-BDE5-4B1E78B1CBD8}" dt="2021-10-26T03:18:10.958" v="1587" actId="2696"/>
        <pc:sldMkLst>
          <pc:docMk/>
          <pc:sldMk cId="3915695871" sldId="304"/>
        </pc:sldMkLst>
        <pc:spChg chg="mod">
          <ac:chgData name="Lisa Bock" userId="1f2a7945151d6011" providerId="LiveId" clId="{25B44224-0147-454D-BDE5-4B1E78B1CBD8}" dt="2021-10-24T00:53:58.308" v="143"/>
          <ac:spMkLst>
            <pc:docMk/>
            <pc:sldMk cId="3915695871" sldId="304"/>
            <ac:spMk id="2" creationId="{8D7E172C-9AB6-4A40-9DA5-C5A294791FB9}"/>
          </ac:spMkLst>
        </pc:spChg>
        <pc:spChg chg="mod">
          <ac:chgData name="Lisa Bock" userId="1f2a7945151d6011" providerId="LiveId" clId="{25B44224-0147-454D-BDE5-4B1E78B1CBD8}" dt="2021-10-26T03:17:56.971" v="1582" actId="21"/>
          <ac:spMkLst>
            <pc:docMk/>
            <pc:sldMk cId="3915695871" sldId="304"/>
            <ac:spMk id="3" creationId="{627C2813-96ED-419A-AE3A-A7140AD80CD5}"/>
          </ac:spMkLst>
        </pc:spChg>
      </pc:sldChg>
      <pc:sldChg chg="add del">
        <pc:chgData name="Lisa Bock" userId="1f2a7945151d6011" providerId="LiveId" clId="{25B44224-0147-454D-BDE5-4B1E78B1CBD8}" dt="2021-10-25T16:12:24.874" v="1025" actId="2696"/>
        <pc:sldMkLst>
          <pc:docMk/>
          <pc:sldMk cId="4214635085" sldId="305"/>
        </pc:sldMkLst>
      </pc:sldChg>
      <pc:sldChg chg="modSp new mod">
        <pc:chgData name="Lisa Bock" userId="1f2a7945151d6011" providerId="LiveId" clId="{25B44224-0147-454D-BDE5-4B1E78B1CBD8}" dt="2021-10-26T16:54:07.251" v="2275" actId="313"/>
        <pc:sldMkLst>
          <pc:docMk/>
          <pc:sldMk cId="3548432915" sldId="306"/>
        </pc:sldMkLst>
        <pc:spChg chg="mod">
          <ac:chgData name="Lisa Bock" userId="1f2a7945151d6011" providerId="LiveId" clId="{25B44224-0147-454D-BDE5-4B1E78B1CBD8}" dt="2021-10-24T01:57:29.894" v="215"/>
          <ac:spMkLst>
            <pc:docMk/>
            <pc:sldMk cId="3548432915" sldId="306"/>
            <ac:spMk id="2" creationId="{3EF900BF-2A2B-47CD-ACDA-05ADAB571031}"/>
          </ac:spMkLst>
        </pc:spChg>
        <pc:spChg chg="mod">
          <ac:chgData name="Lisa Bock" userId="1f2a7945151d6011" providerId="LiveId" clId="{25B44224-0147-454D-BDE5-4B1E78B1CBD8}" dt="2021-10-26T16:54:07.251" v="2275" actId="313"/>
          <ac:spMkLst>
            <pc:docMk/>
            <pc:sldMk cId="3548432915" sldId="306"/>
            <ac:spMk id="3" creationId="{DB77743A-79FB-41E0-9B10-C3D4494A9B03}"/>
          </ac:spMkLst>
        </pc:spChg>
      </pc:sldChg>
      <pc:sldChg chg="modSp new del mod">
        <pc:chgData name="Lisa Bock" userId="1f2a7945151d6011" providerId="LiveId" clId="{25B44224-0147-454D-BDE5-4B1E78B1CBD8}" dt="2021-10-26T16:48:56.617" v="2248" actId="2696"/>
        <pc:sldMkLst>
          <pc:docMk/>
          <pc:sldMk cId="2838813257" sldId="307"/>
        </pc:sldMkLst>
        <pc:spChg chg="mod">
          <ac:chgData name="Lisa Bock" userId="1f2a7945151d6011" providerId="LiveId" clId="{25B44224-0147-454D-BDE5-4B1E78B1CBD8}" dt="2021-10-24T01:59:47.690" v="248" actId="6549"/>
          <ac:spMkLst>
            <pc:docMk/>
            <pc:sldMk cId="2838813257" sldId="307"/>
            <ac:spMk id="2" creationId="{5A13EA1B-290C-42E3-921E-DE301734D364}"/>
          </ac:spMkLst>
        </pc:spChg>
        <pc:spChg chg="mod">
          <ac:chgData name="Lisa Bock" userId="1f2a7945151d6011" providerId="LiveId" clId="{25B44224-0147-454D-BDE5-4B1E78B1CBD8}" dt="2021-10-26T16:46:54.076" v="2223" actId="20577"/>
          <ac:spMkLst>
            <pc:docMk/>
            <pc:sldMk cId="2838813257" sldId="307"/>
            <ac:spMk id="3" creationId="{172D8A8B-824B-422B-B67B-889C4070DBD3}"/>
          </ac:spMkLst>
        </pc:spChg>
      </pc:sldChg>
      <pc:sldChg chg="modSp new del mod">
        <pc:chgData name="Lisa Bock" userId="1f2a7945151d6011" providerId="LiveId" clId="{25B44224-0147-454D-BDE5-4B1E78B1CBD8}" dt="2021-10-26T16:52:30.411" v="2262" actId="2696"/>
        <pc:sldMkLst>
          <pc:docMk/>
          <pc:sldMk cId="3303085825" sldId="308"/>
        </pc:sldMkLst>
        <pc:spChg chg="mod">
          <ac:chgData name="Lisa Bock" userId="1f2a7945151d6011" providerId="LiveId" clId="{25B44224-0147-454D-BDE5-4B1E78B1CBD8}" dt="2021-10-24T02:00:29.137" v="279"/>
          <ac:spMkLst>
            <pc:docMk/>
            <pc:sldMk cId="3303085825" sldId="308"/>
            <ac:spMk id="2" creationId="{5E69B036-D037-4EDC-8F40-7C4C7A912891}"/>
          </ac:spMkLst>
        </pc:spChg>
        <pc:spChg chg="mod">
          <ac:chgData name="Lisa Bock" userId="1f2a7945151d6011" providerId="LiveId" clId="{25B44224-0147-454D-BDE5-4B1E78B1CBD8}" dt="2021-10-26T16:52:13.636" v="2255" actId="27636"/>
          <ac:spMkLst>
            <pc:docMk/>
            <pc:sldMk cId="3303085825" sldId="308"/>
            <ac:spMk id="3" creationId="{41745C9E-63CA-4602-948F-02BA707BAF1C}"/>
          </ac:spMkLst>
        </pc:spChg>
      </pc:sldChg>
      <pc:sldChg chg="modSp new mod">
        <pc:chgData name="Lisa Bock" userId="1f2a7945151d6011" providerId="LiveId" clId="{25B44224-0147-454D-BDE5-4B1E78B1CBD8}" dt="2021-10-26T17:07:39.550" v="2456" actId="108"/>
        <pc:sldMkLst>
          <pc:docMk/>
          <pc:sldMk cId="2598641007" sldId="309"/>
        </pc:sldMkLst>
        <pc:spChg chg="mod">
          <ac:chgData name="Lisa Bock" userId="1f2a7945151d6011" providerId="LiveId" clId="{25B44224-0147-454D-BDE5-4B1E78B1CBD8}" dt="2021-10-26T17:07:39.550" v="2456" actId="108"/>
          <ac:spMkLst>
            <pc:docMk/>
            <pc:sldMk cId="2598641007" sldId="309"/>
            <ac:spMk id="2" creationId="{CB88BB54-3301-48E6-BCBF-6FCCB3AF04E0}"/>
          </ac:spMkLst>
        </pc:spChg>
        <pc:spChg chg="mod">
          <ac:chgData name="Lisa Bock" userId="1f2a7945151d6011" providerId="LiveId" clId="{25B44224-0147-454D-BDE5-4B1E78B1CBD8}" dt="2021-10-25T16:07:58.924" v="909" actId="20577"/>
          <ac:spMkLst>
            <pc:docMk/>
            <pc:sldMk cId="2598641007" sldId="309"/>
            <ac:spMk id="3" creationId="{2993E1D2-676B-497F-9134-977A74D53EBF}"/>
          </ac:spMkLst>
        </pc:spChg>
      </pc:sldChg>
      <pc:sldChg chg="modSp new del mod">
        <pc:chgData name="Lisa Bock" userId="1f2a7945151d6011" providerId="LiveId" clId="{25B44224-0147-454D-BDE5-4B1E78B1CBD8}" dt="2021-10-25T16:08:02.146" v="910" actId="2696"/>
        <pc:sldMkLst>
          <pc:docMk/>
          <pc:sldMk cId="3983885278" sldId="310"/>
        </pc:sldMkLst>
        <pc:spChg chg="mod">
          <ac:chgData name="Lisa Bock" userId="1f2a7945151d6011" providerId="LiveId" clId="{25B44224-0147-454D-BDE5-4B1E78B1CBD8}" dt="2021-10-24T02:01:47.948" v="321"/>
          <ac:spMkLst>
            <pc:docMk/>
            <pc:sldMk cId="3983885278" sldId="310"/>
            <ac:spMk id="2" creationId="{B3729523-FA2E-44F9-ACDA-8A3D182DD340}"/>
          </ac:spMkLst>
        </pc:spChg>
        <pc:spChg chg="mod">
          <ac:chgData name="Lisa Bock" userId="1f2a7945151d6011" providerId="LiveId" clId="{25B44224-0147-454D-BDE5-4B1E78B1CBD8}" dt="2021-10-25T16:07:44.622" v="905" actId="21"/>
          <ac:spMkLst>
            <pc:docMk/>
            <pc:sldMk cId="3983885278" sldId="310"/>
            <ac:spMk id="3" creationId="{7F768CAB-C319-48CC-8521-B4D74F22A3E8}"/>
          </ac:spMkLst>
        </pc:spChg>
      </pc:sldChg>
      <pc:sldChg chg="modSp add del mod modNotesTx">
        <pc:chgData name="Lisa Bock" userId="1f2a7945151d6011" providerId="LiveId" clId="{25B44224-0147-454D-BDE5-4B1E78B1CBD8}" dt="2021-10-26T13:49:33.621" v="2006" actId="2696"/>
        <pc:sldMkLst>
          <pc:docMk/>
          <pc:sldMk cId="2526670961" sldId="311"/>
        </pc:sldMkLst>
        <pc:spChg chg="mod">
          <ac:chgData name="Lisa Bock" userId="1f2a7945151d6011" providerId="LiveId" clId="{25B44224-0147-454D-BDE5-4B1E78B1CBD8}" dt="2021-10-26T01:25:15.689" v="1281" actId="20577"/>
          <ac:spMkLst>
            <pc:docMk/>
            <pc:sldMk cId="2526670961" sldId="311"/>
            <ac:spMk id="3" creationId="{D265882B-10E2-446D-A76D-9CAE7BFA8BE6}"/>
          </ac:spMkLst>
        </pc:spChg>
      </pc:sldChg>
      <pc:sldChg chg="modSp new mod modNotesTx">
        <pc:chgData name="Lisa Bock" userId="1f2a7945151d6011" providerId="LiveId" clId="{25B44224-0147-454D-BDE5-4B1E78B1CBD8}" dt="2021-10-26T17:39:54.397" v="2789" actId="108"/>
        <pc:sldMkLst>
          <pc:docMk/>
          <pc:sldMk cId="1781875443" sldId="312"/>
        </pc:sldMkLst>
        <pc:spChg chg="mod">
          <ac:chgData name="Lisa Bock" userId="1f2a7945151d6011" providerId="LiveId" clId="{25B44224-0147-454D-BDE5-4B1E78B1CBD8}" dt="2021-10-24T02:39:09.025" v="534"/>
          <ac:spMkLst>
            <pc:docMk/>
            <pc:sldMk cId="1781875443" sldId="312"/>
            <ac:spMk id="2" creationId="{28C488DA-D949-4575-AC62-331B3493B7D9}"/>
          </ac:spMkLst>
        </pc:spChg>
        <pc:spChg chg="mod">
          <ac:chgData name="Lisa Bock" userId="1f2a7945151d6011" providerId="LiveId" clId="{25B44224-0147-454D-BDE5-4B1E78B1CBD8}" dt="2021-10-26T17:39:54.397" v="2789" actId="108"/>
          <ac:spMkLst>
            <pc:docMk/>
            <pc:sldMk cId="1781875443" sldId="312"/>
            <ac:spMk id="3" creationId="{5A31B947-8BD7-4438-B58D-E04B283B8897}"/>
          </ac:spMkLst>
        </pc:spChg>
      </pc:sldChg>
      <pc:sldChg chg="modSp new mod">
        <pc:chgData name="Lisa Bock" userId="1f2a7945151d6011" providerId="LiveId" clId="{25B44224-0147-454D-BDE5-4B1E78B1CBD8}" dt="2021-10-25T16:20:02.752" v="1196" actId="20577"/>
        <pc:sldMkLst>
          <pc:docMk/>
          <pc:sldMk cId="2431124718" sldId="313"/>
        </pc:sldMkLst>
        <pc:spChg chg="mod">
          <ac:chgData name="Lisa Bock" userId="1f2a7945151d6011" providerId="LiveId" clId="{25B44224-0147-454D-BDE5-4B1E78B1CBD8}" dt="2021-10-24T02:39:24.619" v="538"/>
          <ac:spMkLst>
            <pc:docMk/>
            <pc:sldMk cId="2431124718" sldId="313"/>
            <ac:spMk id="2" creationId="{041E7712-8ADD-486C-909B-2801F24F6620}"/>
          </ac:spMkLst>
        </pc:spChg>
        <pc:spChg chg="mod">
          <ac:chgData name="Lisa Bock" userId="1f2a7945151d6011" providerId="LiveId" clId="{25B44224-0147-454D-BDE5-4B1E78B1CBD8}" dt="2021-10-25T16:20:02.752" v="1196" actId="20577"/>
          <ac:spMkLst>
            <pc:docMk/>
            <pc:sldMk cId="2431124718" sldId="313"/>
            <ac:spMk id="3" creationId="{7D376037-BE57-4F06-96EC-0E5C1860AC45}"/>
          </ac:spMkLst>
        </pc:spChg>
      </pc:sldChg>
      <pc:sldChg chg="modSp new mod">
        <pc:chgData name="Lisa Bock" userId="1f2a7945151d6011" providerId="LiveId" clId="{25B44224-0147-454D-BDE5-4B1E78B1CBD8}" dt="2021-10-26T17:13:42.551" v="2587" actId="108"/>
        <pc:sldMkLst>
          <pc:docMk/>
          <pc:sldMk cId="2827873848" sldId="314"/>
        </pc:sldMkLst>
        <pc:spChg chg="mod">
          <ac:chgData name="Lisa Bock" userId="1f2a7945151d6011" providerId="LiveId" clId="{25B44224-0147-454D-BDE5-4B1E78B1CBD8}" dt="2021-10-26T17:13:42.551" v="2587" actId="108"/>
          <ac:spMkLst>
            <pc:docMk/>
            <pc:sldMk cId="2827873848" sldId="314"/>
            <ac:spMk id="2" creationId="{3C5FF495-5509-4CB0-BA27-A2D2A8351896}"/>
          </ac:spMkLst>
        </pc:spChg>
        <pc:spChg chg="mod">
          <ac:chgData name="Lisa Bock" userId="1f2a7945151d6011" providerId="LiveId" clId="{25B44224-0147-454D-BDE5-4B1E78B1CBD8}" dt="2021-10-26T01:37:55.996" v="1475" actId="20577"/>
          <ac:spMkLst>
            <pc:docMk/>
            <pc:sldMk cId="2827873848" sldId="314"/>
            <ac:spMk id="3" creationId="{180801DF-F109-42BD-9906-5F31EE64D743}"/>
          </ac:spMkLst>
        </pc:spChg>
      </pc:sldChg>
      <pc:sldChg chg="modSp add del mod">
        <pc:chgData name="Lisa Bock" userId="1f2a7945151d6011" providerId="LiveId" clId="{25B44224-0147-454D-BDE5-4B1E78B1CBD8}" dt="2021-10-26T01:39:24.757" v="1503" actId="2696"/>
        <pc:sldMkLst>
          <pc:docMk/>
          <pc:sldMk cId="3103579188" sldId="315"/>
        </pc:sldMkLst>
        <pc:spChg chg="mod">
          <ac:chgData name="Lisa Bock" userId="1f2a7945151d6011" providerId="LiveId" clId="{25B44224-0147-454D-BDE5-4B1E78B1CBD8}" dt="2021-10-26T01:38:49.436" v="1497" actId="21"/>
          <ac:spMkLst>
            <pc:docMk/>
            <pc:sldMk cId="3103579188" sldId="315"/>
            <ac:spMk id="3" creationId="{D265882B-10E2-446D-A76D-9CAE7BFA8BE6}"/>
          </ac:spMkLst>
        </pc:spChg>
      </pc:sldChg>
      <pc:sldChg chg="modSp new mod">
        <pc:chgData name="Lisa Bock" userId="1f2a7945151d6011" providerId="LiveId" clId="{25B44224-0147-454D-BDE5-4B1E78B1CBD8}" dt="2021-10-26T17:34:51.534" v="2657" actId="20577"/>
        <pc:sldMkLst>
          <pc:docMk/>
          <pc:sldMk cId="2198972261" sldId="316"/>
        </pc:sldMkLst>
        <pc:spChg chg="mod">
          <ac:chgData name="Lisa Bock" userId="1f2a7945151d6011" providerId="LiveId" clId="{25B44224-0147-454D-BDE5-4B1E78B1CBD8}" dt="2021-10-24T02:44:34.434" v="648"/>
          <ac:spMkLst>
            <pc:docMk/>
            <pc:sldMk cId="2198972261" sldId="316"/>
            <ac:spMk id="2" creationId="{73ED585B-C912-47A3-9936-DF447CAD11E9}"/>
          </ac:spMkLst>
        </pc:spChg>
        <pc:spChg chg="mod">
          <ac:chgData name="Lisa Bock" userId="1f2a7945151d6011" providerId="LiveId" clId="{25B44224-0147-454D-BDE5-4B1E78B1CBD8}" dt="2021-10-26T17:34:51.534" v="2657" actId="20577"/>
          <ac:spMkLst>
            <pc:docMk/>
            <pc:sldMk cId="2198972261" sldId="316"/>
            <ac:spMk id="3" creationId="{3D1D1090-524B-4600-9611-7838E47F9414}"/>
          </ac:spMkLst>
        </pc:spChg>
      </pc:sldChg>
      <pc:sldChg chg="modSp add del mod">
        <pc:chgData name="Lisa Bock" userId="1f2a7945151d6011" providerId="LiveId" clId="{25B44224-0147-454D-BDE5-4B1E78B1CBD8}" dt="2021-10-26T13:54:53.975" v="2081" actId="2696"/>
        <pc:sldMkLst>
          <pc:docMk/>
          <pc:sldMk cId="881755553" sldId="317"/>
        </pc:sldMkLst>
        <pc:spChg chg="mod">
          <ac:chgData name="Lisa Bock" userId="1f2a7945151d6011" providerId="LiveId" clId="{25B44224-0147-454D-BDE5-4B1E78B1CBD8}" dt="2021-10-24T02:45:55.986" v="685" actId="27636"/>
          <ac:spMkLst>
            <pc:docMk/>
            <pc:sldMk cId="881755553" sldId="317"/>
            <ac:spMk id="3" creationId="{5A31B947-8BD7-4438-B58D-E04B283B8897}"/>
          </ac:spMkLst>
        </pc:spChg>
      </pc:sldChg>
      <pc:sldChg chg="modSp new mod">
        <pc:chgData name="Lisa Bock" userId="1f2a7945151d6011" providerId="LiveId" clId="{25B44224-0147-454D-BDE5-4B1E78B1CBD8}" dt="2021-10-26T17:42:08.788" v="2822" actId="15"/>
        <pc:sldMkLst>
          <pc:docMk/>
          <pc:sldMk cId="1365363607" sldId="318"/>
        </pc:sldMkLst>
        <pc:spChg chg="mod">
          <ac:chgData name="Lisa Bock" userId="1f2a7945151d6011" providerId="LiveId" clId="{25B44224-0147-454D-BDE5-4B1E78B1CBD8}" dt="2021-10-26T17:40:26.108" v="2804" actId="20577"/>
          <ac:spMkLst>
            <pc:docMk/>
            <pc:sldMk cId="1365363607" sldId="318"/>
            <ac:spMk id="2" creationId="{1A653DF3-4DB4-42EC-8C7A-D90FC43C1154}"/>
          </ac:spMkLst>
        </pc:spChg>
        <pc:spChg chg="mod">
          <ac:chgData name="Lisa Bock" userId="1f2a7945151d6011" providerId="LiveId" clId="{25B44224-0147-454D-BDE5-4B1E78B1CBD8}" dt="2021-10-26T17:42:08.788" v="2822" actId="15"/>
          <ac:spMkLst>
            <pc:docMk/>
            <pc:sldMk cId="1365363607" sldId="318"/>
            <ac:spMk id="3" creationId="{E8486E2F-04B5-41EC-B004-02B07F42F266}"/>
          </ac:spMkLst>
        </pc:spChg>
      </pc:sldChg>
      <pc:sldChg chg="modSp add del mod">
        <pc:chgData name="Lisa Bock" userId="1f2a7945151d6011" providerId="LiveId" clId="{25B44224-0147-454D-BDE5-4B1E78B1CBD8}" dt="2021-10-26T13:54:39.316" v="2080" actId="2696"/>
        <pc:sldMkLst>
          <pc:docMk/>
          <pc:sldMk cId="559586048" sldId="319"/>
        </pc:sldMkLst>
        <pc:spChg chg="mod">
          <ac:chgData name="Lisa Bock" userId="1f2a7945151d6011" providerId="LiveId" clId="{25B44224-0147-454D-BDE5-4B1E78B1CBD8}" dt="2021-10-26T13:53:40.745" v="2053" actId="27636"/>
          <ac:spMkLst>
            <pc:docMk/>
            <pc:sldMk cId="559586048" sldId="319"/>
            <ac:spMk id="3" creationId="{5A31B947-8BD7-4438-B58D-E04B283B8897}"/>
          </ac:spMkLst>
        </pc:spChg>
      </pc:sldChg>
      <pc:sldChg chg="add">
        <pc:chgData name="Lisa Bock" userId="1f2a7945151d6011" providerId="LiveId" clId="{25B44224-0147-454D-BDE5-4B1E78B1CBD8}" dt="2021-10-26T17:50:49.566" v="3003"/>
        <pc:sldMkLst>
          <pc:docMk/>
          <pc:sldMk cId="1318229463" sldId="319"/>
        </pc:sldMkLst>
      </pc:sldChg>
      <pc:sldChg chg="modSp add del mod">
        <pc:chgData name="Lisa Bock" userId="1f2a7945151d6011" providerId="LiveId" clId="{25B44224-0147-454D-BDE5-4B1E78B1CBD8}" dt="2021-10-26T16:36:36.298" v="2145" actId="2696"/>
        <pc:sldMkLst>
          <pc:docMk/>
          <pc:sldMk cId="1524917167" sldId="319"/>
        </pc:sldMkLst>
        <pc:spChg chg="mod">
          <ac:chgData name="Lisa Bock" userId="1f2a7945151d6011" providerId="LiveId" clId="{25B44224-0147-454D-BDE5-4B1E78B1CBD8}" dt="2021-10-26T16:34:34.204" v="2136" actId="27636"/>
          <ac:spMkLst>
            <pc:docMk/>
            <pc:sldMk cId="1524917167" sldId="319"/>
            <ac:spMk id="3" creationId="{D265882B-10E2-446D-A76D-9CAE7BFA8BE6}"/>
          </ac:spMkLst>
        </pc:spChg>
      </pc:sldChg>
      <pc:sldChg chg="modSp add del mod">
        <pc:chgData name="Lisa Bock" userId="1f2a7945151d6011" providerId="LiveId" clId="{25B44224-0147-454D-BDE5-4B1E78B1CBD8}" dt="2021-10-26T13:53:34.555" v="2051" actId="2696"/>
        <pc:sldMkLst>
          <pc:docMk/>
          <pc:sldMk cId="2449286098" sldId="319"/>
        </pc:sldMkLst>
        <pc:spChg chg="mod">
          <ac:chgData name="Lisa Bock" userId="1f2a7945151d6011" providerId="LiveId" clId="{25B44224-0147-454D-BDE5-4B1E78B1CBD8}" dt="2021-10-26T13:53:27.682" v="2047" actId="21"/>
          <ac:spMkLst>
            <pc:docMk/>
            <pc:sldMk cId="2449286098" sldId="319"/>
            <ac:spMk id="3" creationId="{D265882B-10E2-446D-A76D-9CAE7BFA8BE6}"/>
          </ac:spMkLst>
        </pc:spChg>
      </pc:sldChg>
      <pc:sldChg chg="modSp add del mod">
        <pc:chgData name="Lisa Bock" userId="1f2a7945151d6011" providerId="LiveId" clId="{25B44224-0147-454D-BDE5-4B1E78B1CBD8}" dt="2021-10-26T16:52:33.606" v="2263" actId="2696"/>
        <pc:sldMkLst>
          <pc:docMk/>
          <pc:sldMk cId="2601714365" sldId="319"/>
        </pc:sldMkLst>
        <pc:spChg chg="mod">
          <ac:chgData name="Lisa Bock" userId="1f2a7945151d6011" providerId="LiveId" clId="{25B44224-0147-454D-BDE5-4B1E78B1CBD8}" dt="2021-10-26T16:45:15.426" v="2203" actId="27636"/>
          <ac:spMkLst>
            <pc:docMk/>
            <pc:sldMk cId="2601714365" sldId="319"/>
            <ac:spMk id="3" creationId="{41745C9E-63CA-4602-948F-02BA707BAF1C}"/>
          </ac:spMkLst>
        </pc:spChg>
      </pc:sldChg>
      <pc:sldChg chg="modSp add del mod">
        <pc:chgData name="Lisa Bock" userId="1f2a7945151d6011" providerId="LiveId" clId="{25B44224-0147-454D-BDE5-4B1E78B1CBD8}" dt="2021-10-26T16:45:09.264" v="2201" actId="2696"/>
        <pc:sldMkLst>
          <pc:docMk/>
          <pc:sldMk cId="3570410209" sldId="319"/>
        </pc:sldMkLst>
        <pc:spChg chg="mod">
          <ac:chgData name="Lisa Bock" userId="1f2a7945151d6011" providerId="LiveId" clId="{25B44224-0147-454D-BDE5-4B1E78B1CBD8}" dt="2021-10-26T16:45:00.622" v="2195" actId="21"/>
          <ac:spMkLst>
            <pc:docMk/>
            <pc:sldMk cId="3570410209" sldId="319"/>
            <ac:spMk id="3" creationId="{172D8A8B-824B-422B-B67B-889C4070DBD3}"/>
          </ac:spMkLst>
        </pc:spChg>
      </pc:sldChg>
      <pc:sldChg chg="modSp add del mod">
        <pc:chgData name="Lisa Bock" userId="1f2a7945151d6011" providerId="LiveId" clId="{25B44224-0147-454D-BDE5-4B1E78B1CBD8}" dt="2021-10-26T01:32:28.109" v="1396" actId="2696"/>
        <pc:sldMkLst>
          <pc:docMk/>
          <pc:sldMk cId="4061024011" sldId="319"/>
        </pc:sldMkLst>
        <pc:spChg chg="mod">
          <ac:chgData name="Lisa Bock" userId="1f2a7945151d6011" providerId="LiveId" clId="{25B44224-0147-454D-BDE5-4B1E78B1CBD8}" dt="2021-10-26T01:32:07.828" v="1395" actId="6549"/>
          <ac:spMkLst>
            <pc:docMk/>
            <pc:sldMk cId="4061024011" sldId="319"/>
            <ac:spMk id="3" creationId="{D265882B-10E2-446D-A76D-9CAE7BFA8BE6}"/>
          </ac:spMkLst>
        </pc:spChg>
      </pc:sldChg>
      <pc:sldChg chg="modSp add del mod modNotesTx">
        <pc:chgData name="Lisa Bock" userId="1f2a7945151d6011" providerId="LiveId" clId="{25B44224-0147-454D-BDE5-4B1E78B1CBD8}" dt="2021-10-26T13:51:06.159" v="2008" actId="2696"/>
        <pc:sldMkLst>
          <pc:docMk/>
          <pc:sldMk cId="571933959" sldId="320"/>
        </pc:sldMkLst>
        <pc:spChg chg="mod">
          <ac:chgData name="Lisa Bock" userId="1f2a7945151d6011" providerId="LiveId" clId="{25B44224-0147-454D-BDE5-4B1E78B1CBD8}" dt="2021-10-26T01:37:31.920" v="1474" actId="27636"/>
          <ac:spMkLst>
            <pc:docMk/>
            <pc:sldMk cId="571933959" sldId="320"/>
            <ac:spMk id="3" creationId="{D265882B-10E2-446D-A76D-9CAE7BFA8BE6}"/>
          </ac:spMkLst>
        </pc:spChg>
      </pc:sldChg>
      <pc:sldChg chg="add">
        <pc:chgData name="Lisa Bock" userId="1f2a7945151d6011" providerId="LiveId" clId="{25B44224-0147-454D-BDE5-4B1E78B1CBD8}" dt="2021-10-26T17:50:49.566" v="3003"/>
        <pc:sldMkLst>
          <pc:docMk/>
          <pc:sldMk cId="2578693358" sldId="320"/>
        </pc:sldMkLst>
      </pc:sldChg>
      <pc:sldChg chg="modSp add del mod">
        <pc:chgData name="Lisa Bock" userId="1f2a7945151d6011" providerId="LiveId" clId="{25B44224-0147-454D-BDE5-4B1E78B1CBD8}" dt="2021-10-25T16:19:50.661" v="1183" actId="2696"/>
        <pc:sldMkLst>
          <pc:docMk/>
          <pc:sldMk cId="2948418301" sldId="321"/>
        </pc:sldMkLst>
        <pc:spChg chg="mod">
          <ac:chgData name="Lisa Bock" userId="1f2a7945151d6011" providerId="LiveId" clId="{25B44224-0147-454D-BDE5-4B1E78B1CBD8}" dt="2021-10-25T16:19:42.981" v="1180" actId="27636"/>
          <ac:spMkLst>
            <pc:docMk/>
            <pc:sldMk cId="2948418301" sldId="321"/>
            <ac:spMk id="3" creationId="{7D376037-BE57-4F06-96EC-0E5C1860AC45}"/>
          </ac:spMkLst>
        </pc:spChg>
      </pc:sldChg>
    </pc:docChg>
  </pc:docChgLst>
  <pc:docChgLst>
    <pc:chgData name="Danielle Andries" userId="93d179e4-3c18-40f7-920e-ae80b202540d" providerId="ADAL" clId="{A0EF587F-F0F1-48F5-91DD-F91248BF2F9E}"/>
    <pc:docChg chg="addSld delSld modSld sldOrd">
      <pc:chgData name="Danielle Andries" userId="93d179e4-3c18-40f7-920e-ae80b202540d" providerId="ADAL" clId="{A0EF587F-F0F1-48F5-91DD-F91248BF2F9E}" dt="2022-10-19T21:49:41.425" v="12"/>
      <pc:docMkLst>
        <pc:docMk/>
      </pc:docMkLst>
      <pc:sldChg chg="addSp delSp modSp">
        <pc:chgData name="Danielle Andries" userId="93d179e4-3c18-40f7-920e-ae80b202540d" providerId="ADAL" clId="{A0EF587F-F0F1-48F5-91DD-F91248BF2F9E}" dt="2022-10-19T21:49:08.242" v="6"/>
        <pc:sldMkLst>
          <pc:docMk/>
          <pc:sldMk cId="1379302974" sldId="261"/>
        </pc:sldMkLst>
        <pc:graphicFrameChg chg="add del mod">
          <ac:chgData name="Danielle Andries" userId="93d179e4-3c18-40f7-920e-ae80b202540d" providerId="ADAL" clId="{A0EF587F-F0F1-48F5-91DD-F91248BF2F9E}" dt="2022-10-19T21:49:08.242" v="6"/>
          <ac:graphicFrameMkLst>
            <pc:docMk/>
            <pc:sldMk cId="1379302974" sldId="261"/>
            <ac:graphicFrameMk id="5" creationId="{774C6F08-6C78-4D40-5DCF-80BECA6BDECF}"/>
          </ac:graphicFrameMkLst>
        </pc:graphicFrameChg>
      </pc:sldChg>
      <pc:sldChg chg="modSp mod ord">
        <pc:chgData name="Danielle Andries" userId="93d179e4-3c18-40f7-920e-ae80b202540d" providerId="ADAL" clId="{A0EF587F-F0F1-48F5-91DD-F91248BF2F9E}" dt="2022-10-19T21:48:54.898" v="4"/>
        <pc:sldMkLst>
          <pc:docMk/>
          <pc:sldMk cId="3073644457" sldId="284"/>
        </pc:sldMkLst>
        <pc:spChg chg="mod">
          <ac:chgData name="Danielle Andries" userId="93d179e4-3c18-40f7-920e-ae80b202540d" providerId="ADAL" clId="{A0EF587F-F0F1-48F5-91DD-F91248BF2F9E}" dt="2022-10-19T21:48:54.898" v="4"/>
          <ac:spMkLst>
            <pc:docMk/>
            <pc:sldMk cId="3073644457" sldId="284"/>
            <ac:spMk id="3" creationId="{568708AE-48ED-4852-AE39-86C44E3C3102}"/>
          </ac:spMkLst>
        </pc:spChg>
      </pc:sldChg>
      <pc:sldChg chg="del">
        <pc:chgData name="Danielle Andries" userId="93d179e4-3c18-40f7-920e-ae80b202540d" providerId="ADAL" clId="{A0EF587F-F0F1-48F5-91DD-F91248BF2F9E}" dt="2022-10-19T21:48:23.544" v="0" actId="47"/>
        <pc:sldMkLst>
          <pc:docMk/>
          <pc:sldMk cId="374999572" sldId="290"/>
        </pc:sldMkLst>
      </pc:sldChg>
      <pc:sldChg chg="new del">
        <pc:chgData name="Danielle Andries" userId="93d179e4-3c18-40f7-920e-ae80b202540d" providerId="ADAL" clId="{A0EF587F-F0F1-48F5-91DD-F91248BF2F9E}" dt="2022-10-19T21:49:31.352" v="11" actId="47"/>
        <pc:sldMkLst>
          <pc:docMk/>
          <pc:sldMk cId="3184792754" sldId="321"/>
        </pc:sldMkLst>
      </pc:sldChg>
      <pc:sldChg chg="modSp add mod ord">
        <pc:chgData name="Danielle Andries" userId="93d179e4-3c18-40f7-920e-ae80b202540d" providerId="ADAL" clId="{A0EF587F-F0F1-48F5-91DD-F91248BF2F9E}" dt="2022-10-19T21:49:41.425" v="12"/>
        <pc:sldMkLst>
          <pc:docMk/>
          <pc:sldMk cId="3892092537" sldId="322"/>
        </pc:sldMkLst>
        <pc:spChg chg="mod">
          <ac:chgData name="Danielle Andries" userId="93d179e4-3c18-40f7-920e-ae80b202540d" providerId="ADAL" clId="{A0EF587F-F0F1-48F5-91DD-F91248BF2F9E}" dt="2022-10-19T21:49:41.425" v="12"/>
          <ac:spMkLst>
            <pc:docMk/>
            <pc:sldMk cId="3892092537" sldId="322"/>
            <ac:spMk id="3" creationId="{568708AE-48ED-4852-AE39-86C44E3C3102}"/>
          </ac:spMkLst>
        </pc:spChg>
      </pc:sldChg>
    </pc:docChg>
  </pc:docChgLst>
  <pc:docChgLst>
    <pc:chgData name="Danielle Andries" userId="93d179e4-3c18-40f7-920e-ae80b202540d" providerId="ADAL" clId="{5B7BBA0C-FA7B-45F9-9661-F907925E5DF7}"/>
    <pc:docChg chg="undo custSel addSld delSld modSld">
      <pc:chgData name="Danielle Andries" userId="93d179e4-3c18-40f7-920e-ae80b202540d" providerId="ADAL" clId="{5B7BBA0C-FA7B-45F9-9661-F907925E5DF7}" dt="2021-10-13T14:00:56.913" v="151"/>
      <pc:docMkLst>
        <pc:docMk/>
      </pc:docMkLst>
      <pc:sldChg chg="modSp mod">
        <pc:chgData name="Danielle Andries" userId="93d179e4-3c18-40f7-920e-ae80b202540d" providerId="ADAL" clId="{5B7BBA0C-FA7B-45F9-9661-F907925E5DF7}" dt="2021-10-13T13:57:50.436" v="62" actId="20577"/>
        <pc:sldMkLst>
          <pc:docMk/>
          <pc:sldMk cId="3676537154" sldId="256"/>
        </pc:sldMkLst>
        <pc:spChg chg="mod">
          <ac:chgData name="Danielle Andries" userId="93d179e4-3c18-40f7-920e-ae80b202540d" providerId="ADAL" clId="{5B7BBA0C-FA7B-45F9-9661-F907925E5DF7}" dt="2021-10-13T13:57:50.436" v="62" actId="20577"/>
          <ac:spMkLst>
            <pc:docMk/>
            <pc:sldMk cId="3676537154" sldId="256"/>
            <ac:spMk id="3" creationId="{7ED73DC9-4D7D-4A76-A939-CFBD8317E387}"/>
          </ac:spMkLst>
        </pc:spChg>
      </pc:sldChg>
      <pc:sldChg chg="modSp mod">
        <pc:chgData name="Danielle Andries" userId="93d179e4-3c18-40f7-920e-ae80b202540d" providerId="ADAL" clId="{5B7BBA0C-FA7B-45F9-9661-F907925E5DF7}" dt="2021-10-13T13:56:13.375" v="30" actId="20577"/>
        <pc:sldMkLst>
          <pc:docMk/>
          <pc:sldMk cId="3476460589" sldId="258"/>
        </pc:sldMkLst>
        <pc:spChg chg="mod">
          <ac:chgData name="Danielle Andries" userId="93d179e4-3c18-40f7-920e-ae80b202540d" providerId="ADAL" clId="{5B7BBA0C-FA7B-45F9-9661-F907925E5DF7}" dt="2021-10-13T13:56:13.375" v="30" actId="20577"/>
          <ac:spMkLst>
            <pc:docMk/>
            <pc:sldMk cId="3476460589" sldId="258"/>
            <ac:spMk id="2" creationId="{CE6D087C-759A-4744-8CA2-B6FC76A04C6B}"/>
          </ac:spMkLst>
        </pc:spChg>
        <pc:spChg chg="mod">
          <ac:chgData name="Danielle Andries" userId="93d179e4-3c18-40f7-920e-ae80b202540d" providerId="ADAL" clId="{5B7BBA0C-FA7B-45F9-9661-F907925E5DF7}" dt="2021-10-13T13:56:02.604" v="1" actId="20577"/>
          <ac:spMkLst>
            <pc:docMk/>
            <pc:sldMk cId="3476460589" sldId="258"/>
            <ac:spMk id="3" creationId="{8E3CCB41-16A4-4F8D-ABB5-5CE3E3695174}"/>
          </ac:spMkLst>
        </pc:spChg>
      </pc:sldChg>
      <pc:sldChg chg="modSp mod">
        <pc:chgData name="Danielle Andries" userId="93d179e4-3c18-40f7-920e-ae80b202540d" providerId="ADAL" clId="{5B7BBA0C-FA7B-45F9-9661-F907925E5DF7}" dt="2021-10-13T13:57:30.425" v="61" actId="20577"/>
        <pc:sldMkLst>
          <pc:docMk/>
          <pc:sldMk cId="3581186469" sldId="259"/>
        </pc:sldMkLst>
        <pc:spChg chg="mod">
          <ac:chgData name="Danielle Andries" userId="93d179e4-3c18-40f7-920e-ae80b202540d" providerId="ADAL" clId="{5B7BBA0C-FA7B-45F9-9661-F907925E5DF7}" dt="2021-10-13T13:57:30.425" v="61" actId="20577"/>
          <ac:spMkLst>
            <pc:docMk/>
            <pc:sldMk cId="3581186469" sldId="259"/>
            <ac:spMk id="2" creationId="{86BEEEB6-1AEE-41DF-9C4C-570C8610147C}"/>
          </ac:spMkLst>
        </pc:spChg>
        <pc:spChg chg="mod">
          <ac:chgData name="Danielle Andries" userId="93d179e4-3c18-40f7-920e-ae80b202540d" providerId="ADAL" clId="{5B7BBA0C-FA7B-45F9-9661-F907925E5DF7}" dt="2021-10-13T13:57:18.999" v="32" actId="20577"/>
          <ac:spMkLst>
            <pc:docMk/>
            <pc:sldMk cId="3581186469" sldId="259"/>
            <ac:spMk id="3" creationId="{4987CBD2-FC2F-43E3-BBCF-3F07A0EC94E2}"/>
          </ac:spMkLst>
        </pc:spChg>
        <pc:spChg chg="mod">
          <ac:chgData name="Danielle Andries" userId="93d179e4-3c18-40f7-920e-ae80b202540d" providerId="ADAL" clId="{5B7BBA0C-FA7B-45F9-9661-F907925E5DF7}" dt="2021-10-13T13:57:20.978" v="34" actId="20577"/>
          <ac:spMkLst>
            <pc:docMk/>
            <pc:sldMk cId="3581186469" sldId="259"/>
            <ac:spMk id="4" creationId="{8C758618-B692-44C1-92DC-F8A5F871B945}"/>
          </ac:spMkLst>
        </pc:spChg>
      </pc:sldChg>
      <pc:sldChg chg="modSp mod">
        <pc:chgData name="Danielle Andries" userId="93d179e4-3c18-40f7-920e-ae80b202540d" providerId="ADAL" clId="{5B7BBA0C-FA7B-45F9-9661-F907925E5DF7}" dt="2021-10-13T13:58:17.166" v="102" actId="20577"/>
        <pc:sldMkLst>
          <pc:docMk/>
          <pc:sldMk cId="2476087910" sldId="266"/>
        </pc:sldMkLst>
        <pc:spChg chg="mod">
          <ac:chgData name="Danielle Andries" userId="93d179e4-3c18-40f7-920e-ae80b202540d" providerId="ADAL" clId="{5B7BBA0C-FA7B-45F9-9661-F907925E5DF7}" dt="2021-10-13T13:58:17.166" v="102" actId="20577"/>
          <ac:spMkLst>
            <pc:docMk/>
            <pc:sldMk cId="2476087910" sldId="266"/>
            <ac:spMk id="2" creationId="{897A5AF4-7AED-4A32-8826-AA455EAA7711}"/>
          </ac:spMkLst>
        </pc:spChg>
        <pc:spChg chg="mod">
          <ac:chgData name="Danielle Andries" userId="93d179e4-3c18-40f7-920e-ae80b202540d" providerId="ADAL" clId="{5B7BBA0C-FA7B-45F9-9661-F907925E5DF7}" dt="2021-10-13T13:58:06.700" v="66" actId="20577"/>
          <ac:spMkLst>
            <pc:docMk/>
            <pc:sldMk cId="2476087910" sldId="266"/>
            <ac:spMk id="3" creationId="{1C09A606-AC3C-4FE5-B558-E5DD82C0A761}"/>
          </ac:spMkLst>
        </pc:spChg>
        <pc:spChg chg="mod">
          <ac:chgData name="Danielle Andries" userId="93d179e4-3c18-40f7-920e-ae80b202540d" providerId="ADAL" clId="{5B7BBA0C-FA7B-45F9-9661-F907925E5DF7}" dt="2021-10-13T13:58:05.099" v="64" actId="20577"/>
          <ac:spMkLst>
            <pc:docMk/>
            <pc:sldMk cId="2476087910" sldId="266"/>
            <ac:spMk id="4" creationId="{6F8820F5-6357-429C-9E9F-7ADBB5B6CA98}"/>
          </ac:spMkLst>
        </pc:spChg>
      </pc:sldChg>
      <pc:sldChg chg="modSp mod">
        <pc:chgData name="Danielle Andries" userId="93d179e4-3c18-40f7-920e-ae80b202540d" providerId="ADAL" clId="{5B7BBA0C-FA7B-45F9-9661-F907925E5DF7}" dt="2021-10-13T13:59:19.397" v="147" actId="20577"/>
        <pc:sldMkLst>
          <pc:docMk/>
          <pc:sldMk cId="2875311080" sldId="281"/>
        </pc:sldMkLst>
        <pc:spChg chg="mod">
          <ac:chgData name="Danielle Andries" userId="93d179e4-3c18-40f7-920e-ae80b202540d" providerId="ADAL" clId="{5B7BBA0C-FA7B-45F9-9661-F907925E5DF7}" dt="2021-10-13T13:59:19.397" v="147" actId="20577"/>
          <ac:spMkLst>
            <pc:docMk/>
            <pc:sldMk cId="2875311080" sldId="281"/>
            <ac:spMk id="2" creationId="{912A6636-FB7B-434B-90D7-F68D09FF271C}"/>
          </ac:spMkLst>
        </pc:spChg>
      </pc:sldChg>
      <pc:sldChg chg="modSp add mod">
        <pc:chgData name="Danielle Andries" userId="93d179e4-3c18-40f7-920e-ae80b202540d" providerId="ADAL" clId="{5B7BBA0C-FA7B-45F9-9661-F907925E5DF7}" dt="2021-10-13T14:00:56.913" v="151"/>
        <pc:sldMkLst>
          <pc:docMk/>
          <pc:sldMk cId="3073644457" sldId="284"/>
        </pc:sldMkLst>
        <pc:spChg chg="mod">
          <ac:chgData name="Danielle Andries" userId="93d179e4-3c18-40f7-920e-ae80b202540d" providerId="ADAL" clId="{5B7BBA0C-FA7B-45F9-9661-F907925E5DF7}" dt="2021-10-13T14:00:56.913" v="151"/>
          <ac:spMkLst>
            <pc:docMk/>
            <pc:sldMk cId="3073644457" sldId="284"/>
            <ac:spMk id="3" creationId="{568708AE-48ED-4852-AE39-86C44E3C3102}"/>
          </ac:spMkLst>
        </pc:spChg>
      </pc:sldChg>
      <pc:sldChg chg="modSp mod">
        <pc:chgData name="Danielle Andries" userId="93d179e4-3c18-40f7-920e-ae80b202540d" providerId="ADAL" clId="{5B7BBA0C-FA7B-45F9-9661-F907925E5DF7}" dt="2021-10-13T13:58:42.026" v="145" actId="20577"/>
        <pc:sldMkLst>
          <pc:docMk/>
          <pc:sldMk cId="3161289941" sldId="285"/>
        </pc:sldMkLst>
        <pc:spChg chg="mod">
          <ac:chgData name="Danielle Andries" userId="93d179e4-3c18-40f7-920e-ae80b202540d" providerId="ADAL" clId="{5B7BBA0C-FA7B-45F9-9661-F907925E5DF7}" dt="2021-10-13T13:58:42.026" v="145" actId="20577"/>
          <ac:spMkLst>
            <pc:docMk/>
            <pc:sldMk cId="3161289941" sldId="285"/>
            <ac:spMk id="2" creationId="{0A7E334A-0A8F-4570-A91D-468192F8CD81}"/>
          </ac:spMkLst>
        </pc:spChg>
        <pc:spChg chg="mod">
          <ac:chgData name="Danielle Andries" userId="93d179e4-3c18-40f7-920e-ae80b202540d" providerId="ADAL" clId="{5B7BBA0C-FA7B-45F9-9661-F907925E5DF7}" dt="2021-10-13T13:58:29.309" v="106" actId="20577"/>
          <ac:spMkLst>
            <pc:docMk/>
            <pc:sldMk cId="3161289941" sldId="285"/>
            <ac:spMk id="3" creationId="{1F39D58A-425E-4AFF-8B6F-6914EE1DDCD9}"/>
          </ac:spMkLst>
        </pc:spChg>
        <pc:spChg chg="mod">
          <ac:chgData name="Danielle Andries" userId="93d179e4-3c18-40f7-920e-ae80b202540d" providerId="ADAL" clId="{5B7BBA0C-FA7B-45F9-9661-F907925E5DF7}" dt="2021-10-13T13:58:26.068" v="104" actId="20577"/>
          <ac:spMkLst>
            <pc:docMk/>
            <pc:sldMk cId="3161289941" sldId="285"/>
            <ac:spMk id="4" creationId="{C0420C06-F6E3-4367-9B8F-1CC0589E3B9C}"/>
          </ac:spMkLst>
        </pc:spChg>
      </pc:sldChg>
      <pc:sldChg chg="new del">
        <pc:chgData name="Danielle Andries" userId="93d179e4-3c18-40f7-920e-ae80b202540d" providerId="ADAL" clId="{5B7BBA0C-FA7B-45F9-9661-F907925E5DF7}" dt="2021-10-13T14:00:05.871" v="149" actId="680"/>
        <pc:sldMkLst>
          <pc:docMk/>
          <pc:sldMk cId="3803415604" sldId="290"/>
        </pc:sldMkLst>
      </pc:sldChg>
    </pc:docChg>
  </pc:docChgLst>
  <pc:docChgLst>
    <pc:chgData name="Danielle Andries" userId="93d179e4-3c18-40f7-920e-ae80b202540d" providerId="ADAL" clId="{B46025A7-E589-4F58-9204-C95A9366FAF8}"/>
    <pc:docChg chg="undo custSel addSld modSld sldOrd">
      <pc:chgData name="Danielle Andries" userId="93d179e4-3c18-40f7-920e-ae80b202540d" providerId="ADAL" clId="{B46025A7-E589-4F58-9204-C95A9366FAF8}" dt="2021-10-13T14:10:00.625" v="169" actId="20577"/>
      <pc:docMkLst>
        <pc:docMk/>
      </pc:docMkLst>
      <pc:sldChg chg="modSp mod">
        <pc:chgData name="Danielle Andries" userId="93d179e4-3c18-40f7-920e-ae80b202540d" providerId="ADAL" clId="{B46025A7-E589-4F58-9204-C95A9366FAF8}" dt="2021-10-13T14:09:14.124" v="164" actId="27636"/>
        <pc:sldMkLst>
          <pc:docMk/>
          <pc:sldMk cId="3676537154" sldId="256"/>
        </pc:sldMkLst>
        <pc:spChg chg="mod">
          <ac:chgData name="Danielle Andries" userId="93d179e4-3c18-40f7-920e-ae80b202540d" providerId="ADAL" clId="{B46025A7-E589-4F58-9204-C95A9366FAF8}" dt="2021-10-13T14:09:14.124" v="164" actId="27636"/>
          <ac:spMkLst>
            <pc:docMk/>
            <pc:sldMk cId="3676537154" sldId="256"/>
            <ac:spMk id="3" creationId="{7ED73DC9-4D7D-4A76-A939-CFBD8317E387}"/>
          </ac:spMkLst>
        </pc:spChg>
      </pc:sldChg>
      <pc:sldChg chg="modSp mod">
        <pc:chgData name="Danielle Andries" userId="93d179e4-3c18-40f7-920e-ae80b202540d" providerId="ADAL" clId="{B46025A7-E589-4F58-9204-C95A9366FAF8}" dt="2021-10-13T14:05:32.559" v="30" actId="20577"/>
        <pc:sldMkLst>
          <pc:docMk/>
          <pc:sldMk cId="3476460589" sldId="258"/>
        </pc:sldMkLst>
        <pc:spChg chg="mod">
          <ac:chgData name="Danielle Andries" userId="93d179e4-3c18-40f7-920e-ae80b202540d" providerId="ADAL" clId="{B46025A7-E589-4F58-9204-C95A9366FAF8}" dt="2021-10-13T14:05:32.559" v="30" actId="20577"/>
          <ac:spMkLst>
            <pc:docMk/>
            <pc:sldMk cId="3476460589" sldId="258"/>
            <ac:spMk id="2" creationId="{CE6D087C-759A-4744-8CA2-B6FC76A04C6B}"/>
          </ac:spMkLst>
        </pc:spChg>
        <pc:spChg chg="mod">
          <ac:chgData name="Danielle Andries" userId="93d179e4-3c18-40f7-920e-ae80b202540d" providerId="ADAL" clId="{B46025A7-E589-4F58-9204-C95A9366FAF8}" dt="2021-10-13T14:05:20.786" v="1" actId="20577"/>
          <ac:spMkLst>
            <pc:docMk/>
            <pc:sldMk cId="3476460589" sldId="258"/>
            <ac:spMk id="3" creationId="{8E3CCB41-16A4-4F8D-ABB5-5CE3E3695174}"/>
          </ac:spMkLst>
        </pc:spChg>
      </pc:sldChg>
      <pc:sldChg chg="modSp mod">
        <pc:chgData name="Danielle Andries" userId="93d179e4-3c18-40f7-920e-ae80b202540d" providerId="ADAL" clId="{B46025A7-E589-4F58-9204-C95A9366FAF8}" dt="2021-10-13T14:06:36.244" v="70" actId="20577"/>
        <pc:sldMkLst>
          <pc:docMk/>
          <pc:sldMk cId="3581186469" sldId="259"/>
        </pc:sldMkLst>
        <pc:spChg chg="mod">
          <ac:chgData name="Danielle Andries" userId="93d179e4-3c18-40f7-920e-ae80b202540d" providerId="ADAL" clId="{B46025A7-E589-4F58-9204-C95A9366FAF8}" dt="2021-10-13T14:06:36.244" v="70" actId="20577"/>
          <ac:spMkLst>
            <pc:docMk/>
            <pc:sldMk cId="3581186469" sldId="259"/>
            <ac:spMk id="2" creationId="{86BEEEB6-1AEE-41DF-9C4C-570C8610147C}"/>
          </ac:spMkLst>
        </pc:spChg>
        <pc:spChg chg="mod">
          <ac:chgData name="Danielle Andries" userId="93d179e4-3c18-40f7-920e-ae80b202540d" providerId="ADAL" clId="{B46025A7-E589-4F58-9204-C95A9366FAF8}" dt="2021-10-13T14:05:57.012" v="41" actId="20577"/>
          <ac:spMkLst>
            <pc:docMk/>
            <pc:sldMk cId="3581186469" sldId="259"/>
            <ac:spMk id="3" creationId="{4987CBD2-FC2F-43E3-BBCF-3F07A0EC94E2}"/>
          </ac:spMkLst>
        </pc:spChg>
        <pc:spChg chg="mod">
          <ac:chgData name="Danielle Andries" userId="93d179e4-3c18-40f7-920e-ae80b202540d" providerId="ADAL" clId="{B46025A7-E589-4F58-9204-C95A9366FAF8}" dt="2021-10-13T14:05:55.472" v="39" actId="20577"/>
          <ac:spMkLst>
            <pc:docMk/>
            <pc:sldMk cId="3581186469" sldId="259"/>
            <ac:spMk id="4" creationId="{8C758618-B692-44C1-92DC-F8A5F871B945}"/>
          </ac:spMkLst>
        </pc:spChg>
      </pc:sldChg>
      <pc:sldChg chg="modSp mod">
        <pc:chgData name="Danielle Andries" userId="93d179e4-3c18-40f7-920e-ae80b202540d" providerId="ADAL" clId="{B46025A7-E589-4F58-9204-C95A9366FAF8}" dt="2021-10-13T14:07:23.644" v="98" actId="20577"/>
        <pc:sldMkLst>
          <pc:docMk/>
          <pc:sldMk cId="2476087910" sldId="266"/>
        </pc:sldMkLst>
        <pc:spChg chg="mod">
          <ac:chgData name="Danielle Andries" userId="93d179e4-3c18-40f7-920e-ae80b202540d" providerId="ADAL" clId="{B46025A7-E589-4F58-9204-C95A9366FAF8}" dt="2021-10-13T14:07:23.644" v="98" actId="20577"/>
          <ac:spMkLst>
            <pc:docMk/>
            <pc:sldMk cId="2476087910" sldId="266"/>
            <ac:spMk id="2" creationId="{897A5AF4-7AED-4A32-8826-AA455EAA7711}"/>
          </ac:spMkLst>
        </pc:spChg>
        <pc:spChg chg="mod">
          <ac:chgData name="Danielle Andries" userId="93d179e4-3c18-40f7-920e-ae80b202540d" providerId="ADAL" clId="{B46025A7-E589-4F58-9204-C95A9366FAF8}" dt="2021-10-13T14:07:14.749" v="76" actId="20577"/>
          <ac:spMkLst>
            <pc:docMk/>
            <pc:sldMk cId="2476087910" sldId="266"/>
            <ac:spMk id="3" creationId="{1C09A606-AC3C-4FE5-B558-E5DD82C0A761}"/>
          </ac:spMkLst>
        </pc:spChg>
        <pc:spChg chg="mod">
          <ac:chgData name="Danielle Andries" userId="93d179e4-3c18-40f7-920e-ae80b202540d" providerId="ADAL" clId="{B46025A7-E589-4F58-9204-C95A9366FAF8}" dt="2021-10-13T14:07:13.157" v="74" actId="20577"/>
          <ac:spMkLst>
            <pc:docMk/>
            <pc:sldMk cId="2476087910" sldId="266"/>
            <ac:spMk id="4" creationId="{6F8820F5-6357-429C-9E9F-7ADBB5B6CA98}"/>
          </ac:spMkLst>
        </pc:spChg>
      </pc:sldChg>
      <pc:sldChg chg="modSp mod">
        <pc:chgData name="Danielle Andries" userId="93d179e4-3c18-40f7-920e-ae80b202540d" providerId="ADAL" clId="{B46025A7-E589-4F58-9204-C95A9366FAF8}" dt="2021-10-13T14:10:00.625" v="169" actId="20577"/>
        <pc:sldMkLst>
          <pc:docMk/>
          <pc:sldMk cId="2875311080" sldId="281"/>
        </pc:sldMkLst>
        <pc:spChg chg="mod">
          <ac:chgData name="Danielle Andries" userId="93d179e4-3c18-40f7-920e-ae80b202540d" providerId="ADAL" clId="{B46025A7-E589-4F58-9204-C95A9366FAF8}" dt="2021-10-13T14:10:00.625" v="169" actId="20577"/>
          <ac:spMkLst>
            <pc:docMk/>
            <pc:sldMk cId="2875311080" sldId="281"/>
            <ac:spMk id="2" creationId="{912A6636-FB7B-434B-90D7-F68D09FF271C}"/>
          </ac:spMkLst>
        </pc:spChg>
      </pc:sldChg>
      <pc:sldChg chg="modSp mod ord modNotes">
        <pc:chgData name="Danielle Andries" userId="93d179e4-3c18-40f7-920e-ae80b202540d" providerId="ADAL" clId="{B46025A7-E589-4F58-9204-C95A9366FAF8}" dt="2021-10-13T14:09:45.599" v="167"/>
        <pc:sldMkLst>
          <pc:docMk/>
          <pc:sldMk cId="3073644457" sldId="284"/>
        </pc:sldMkLst>
        <pc:spChg chg="mod">
          <ac:chgData name="Danielle Andries" userId="93d179e4-3c18-40f7-920e-ae80b202540d" providerId="ADAL" clId="{B46025A7-E589-4F58-9204-C95A9366FAF8}" dt="2021-10-13T14:09:45.599" v="167"/>
          <ac:spMkLst>
            <pc:docMk/>
            <pc:sldMk cId="3073644457" sldId="284"/>
            <ac:spMk id="3" creationId="{568708AE-48ED-4852-AE39-86C44E3C3102}"/>
          </ac:spMkLst>
        </pc:spChg>
      </pc:sldChg>
      <pc:sldChg chg="modSp mod">
        <pc:chgData name="Danielle Andries" userId="93d179e4-3c18-40f7-920e-ae80b202540d" providerId="ADAL" clId="{B46025A7-E589-4F58-9204-C95A9366FAF8}" dt="2021-10-13T14:07:44.196" v="134" actId="20577"/>
        <pc:sldMkLst>
          <pc:docMk/>
          <pc:sldMk cId="3161289941" sldId="285"/>
        </pc:sldMkLst>
        <pc:spChg chg="mod">
          <ac:chgData name="Danielle Andries" userId="93d179e4-3c18-40f7-920e-ae80b202540d" providerId="ADAL" clId="{B46025A7-E589-4F58-9204-C95A9366FAF8}" dt="2021-10-13T14:07:44.196" v="134" actId="20577"/>
          <ac:spMkLst>
            <pc:docMk/>
            <pc:sldMk cId="3161289941" sldId="285"/>
            <ac:spMk id="2" creationId="{0A7E334A-0A8F-4570-A91D-468192F8CD81}"/>
          </ac:spMkLst>
        </pc:spChg>
        <pc:spChg chg="mod">
          <ac:chgData name="Danielle Andries" userId="93d179e4-3c18-40f7-920e-ae80b202540d" providerId="ADAL" clId="{B46025A7-E589-4F58-9204-C95A9366FAF8}" dt="2021-10-13T14:07:36.699" v="102" actId="20577"/>
          <ac:spMkLst>
            <pc:docMk/>
            <pc:sldMk cId="3161289941" sldId="285"/>
            <ac:spMk id="3" creationId="{1F39D58A-425E-4AFF-8B6F-6914EE1DDCD9}"/>
          </ac:spMkLst>
        </pc:spChg>
        <pc:spChg chg="mod">
          <ac:chgData name="Danielle Andries" userId="93d179e4-3c18-40f7-920e-ae80b202540d" providerId="ADAL" clId="{B46025A7-E589-4F58-9204-C95A9366FAF8}" dt="2021-10-13T14:07:34.722" v="100" actId="20577"/>
          <ac:spMkLst>
            <pc:docMk/>
            <pc:sldMk cId="3161289941" sldId="285"/>
            <ac:spMk id="4" creationId="{C0420C06-F6E3-4367-9B8F-1CC0589E3B9C}"/>
          </ac:spMkLst>
        </pc:spChg>
      </pc:sldChg>
      <pc:sldChg chg="modSp add mod">
        <pc:chgData name="Danielle Andries" userId="93d179e4-3c18-40f7-920e-ae80b202540d" providerId="ADAL" clId="{B46025A7-E589-4F58-9204-C95A9366FAF8}" dt="2021-10-13T14:08:36.841" v="157" actId="20577"/>
        <pc:sldMkLst>
          <pc:docMk/>
          <pc:sldMk cId="3790744140" sldId="290"/>
        </pc:sldMkLst>
        <pc:spChg chg="mod">
          <ac:chgData name="Danielle Andries" userId="93d179e4-3c18-40f7-920e-ae80b202540d" providerId="ADAL" clId="{B46025A7-E589-4F58-9204-C95A9366FAF8}" dt="2021-10-13T14:08:36.841" v="157" actId="20577"/>
          <ac:spMkLst>
            <pc:docMk/>
            <pc:sldMk cId="3790744140" sldId="290"/>
            <ac:spMk id="2" creationId="{0A7E334A-0A8F-4570-A91D-468192F8CD81}"/>
          </ac:spMkLst>
        </pc:spChg>
        <pc:spChg chg="mod">
          <ac:chgData name="Danielle Andries" userId="93d179e4-3c18-40f7-920e-ae80b202540d" providerId="ADAL" clId="{B46025A7-E589-4F58-9204-C95A9366FAF8}" dt="2021-10-13T14:08:29.446" v="141" actId="20577"/>
          <ac:spMkLst>
            <pc:docMk/>
            <pc:sldMk cId="3790744140" sldId="290"/>
            <ac:spMk id="3" creationId="{1F39D58A-425E-4AFF-8B6F-6914EE1DDCD9}"/>
          </ac:spMkLst>
        </pc:spChg>
      </pc:sldChg>
      <pc:sldChg chg="add">
        <pc:chgData name="Danielle Andries" userId="93d179e4-3c18-40f7-920e-ae80b202540d" providerId="ADAL" clId="{B46025A7-E589-4F58-9204-C95A9366FAF8}" dt="2021-10-13T14:08:25.806" v="139"/>
        <pc:sldMkLst>
          <pc:docMk/>
          <pc:sldMk cId="4261538642" sldId="291"/>
        </pc:sldMkLst>
      </pc:sldChg>
      <pc:sldChg chg="add">
        <pc:chgData name="Danielle Andries" userId="93d179e4-3c18-40f7-920e-ae80b202540d" providerId="ADAL" clId="{B46025A7-E589-4F58-9204-C95A9366FAF8}" dt="2021-10-13T14:08:25.806" v="139"/>
        <pc:sldMkLst>
          <pc:docMk/>
          <pc:sldMk cId="2554463169" sldId="292"/>
        </pc:sldMkLst>
      </pc:sldChg>
      <pc:sldChg chg="add">
        <pc:chgData name="Danielle Andries" userId="93d179e4-3c18-40f7-920e-ae80b202540d" providerId="ADAL" clId="{B46025A7-E589-4F58-9204-C95A9366FAF8}" dt="2021-10-13T14:08:25.806" v="139"/>
        <pc:sldMkLst>
          <pc:docMk/>
          <pc:sldMk cId="750369082" sldId="293"/>
        </pc:sldMkLst>
      </pc:sldChg>
      <pc:sldChg chg="add">
        <pc:chgData name="Danielle Andries" userId="93d179e4-3c18-40f7-920e-ae80b202540d" providerId="ADAL" clId="{B46025A7-E589-4F58-9204-C95A9366FAF8}" dt="2021-10-13T14:08:25.806" v="139"/>
        <pc:sldMkLst>
          <pc:docMk/>
          <pc:sldMk cId="2745962525" sldId="294"/>
        </pc:sldMkLst>
      </pc:sldChg>
    </pc:docChg>
  </pc:docChgLst>
  <pc:docChgLst>
    <pc:chgData name="Danielle Andries" userId="93d179e4-3c18-40f7-920e-ae80b202540d" providerId="ADAL" clId="{7B049343-B7AB-4F32-BDAE-F822FBED966C}"/>
    <pc:docChg chg="custSel addSld delSld modSld">
      <pc:chgData name="Danielle Andries" userId="93d179e4-3c18-40f7-920e-ae80b202540d" providerId="ADAL" clId="{7B049343-B7AB-4F32-BDAE-F822FBED966C}" dt="2021-10-13T13:54:53.477" v="182" actId="2696"/>
      <pc:docMkLst>
        <pc:docMk/>
      </pc:docMkLst>
      <pc:sldChg chg="modSp mod">
        <pc:chgData name="Danielle Andries" userId="93d179e4-3c18-40f7-920e-ae80b202540d" providerId="ADAL" clId="{7B049343-B7AB-4F32-BDAE-F822FBED966C}" dt="2021-10-13T13:53:48.124" v="110"/>
        <pc:sldMkLst>
          <pc:docMk/>
          <pc:sldMk cId="3676537154" sldId="256"/>
        </pc:sldMkLst>
        <pc:spChg chg="mod">
          <ac:chgData name="Danielle Andries" userId="93d179e4-3c18-40f7-920e-ae80b202540d" providerId="ADAL" clId="{7B049343-B7AB-4F32-BDAE-F822FBED966C}" dt="2021-10-13T13:53:48.124" v="110"/>
          <ac:spMkLst>
            <pc:docMk/>
            <pc:sldMk cId="3676537154" sldId="256"/>
            <ac:spMk id="3" creationId="{7ED73DC9-4D7D-4A76-A939-CFBD8317E387}"/>
          </ac:spMkLst>
        </pc:spChg>
      </pc:sldChg>
      <pc:sldChg chg="modSp mod">
        <pc:chgData name="Danielle Andries" userId="93d179e4-3c18-40f7-920e-ae80b202540d" providerId="ADAL" clId="{7B049343-B7AB-4F32-BDAE-F822FBED966C}" dt="2021-10-13T13:51:36.230" v="25" actId="20577"/>
        <pc:sldMkLst>
          <pc:docMk/>
          <pc:sldMk cId="3476460589" sldId="258"/>
        </pc:sldMkLst>
        <pc:spChg chg="mod">
          <ac:chgData name="Danielle Andries" userId="93d179e4-3c18-40f7-920e-ae80b202540d" providerId="ADAL" clId="{7B049343-B7AB-4F32-BDAE-F822FBED966C}" dt="2021-10-13T13:51:36.230" v="25" actId="20577"/>
          <ac:spMkLst>
            <pc:docMk/>
            <pc:sldMk cId="3476460589" sldId="258"/>
            <ac:spMk id="2" creationId="{CE6D087C-759A-4744-8CA2-B6FC76A04C6B}"/>
          </ac:spMkLst>
        </pc:spChg>
        <pc:spChg chg="mod">
          <ac:chgData name="Danielle Andries" userId="93d179e4-3c18-40f7-920e-ae80b202540d" providerId="ADAL" clId="{7B049343-B7AB-4F32-BDAE-F822FBED966C}" dt="2021-10-13T13:51:20" v="1" actId="20577"/>
          <ac:spMkLst>
            <pc:docMk/>
            <pc:sldMk cId="3476460589" sldId="258"/>
            <ac:spMk id="3" creationId="{8E3CCB41-16A4-4F8D-ABB5-5CE3E3695174}"/>
          </ac:spMkLst>
        </pc:spChg>
      </pc:sldChg>
      <pc:sldChg chg="modSp mod">
        <pc:chgData name="Danielle Andries" userId="93d179e4-3c18-40f7-920e-ae80b202540d" providerId="ADAL" clId="{7B049343-B7AB-4F32-BDAE-F822FBED966C}" dt="2021-10-13T13:51:54.383" v="68" actId="20577"/>
        <pc:sldMkLst>
          <pc:docMk/>
          <pc:sldMk cId="3581186469" sldId="259"/>
        </pc:sldMkLst>
        <pc:spChg chg="mod">
          <ac:chgData name="Danielle Andries" userId="93d179e4-3c18-40f7-920e-ae80b202540d" providerId="ADAL" clId="{7B049343-B7AB-4F32-BDAE-F822FBED966C}" dt="2021-10-13T13:51:54.383" v="68" actId="20577"/>
          <ac:spMkLst>
            <pc:docMk/>
            <pc:sldMk cId="3581186469" sldId="259"/>
            <ac:spMk id="2" creationId="{86BEEEB6-1AEE-41DF-9C4C-570C8610147C}"/>
          </ac:spMkLst>
        </pc:spChg>
        <pc:spChg chg="mod">
          <ac:chgData name="Danielle Andries" userId="93d179e4-3c18-40f7-920e-ae80b202540d" providerId="ADAL" clId="{7B049343-B7AB-4F32-BDAE-F822FBED966C}" dt="2021-10-13T13:51:43.268" v="27" actId="20577"/>
          <ac:spMkLst>
            <pc:docMk/>
            <pc:sldMk cId="3581186469" sldId="259"/>
            <ac:spMk id="3" creationId="{4987CBD2-FC2F-43E3-BBCF-3F07A0EC94E2}"/>
          </ac:spMkLst>
        </pc:spChg>
        <pc:spChg chg="mod">
          <ac:chgData name="Danielle Andries" userId="93d179e4-3c18-40f7-920e-ae80b202540d" providerId="ADAL" clId="{7B049343-B7AB-4F32-BDAE-F822FBED966C}" dt="2021-10-13T13:51:45.838" v="29" actId="20577"/>
          <ac:spMkLst>
            <pc:docMk/>
            <pc:sldMk cId="3581186469" sldId="259"/>
            <ac:spMk id="4" creationId="{8C758618-B692-44C1-92DC-F8A5F871B945}"/>
          </ac:spMkLst>
        </pc:spChg>
      </pc:sldChg>
      <pc:sldChg chg="modSp mod">
        <pc:chgData name="Danielle Andries" userId="93d179e4-3c18-40f7-920e-ae80b202540d" providerId="ADAL" clId="{7B049343-B7AB-4F32-BDAE-F822FBED966C}" dt="2021-10-13T13:52:25.678" v="108" actId="20577"/>
        <pc:sldMkLst>
          <pc:docMk/>
          <pc:sldMk cId="2476087910" sldId="266"/>
        </pc:sldMkLst>
        <pc:spChg chg="mod">
          <ac:chgData name="Danielle Andries" userId="93d179e4-3c18-40f7-920e-ae80b202540d" providerId="ADAL" clId="{7B049343-B7AB-4F32-BDAE-F822FBED966C}" dt="2021-10-13T13:52:25.678" v="108" actId="20577"/>
          <ac:spMkLst>
            <pc:docMk/>
            <pc:sldMk cId="2476087910" sldId="266"/>
            <ac:spMk id="2" creationId="{897A5AF4-7AED-4A32-8826-AA455EAA7711}"/>
          </ac:spMkLst>
        </pc:spChg>
        <pc:spChg chg="mod">
          <ac:chgData name="Danielle Andries" userId="93d179e4-3c18-40f7-920e-ae80b202540d" providerId="ADAL" clId="{7B049343-B7AB-4F32-BDAE-F822FBED966C}" dt="2021-10-13T13:52:18.157" v="74" actId="20577"/>
          <ac:spMkLst>
            <pc:docMk/>
            <pc:sldMk cId="2476087910" sldId="266"/>
            <ac:spMk id="3" creationId="{1C09A606-AC3C-4FE5-B558-E5DD82C0A761}"/>
          </ac:spMkLst>
        </pc:spChg>
        <pc:spChg chg="mod">
          <ac:chgData name="Danielle Andries" userId="93d179e4-3c18-40f7-920e-ae80b202540d" providerId="ADAL" clId="{7B049343-B7AB-4F32-BDAE-F822FBED966C}" dt="2021-10-13T13:52:16.540" v="72" actId="20577"/>
          <ac:spMkLst>
            <pc:docMk/>
            <pc:sldMk cId="2476087910" sldId="266"/>
            <ac:spMk id="4" creationId="{6F8820F5-6357-429C-9E9F-7ADBB5B6CA98}"/>
          </ac:spMkLst>
        </pc:spChg>
      </pc:sldChg>
      <pc:sldChg chg="del">
        <pc:chgData name="Danielle Andries" userId="93d179e4-3c18-40f7-920e-ae80b202540d" providerId="ADAL" clId="{7B049343-B7AB-4F32-BDAE-F822FBED966C}" dt="2021-10-13T13:54:53.477" v="182" actId="2696"/>
        <pc:sldMkLst>
          <pc:docMk/>
          <pc:sldMk cId="3073644457" sldId="284"/>
        </pc:sldMkLst>
      </pc:sldChg>
      <pc:sldChg chg="modSp new mod">
        <pc:chgData name="Danielle Andries" userId="93d179e4-3c18-40f7-920e-ae80b202540d" providerId="ADAL" clId="{7B049343-B7AB-4F32-BDAE-F822FBED966C}" dt="2021-10-13T13:54:31.558" v="179" actId="20577"/>
        <pc:sldMkLst>
          <pc:docMk/>
          <pc:sldMk cId="3161289941" sldId="285"/>
        </pc:sldMkLst>
        <pc:spChg chg="mod">
          <ac:chgData name="Danielle Andries" userId="93d179e4-3c18-40f7-920e-ae80b202540d" providerId="ADAL" clId="{7B049343-B7AB-4F32-BDAE-F822FBED966C}" dt="2021-10-13T13:54:31.558" v="179" actId="20577"/>
          <ac:spMkLst>
            <pc:docMk/>
            <pc:sldMk cId="3161289941" sldId="285"/>
            <ac:spMk id="2" creationId="{0A7E334A-0A8F-4570-A91D-468192F8CD81}"/>
          </ac:spMkLst>
        </pc:spChg>
        <pc:spChg chg="mod">
          <ac:chgData name="Danielle Andries" userId="93d179e4-3c18-40f7-920e-ae80b202540d" providerId="ADAL" clId="{7B049343-B7AB-4F32-BDAE-F822FBED966C}" dt="2021-10-13T13:54:22.668" v="136" actId="20577"/>
          <ac:spMkLst>
            <pc:docMk/>
            <pc:sldMk cId="3161289941" sldId="285"/>
            <ac:spMk id="3" creationId="{1F39D58A-425E-4AFF-8B6F-6914EE1DDCD9}"/>
          </ac:spMkLst>
        </pc:spChg>
        <pc:spChg chg="mod">
          <ac:chgData name="Danielle Andries" userId="93d179e4-3c18-40f7-920e-ae80b202540d" providerId="ADAL" clId="{7B049343-B7AB-4F32-BDAE-F822FBED966C}" dt="2021-10-13T13:54:16.828" v="120" actId="20577"/>
          <ac:spMkLst>
            <pc:docMk/>
            <pc:sldMk cId="3161289941" sldId="285"/>
            <ac:spMk id="4" creationId="{C0420C06-F6E3-4367-9B8F-1CC0589E3B9C}"/>
          </ac:spMkLst>
        </pc:spChg>
      </pc:sldChg>
      <pc:sldChg chg="add">
        <pc:chgData name="Danielle Andries" userId="93d179e4-3c18-40f7-920e-ae80b202540d" providerId="ADAL" clId="{7B049343-B7AB-4F32-BDAE-F822FBED966C}" dt="2021-10-13T13:54:36.467" v="180"/>
        <pc:sldMkLst>
          <pc:docMk/>
          <pc:sldMk cId="685463285" sldId="286"/>
        </pc:sldMkLst>
      </pc:sldChg>
      <pc:sldChg chg="add">
        <pc:chgData name="Danielle Andries" userId="93d179e4-3c18-40f7-920e-ae80b202540d" providerId="ADAL" clId="{7B049343-B7AB-4F32-BDAE-F822FBED966C}" dt="2021-10-13T13:54:36.467" v="180"/>
        <pc:sldMkLst>
          <pc:docMk/>
          <pc:sldMk cId="2554177378" sldId="287"/>
        </pc:sldMkLst>
      </pc:sldChg>
      <pc:sldChg chg="add">
        <pc:chgData name="Danielle Andries" userId="93d179e4-3c18-40f7-920e-ae80b202540d" providerId="ADAL" clId="{7B049343-B7AB-4F32-BDAE-F822FBED966C}" dt="2021-10-13T13:54:36.467" v="180"/>
        <pc:sldMkLst>
          <pc:docMk/>
          <pc:sldMk cId="1567903217" sldId="288"/>
        </pc:sldMkLst>
      </pc:sldChg>
      <pc:sldChg chg="add">
        <pc:chgData name="Danielle Andries" userId="93d179e4-3c18-40f7-920e-ae80b202540d" providerId="ADAL" clId="{7B049343-B7AB-4F32-BDAE-F822FBED966C}" dt="2021-10-13T13:54:40.371" v="181"/>
        <pc:sldMkLst>
          <pc:docMk/>
          <pc:sldMk cId="3965838131" sldId="289"/>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zdnet.com/article/anatomy-of-the-target-data-breach-missed-opportunities-and-lessons-learned/"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ocs.microsoft.com/en-us/windows/security/identity-protection/credential-guard/credential-guard-manage"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www.harmj0y.net/blog/redteaming/pass-the-hash-is-dead-long-live-localaccounttokenfilterpolicy/"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greyhathacker.net/?p=796"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fireeye.com/blog/threat-research/2013/02/mandiant-exposes-apt1-chinas-cyber-espionage-units.html"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msdn.microsoft.com/en-us/library/windows/desktop/bb736357(v=vs.85).aspx"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a:solidFill>
                  <a:srgbClr val="45545F"/>
                </a:solidFill>
                <a:effectLst/>
                <a:latin typeface="Open Sans" panose="020B0606030504020204" pitchFamily="34" charset="0"/>
              </a:rPr>
              <a:t>For more information about Linux hashing at a terminal window, enter “man 3 crypt”.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3241731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981260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A demonstration of crunch here can be invaluable. Show the time and disk space used for longer passwords and more complex passwords (e.g., lowercase and uppercase and numbers).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130366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706383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65174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Discuss with students if they have heard of any situation where this was successful.</a:t>
            </a:r>
          </a:p>
          <a:p>
            <a:pPr algn="l"/>
            <a:r>
              <a:rPr lang="en-US" b="0" i="1" dirty="0">
                <a:solidFill>
                  <a:srgbClr val="45545F"/>
                </a:solidFill>
                <a:effectLst/>
                <a:latin typeface="Open Sans" panose="020B0606030504020204" pitchFamily="34" charset="0"/>
              </a:rPr>
              <a:t>Prepare examples from the news and internet of situations where hackers have broken into a company then moved around or into other companies from that original break-in.</a:t>
            </a:r>
          </a:p>
          <a:p>
            <a:pPr algn="l"/>
            <a:r>
              <a:rPr lang="en-US" b="0" i="1" dirty="0">
                <a:solidFill>
                  <a:srgbClr val="007C9E"/>
                </a:solidFill>
                <a:effectLst/>
                <a:latin typeface="Open Sans" panose="020B0606030504020204" pitchFamily="34" charset="0"/>
                <a:hlinkClick r:id="rId3"/>
              </a:rPr>
              <a:t>https://www.zdnet.com/article/anatomy-of-the-target-data-breach-missed-opportunities-and-lessons-learned/</a:t>
            </a:r>
            <a:endParaRPr lang="en-US" b="0" i="1" dirty="0">
              <a:solidFill>
                <a:srgbClr val="45545F"/>
              </a:solidFill>
              <a:effectLst/>
              <a:latin typeface="Open Sans" panose="020B0606030504020204" pitchFamily="34" charset="0"/>
            </a:endParaRP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2476137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For information about disabling Windows Defender Credential Guard, see </a:t>
            </a:r>
            <a:r>
              <a:rPr lang="en-US" b="0" i="1" dirty="0">
                <a:solidFill>
                  <a:srgbClr val="007C9E"/>
                </a:solidFill>
                <a:effectLst/>
                <a:latin typeface="Open Sans" panose="020B0606030504020204" pitchFamily="34" charset="0"/>
                <a:hlinkClick r:id="rId3"/>
              </a:rPr>
              <a:t>https://docs.microsoft.com/en-us/windows/security/identity-protection/credential-guard/credential-guard-manage</a:t>
            </a:r>
            <a:r>
              <a:rPr lang="en-US" b="0" i="1" dirty="0">
                <a:solidFill>
                  <a:srgbClr val="45545F"/>
                </a:solidFill>
                <a:effectLst/>
                <a:latin typeface="Open Sans" panose="020B0606030504020204" pitchFamily="34" charset="0"/>
              </a:rPr>
              <a:t>.</a:t>
            </a:r>
          </a:p>
          <a:p>
            <a:pPr algn="l"/>
            <a:r>
              <a:rPr lang="en-US" b="0" i="1" dirty="0">
                <a:solidFill>
                  <a:srgbClr val="45545F"/>
                </a:solidFill>
                <a:effectLst/>
                <a:latin typeface="Open Sans" panose="020B0606030504020204" pitchFamily="34" charset="0"/>
              </a:rPr>
              <a:t>For an interesting article on disabling the </a:t>
            </a:r>
            <a:r>
              <a:rPr lang="en-US" b="0" i="1" dirty="0" err="1">
                <a:solidFill>
                  <a:srgbClr val="45545F"/>
                </a:solidFill>
                <a:effectLst/>
                <a:latin typeface="Open Sans" panose="020B0606030504020204" pitchFamily="34" charset="0"/>
              </a:rPr>
              <a:t>LocalAccountTokenFilterPolicy</a:t>
            </a:r>
            <a:r>
              <a:rPr lang="en-US" b="0" i="1" dirty="0">
                <a:solidFill>
                  <a:srgbClr val="45545F"/>
                </a:solidFill>
                <a:effectLst/>
                <a:latin typeface="Open Sans" panose="020B0606030504020204" pitchFamily="34" charset="0"/>
              </a:rPr>
              <a:t>, see </a:t>
            </a:r>
            <a:r>
              <a:rPr lang="en-US" b="0" i="1" dirty="0">
                <a:solidFill>
                  <a:srgbClr val="007C9E"/>
                </a:solidFill>
                <a:effectLst/>
                <a:latin typeface="Open Sans" panose="020B0606030504020204" pitchFamily="34" charset="0"/>
                <a:hlinkClick r:id="rId4"/>
              </a:rPr>
              <a:t>http://www.harmj0y.net/blog/redteaming/pass-the-hash-is-dead-long-live-localaccounttokenfilterpolicy/</a:t>
            </a:r>
            <a:r>
              <a:rPr lang="en-US" b="0" i="1" dirty="0">
                <a:solidFill>
                  <a:srgbClr val="45545F"/>
                </a:solidFill>
                <a:effectLst/>
                <a:latin typeface="Open Sans" panose="020B0606030504020204" pitchFamily="34" charset="0"/>
              </a:rPr>
              <a:t>.</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786012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For more information on bypassing UAC for privilege escalation, see </a:t>
            </a:r>
            <a:r>
              <a:rPr lang="en-US" b="0" i="1" dirty="0">
                <a:solidFill>
                  <a:srgbClr val="007C9E"/>
                </a:solidFill>
                <a:effectLst/>
                <a:latin typeface="Open Sans" panose="020B0606030504020204" pitchFamily="34" charset="0"/>
                <a:hlinkClick r:id="rId3"/>
              </a:rPr>
              <a:t>https://www.greyhathacker.net/?p=796</a:t>
            </a:r>
            <a:endParaRPr lang="en-US" b="0" i="1" dirty="0">
              <a:solidFill>
                <a:srgbClr val="45545F"/>
              </a:solidFill>
              <a:effectLst/>
              <a:latin typeface="Open Sans" panose="020B0606030504020204" pitchFamily="34" charset="0"/>
            </a:endParaRPr>
          </a:p>
          <a:p>
            <a:pPr algn="l"/>
            <a:r>
              <a:rPr lang="en-US" b="0" i="1" dirty="0">
                <a:solidFill>
                  <a:srgbClr val="45545F"/>
                </a:solidFill>
                <a:effectLst/>
                <a:latin typeface="Open Sans" panose="020B0606030504020204" pitchFamily="34" charset="0"/>
              </a:rPr>
              <a:t>To search Metasploit for local exploits that escalate privilege, at the msf console, enter search exploit/windows/local -S Escalation.</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2856226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Discuss Mandiant and APT1. Talk about how they started with APT1, and how APTs have become more and more of a threat as governments and criminal gangs now leverage teams of attackers against companies.</a:t>
            </a:r>
          </a:p>
          <a:p>
            <a:pPr algn="l"/>
            <a:r>
              <a:rPr lang="en-US" b="0" i="1" dirty="0">
                <a:solidFill>
                  <a:srgbClr val="007C9E"/>
                </a:solidFill>
                <a:effectLst/>
                <a:latin typeface="Open Sans" panose="020B0606030504020204" pitchFamily="34" charset="0"/>
                <a:hlinkClick r:id="rId3"/>
              </a:rPr>
              <a:t>https://www.fireeye.com/blog/threat-research/2013/02/mandiant-exposes-apt1-chinas-cyber-espionage-units.html</a:t>
            </a:r>
            <a:endParaRPr lang="en-US" b="0" i="1" dirty="0">
              <a:solidFill>
                <a:srgbClr val="45545F"/>
              </a:solidFill>
              <a:effectLst/>
              <a:latin typeface="Open Sans" panose="020B0606030504020204" pitchFamily="34" charset="0"/>
            </a:endParaRPr>
          </a:p>
          <a:p>
            <a:pPr algn="l"/>
            <a:r>
              <a:rPr lang="en-US" b="0" i="1" dirty="0">
                <a:solidFill>
                  <a:srgbClr val="45545F"/>
                </a:solidFill>
                <a:effectLst/>
                <a:latin typeface="Open Sans" panose="020B0606030504020204" pitchFamily="34" charset="0"/>
              </a:rPr>
              <a:t>Talk about recent news stories, such as hospitals being held for ransom, etc.</a:t>
            </a:r>
          </a:p>
          <a:p>
            <a:pPr algn="l"/>
            <a:r>
              <a:rPr lang="en-US" b="0" i="1" dirty="0">
                <a:solidFill>
                  <a:srgbClr val="45545F"/>
                </a:solidFill>
                <a:effectLst/>
                <a:latin typeface="Open Sans" panose="020B0606030504020204" pitchFamily="34" charset="0"/>
              </a:rPr>
              <a:t>Open up so students can talk about stories they have read or heard on the news.</a:t>
            </a:r>
          </a:p>
          <a:p>
            <a:pPr algn="l"/>
            <a:r>
              <a:rPr lang="en-US" b="0" i="1" dirty="0">
                <a:solidFill>
                  <a:srgbClr val="45545F"/>
                </a:solidFill>
                <a:effectLst/>
                <a:latin typeface="Open Sans" panose="020B0606030504020204" pitchFamily="34" charset="0"/>
              </a:rPr>
              <a:t>How did they change the way they do things when hearing about a common actor vector?</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4206096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Hardware backdoors also exist, and can be substantially stealthier, and provide greater levels of access, but they are not commonly used in PenTesting. Most backdoors of this type are incorporated into hardware during the manufacturing process.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3323155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For a full list of options for </a:t>
            </a:r>
            <a:r>
              <a:rPr lang="en-US" b="0" i="1" dirty="0" err="1">
                <a:solidFill>
                  <a:srgbClr val="45545F"/>
                </a:solidFill>
                <a:effectLst/>
                <a:latin typeface="Open Sans" panose="020B0606030504020204" pitchFamily="34" charset="0"/>
              </a:rPr>
              <a:t>schtasks</a:t>
            </a:r>
            <a:r>
              <a:rPr lang="en-US" b="0" i="1" dirty="0">
                <a:solidFill>
                  <a:srgbClr val="45545F"/>
                </a:solidFill>
                <a:effectLst/>
                <a:latin typeface="Open Sans" panose="020B0606030504020204" pitchFamily="34" charset="0"/>
              </a:rPr>
              <a:t>, see </a:t>
            </a:r>
            <a:r>
              <a:rPr lang="en-US" b="0" i="1" dirty="0">
                <a:solidFill>
                  <a:srgbClr val="007C9E"/>
                </a:solidFill>
                <a:effectLst/>
                <a:latin typeface="Open Sans" panose="020B0606030504020204" pitchFamily="34" charset="0"/>
                <a:hlinkClick r:id="rId3"/>
              </a:rPr>
              <a:t>https://msdn.microsoft.com/en-us/library/windows/desktop/bb736357(v=vs.85).aspx</a:t>
            </a:r>
            <a:r>
              <a:rPr lang="en-US" b="0" i="1" dirty="0">
                <a:solidFill>
                  <a:srgbClr val="45545F"/>
                </a:solidFill>
                <a:effectLst/>
                <a:latin typeface="Open Sans" panose="020B0606030504020204" pitchFamily="34" charset="0"/>
              </a:rPr>
              <a:t>.</a:t>
            </a:r>
          </a:p>
          <a:p>
            <a:r>
              <a:rPr lang="en-US" b="0" i="1" dirty="0">
                <a:solidFill>
                  <a:srgbClr val="45545F"/>
                </a:solidFill>
                <a:effectLst/>
                <a:latin typeface="Open Sans" panose="020B0606030504020204" pitchFamily="34" charset="0"/>
              </a:rPr>
              <a:t>Scheduled tasks can also leverage application functionality exposed by DCOM, like scheduling the execution of macros in an Excel file.</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33</a:t>
            </a:fld>
            <a:endParaRPr lang="en-US"/>
          </a:p>
        </p:txBody>
      </p:sp>
    </p:spTree>
    <p:extLst>
      <p:ext uri="{BB962C8B-B14F-4D97-AF65-F5344CB8AC3E}">
        <p14:creationId xmlns:p14="http://schemas.microsoft.com/office/powerpoint/2010/main" val="3420806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38</a:t>
            </a:fld>
            <a:endParaRPr lang="en-US"/>
          </a:p>
        </p:txBody>
      </p:sp>
    </p:spTree>
    <p:extLst>
      <p:ext uri="{BB962C8B-B14F-4D97-AF65-F5344CB8AC3E}">
        <p14:creationId xmlns:p14="http://schemas.microsoft.com/office/powerpoint/2010/main" val="1849097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PT0-002</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CompTIA </a:t>
            </a:r>
            <a:r>
              <a:rPr lang="en-US" dirty="0" err="1"/>
              <a:t>PenTest</a:t>
            </a:r>
            <a:r>
              <a:rPr lang="en-US" dirty="0"/>
              <a:t>+</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7" name="Graphic 16">
            <a:extLst>
              <a:ext uri="{FF2B5EF4-FFF2-40B4-BE49-F238E27FC236}">
                <a16:creationId xmlns:a16="http://schemas.microsoft.com/office/drawing/2014/main" id="{7D84293D-9EA8-40F2-93FB-ED6D63C3A85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22120" y="2131276"/>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9" name="Graphic 18">
            <a:extLst>
              <a:ext uri="{FF2B5EF4-FFF2-40B4-BE49-F238E27FC236}">
                <a16:creationId xmlns:a16="http://schemas.microsoft.com/office/drawing/2014/main" id="{ADBC3B40-8D17-4058-A330-EB58C13D6CD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20" name="Graphic 19">
            <a:extLst>
              <a:ext uri="{FF2B5EF4-FFF2-40B4-BE49-F238E27FC236}">
                <a16:creationId xmlns:a16="http://schemas.microsoft.com/office/drawing/2014/main" id="{0C10025E-BF6D-4382-802A-4903B84203D5}"/>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52816" y="1318606"/>
            <a:ext cx="2508635" cy="625047"/>
          </a:xfrm>
          <a:prstGeom prst="rect">
            <a:avLst/>
          </a:prstGeom>
        </p:spPr>
      </p:pic>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2" name="Graphic 11">
            <a:extLst>
              <a:ext uri="{FF2B5EF4-FFF2-40B4-BE49-F238E27FC236}">
                <a16:creationId xmlns:a16="http://schemas.microsoft.com/office/drawing/2014/main" id="{6DCE80E9-7F35-4B60-9186-5838CCF74D37}"/>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43351" y="418781"/>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6" name="Graphic 15">
            <a:extLst>
              <a:ext uri="{FF2B5EF4-FFF2-40B4-BE49-F238E27FC236}">
                <a16:creationId xmlns:a16="http://schemas.microsoft.com/office/drawing/2014/main" id="{4F6561AF-3711-4D10-83B7-F654C4C4802B}"/>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9" name="Graphic 18">
            <a:extLst>
              <a:ext uri="{FF2B5EF4-FFF2-40B4-BE49-F238E27FC236}">
                <a16:creationId xmlns:a16="http://schemas.microsoft.com/office/drawing/2014/main" id="{C2DA8F62-B736-4E19-826C-4C8C382FE83B}"/>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97095" y="1315216"/>
            <a:ext cx="2508635" cy="625047"/>
          </a:xfrm>
          <a:prstGeom prst="rect">
            <a:avLst/>
          </a:prstGeom>
        </p:spPr>
      </p:pic>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9FB4-7244-4484-B018-DD33DB9A52A5}"/>
              </a:ext>
            </a:extLst>
          </p:cNvPr>
          <p:cNvSpPr>
            <a:spLocks noGrp="1"/>
          </p:cNvSpPr>
          <p:nvPr>
            <p:ph type="ctrTitle"/>
          </p:nvPr>
        </p:nvSpPr>
        <p:spPr/>
        <p:txBody>
          <a:bodyPr/>
          <a:lstStyle/>
          <a:p>
            <a:r>
              <a:rPr lang="en-US" dirty="0"/>
              <a:t>Exam PT0-002</a:t>
            </a:r>
          </a:p>
        </p:txBody>
      </p:sp>
      <p:sp>
        <p:nvSpPr>
          <p:cNvPr id="3" name="Subtitle 2">
            <a:extLst>
              <a:ext uri="{FF2B5EF4-FFF2-40B4-BE49-F238E27FC236}">
                <a16:creationId xmlns:a16="http://schemas.microsoft.com/office/drawing/2014/main" id="{0120E2C8-88F7-4382-A812-F719CC64D304}"/>
              </a:ext>
            </a:extLst>
          </p:cNvPr>
          <p:cNvSpPr>
            <a:spLocks noGrp="1"/>
          </p:cNvSpPr>
          <p:nvPr>
            <p:ph type="subTitle" idx="1"/>
          </p:nvPr>
        </p:nvSpPr>
        <p:spPr/>
        <p:txBody>
          <a:bodyPr/>
          <a:lstStyle/>
          <a:p>
            <a:r>
              <a:rPr lang="en-US" dirty="0"/>
              <a:t>CompTIA </a:t>
            </a:r>
            <a:r>
              <a:rPr lang="en-US" dirty="0" err="1"/>
              <a:t>PenTest</a:t>
            </a:r>
            <a:r>
              <a:rPr lang="en-US" dirty="0"/>
              <a:t>+</a:t>
            </a:r>
          </a:p>
        </p:txBody>
      </p:sp>
      <p:sp>
        <p:nvSpPr>
          <p:cNvPr id="4" name="Slide Number Placeholder 3">
            <a:extLst>
              <a:ext uri="{FF2B5EF4-FFF2-40B4-BE49-F238E27FC236}">
                <a16:creationId xmlns:a16="http://schemas.microsoft.com/office/drawing/2014/main" id="{0662A346-0A2D-4C5C-A981-A185650AD0E2}"/>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63253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D087C-759A-4744-8CA2-B6FC76A04C6B}"/>
              </a:ext>
            </a:extLst>
          </p:cNvPr>
          <p:cNvSpPr>
            <a:spLocks noGrp="1"/>
          </p:cNvSpPr>
          <p:nvPr>
            <p:ph type="ctrTitle"/>
          </p:nvPr>
        </p:nvSpPr>
        <p:spPr/>
        <p:txBody>
          <a:bodyPr/>
          <a:lstStyle/>
          <a:p>
            <a:r>
              <a:rPr lang="en-US" dirty="0"/>
              <a:t>Leveraging the Attack: Pivot and Penetrate</a:t>
            </a:r>
          </a:p>
        </p:txBody>
      </p:sp>
      <p:sp>
        <p:nvSpPr>
          <p:cNvPr id="3" name="Subtitle 2">
            <a:extLst>
              <a:ext uri="{FF2B5EF4-FFF2-40B4-BE49-F238E27FC236}">
                <a16:creationId xmlns:a16="http://schemas.microsoft.com/office/drawing/2014/main" id="{8E3CCB41-16A4-4F8D-ABB5-5CE3E3695174}"/>
              </a:ext>
            </a:extLst>
          </p:cNvPr>
          <p:cNvSpPr>
            <a:spLocks noGrp="1"/>
          </p:cNvSpPr>
          <p:nvPr>
            <p:ph type="subTitle" idx="1"/>
          </p:nvPr>
        </p:nvSpPr>
        <p:spPr>
          <a:xfrm>
            <a:off x="644723" y="1066518"/>
            <a:ext cx="7981244" cy="1080000"/>
          </a:xfrm>
        </p:spPr>
        <p:txBody>
          <a:bodyPr/>
          <a:lstStyle/>
          <a:p>
            <a:r>
              <a:rPr lang="en-US" dirty="0"/>
              <a:t>Lesson 16</a:t>
            </a:r>
          </a:p>
        </p:txBody>
      </p:sp>
      <p:sp>
        <p:nvSpPr>
          <p:cNvPr id="4" name="Text Placeholder 3">
            <a:extLst>
              <a:ext uri="{FF2B5EF4-FFF2-40B4-BE49-F238E27FC236}">
                <a16:creationId xmlns:a16="http://schemas.microsoft.com/office/drawing/2014/main" id="{FFFA2055-7F4C-49B3-90A3-30BC6D855737}"/>
              </a:ext>
            </a:extLst>
          </p:cNvPr>
          <p:cNvSpPr>
            <a:spLocks noGrp="1"/>
          </p:cNvSpPr>
          <p:nvPr>
            <p:ph type="body" sz="quarter" idx="12"/>
          </p:nvPr>
        </p:nvSpPr>
        <p:spPr/>
        <p:txBody>
          <a:bodyPr/>
          <a:lstStyle/>
          <a:p>
            <a:r>
              <a:rPr lang="en-US" dirty="0"/>
              <a:t>CompTIA </a:t>
            </a:r>
            <a:r>
              <a:rPr lang="en-US" dirty="0" err="1"/>
              <a:t>PenTest</a:t>
            </a:r>
            <a:r>
              <a:rPr lang="en-US" dirty="0"/>
              <a:t>+ Exam PT0-002</a:t>
            </a:r>
          </a:p>
        </p:txBody>
      </p:sp>
      <p:sp>
        <p:nvSpPr>
          <p:cNvPr id="5" name="Slide Number Placeholder 4">
            <a:extLst>
              <a:ext uri="{FF2B5EF4-FFF2-40B4-BE49-F238E27FC236}">
                <a16:creationId xmlns:a16="http://schemas.microsoft.com/office/drawing/2014/main" id="{24A2E7BE-3CF5-43B5-A07D-D2F63BA0A4CD}"/>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3476460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2032A-10FC-4BB7-B136-BD4193536FE4}"/>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7ED73DC9-4D7D-4A76-A939-CFBD8317E387}"/>
              </a:ext>
            </a:extLst>
          </p:cNvPr>
          <p:cNvSpPr>
            <a:spLocks noGrp="1"/>
          </p:cNvSpPr>
          <p:nvPr>
            <p:ph idx="1"/>
          </p:nvPr>
        </p:nvSpPr>
        <p:spPr>
          <a:xfrm>
            <a:off x="146050" y="746759"/>
            <a:ext cx="8870950" cy="4337605"/>
          </a:xfrm>
        </p:spPr>
        <p:txBody>
          <a:bodyPr>
            <a:normAutofit/>
          </a:bodyPr>
          <a:lstStyle/>
          <a:p>
            <a:r>
              <a:rPr lang="en-US" dirty="0"/>
              <a:t>Given a scenario, research attack vectors and perform network attacks.</a:t>
            </a:r>
          </a:p>
          <a:p>
            <a:r>
              <a:rPr lang="fr-FR" dirty="0"/>
              <a:t>Given a scenario, perform post-exploitation techniques.</a:t>
            </a:r>
            <a:endParaRPr lang="en-US" dirty="0"/>
          </a:p>
          <a:p>
            <a:r>
              <a:rPr lang="en-US" dirty="0"/>
              <a:t>Explain use cases of the following tools during the phases of a penetration test.</a:t>
            </a:r>
          </a:p>
        </p:txBody>
      </p:sp>
      <p:sp>
        <p:nvSpPr>
          <p:cNvPr id="4" name="Slide Number Placeholder 3">
            <a:extLst>
              <a:ext uri="{FF2B5EF4-FFF2-40B4-BE49-F238E27FC236}">
                <a16:creationId xmlns:a16="http://schemas.microsoft.com/office/drawing/2014/main" id="{F3D724FD-097F-41F1-84E9-7E3A49F253D2}"/>
              </a:ext>
            </a:extLst>
          </p:cNvPr>
          <p:cNvSpPr>
            <a:spLocks noGrp="1"/>
          </p:cNvSpPr>
          <p:nvPr>
            <p:ph type="sldNum" sz="quarter" idx="10"/>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3676537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EEB6-1AEE-41DF-9C4C-570C8610147C}"/>
              </a:ext>
            </a:extLst>
          </p:cNvPr>
          <p:cNvSpPr>
            <a:spLocks noGrp="1"/>
          </p:cNvSpPr>
          <p:nvPr>
            <p:ph type="ctrTitle"/>
          </p:nvPr>
        </p:nvSpPr>
        <p:spPr/>
        <p:txBody>
          <a:bodyPr/>
          <a:lstStyle/>
          <a:p>
            <a:r>
              <a:rPr lang="en-US" dirty="0"/>
              <a:t>Test Credentials</a:t>
            </a:r>
          </a:p>
        </p:txBody>
      </p:sp>
      <p:sp>
        <p:nvSpPr>
          <p:cNvPr id="3" name="Subtitle 2">
            <a:extLst>
              <a:ext uri="{FF2B5EF4-FFF2-40B4-BE49-F238E27FC236}">
                <a16:creationId xmlns:a16="http://schemas.microsoft.com/office/drawing/2014/main" id="{4987CBD2-FC2F-43E3-BBCF-3F07A0EC94E2}"/>
              </a:ext>
            </a:extLst>
          </p:cNvPr>
          <p:cNvSpPr>
            <a:spLocks noGrp="1"/>
          </p:cNvSpPr>
          <p:nvPr>
            <p:ph type="subTitle" idx="1"/>
          </p:nvPr>
        </p:nvSpPr>
        <p:spPr/>
        <p:txBody>
          <a:bodyPr/>
          <a:lstStyle/>
          <a:p>
            <a:r>
              <a:rPr lang="en-US" dirty="0"/>
              <a:t>Topic 16A</a:t>
            </a:r>
          </a:p>
        </p:txBody>
      </p:sp>
      <p:sp>
        <p:nvSpPr>
          <p:cNvPr id="4" name="Text Placeholder 3">
            <a:extLst>
              <a:ext uri="{FF2B5EF4-FFF2-40B4-BE49-F238E27FC236}">
                <a16:creationId xmlns:a16="http://schemas.microsoft.com/office/drawing/2014/main" id="{8C758618-B692-44C1-92DC-F8A5F871B945}"/>
              </a:ext>
            </a:extLst>
          </p:cNvPr>
          <p:cNvSpPr>
            <a:spLocks noGrp="1"/>
          </p:cNvSpPr>
          <p:nvPr>
            <p:ph type="body" sz="quarter" idx="12"/>
          </p:nvPr>
        </p:nvSpPr>
        <p:spPr/>
        <p:txBody>
          <a:bodyPr/>
          <a:lstStyle/>
          <a:p>
            <a:r>
              <a:rPr lang="en-US" dirty="0"/>
              <a:t>Lesson 16</a:t>
            </a:r>
          </a:p>
        </p:txBody>
      </p:sp>
      <p:sp>
        <p:nvSpPr>
          <p:cNvPr id="5" name="Slide Number Placeholder 4">
            <a:extLst>
              <a:ext uri="{FF2B5EF4-FFF2-40B4-BE49-F238E27FC236}">
                <a16:creationId xmlns:a16="http://schemas.microsoft.com/office/drawing/2014/main" id="{53249E05-C74B-4ADD-92BD-BF8C8F918D6C}"/>
              </a:ext>
            </a:extLst>
          </p:cNvPr>
          <p:cNvSpPr>
            <a:spLocks noGrp="1"/>
          </p:cNvSpPr>
          <p:nvPr>
            <p:ph type="sldNum" sz="quarter" idx="10"/>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581186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Offline Password Attacks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Offline password attack is when a malicious actor obtains a copy of usernames and passwords and attacked offline.</a:t>
            </a:r>
          </a:p>
          <a:p>
            <a:pPr lvl="1"/>
            <a:r>
              <a:rPr lang="en-US" dirty="0"/>
              <a:t>An example could be /etc/shadow in Linux or the SAM database in Windows </a:t>
            </a:r>
          </a:p>
          <a:p>
            <a:r>
              <a:rPr lang="en-US" dirty="0"/>
              <a:t>Once obtained they then run an attack on their own machine</a:t>
            </a:r>
          </a:p>
          <a:p>
            <a:pPr lvl="1"/>
            <a:r>
              <a:rPr lang="en-US" dirty="0"/>
              <a:t>This is known as “password cracking.” </a:t>
            </a:r>
          </a:p>
          <a:p>
            <a:r>
              <a:rPr lang="en-US" dirty="0"/>
              <a:t>An alternative is to get the credentials in hashed format</a:t>
            </a:r>
          </a:p>
          <a:p>
            <a:pPr lvl="1"/>
            <a:r>
              <a:rPr lang="en-US" dirty="0"/>
              <a:t>This is also known as hash cracking.</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2700514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Attempting a Dictionary Attack</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fontScale="92500" lnSpcReduction="10000"/>
          </a:bodyPr>
          <a:lstStyle/>
          <a:p>
            <a:r>
              <a:rPr lang="en-US" dirty="0"/>
              <a:t>A </a:t>
            </a:r>
            <a:r>
              <a:rPr lang="en-US" b="1" dirty="0"/>
              <a:t>dictionary attack </a:t>
            </a:r>
            <a:r>
              <a:rPr lang="en-US" dirty="0"/>
              <a:t>is the most straightforward type of automated password attack. </a:t>
            </a:r>
          </a:p>
          <a:p>
            <a:pPr lvl="1"/>
            <a:r>
              <a:rPr lang="en-US" dirty="0"/>
              <a:t>A password cracking tool goes through a list of words until it either finds the password or exhausts the list. </a:t>
            </a:r>
          </a:p>
          <a:p>
            <a:r>
              <a:rPr lang="en-US" dirty="0"/>
              <a:t>There are practical limits to using a dictionary attack. </a:t>
            </a:r>
          </a:p>
          <a:p>
            <a:pPr lvl="1"/>
            <a:r>
              <a:rPr lang="en-US" dirty="0"/>
              <a:t>You must first know the username. </a:t>
            </a:r>
          </a:p>
          <a:p>
            <a:pPr lvl="1"/>
            <a:r>
              <a:rPr lang="en-US" dirty="0"/>
              <a:t>Password lists can become unwieldy in size and may be difficult for the password cracker (or its system) to load or manage. </a:t>
            </a:r>
          </a:p>
          <a:p>
            <a:pPr lvl="1"/>
            <a:r>
              <a:rPr lang="en-US" dirty="0"/>
              <a:t>Most systems have policies that lock out a user after a certain limit has been exceeded. </a:t>
            </a:r>
          </a:p>
          <a:p>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766491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Bypassing Lock Out Limits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lnSpcReduction="10000"/>
          </a:bodyPr>
          <a:lstStyle/>
          <a:p>
            <a:r>
              <a:rPr lang="en-US" dirty="0"/>
              <a:t>There are several techniques used to bypass lock out limits when attempting an on-line attack. These include:</a:t>
            </a:r>
          </a:p>
          <a:p>
            <a:pPr lvl="1"/>
            <a:r>
              <a:rPr lang="en-US" dirty="0"/>
              <a:t>Steal a copy of the file or database that contains the user credentials and attempting to crack the passwords offline</a:t>
            </a:r>
          </a:p>
          <a:p>
            <a:pPr lvl="1"/>
            <a:r>
              <a:rPr lang="en-US" dirty="0"/>
              <a:t>Induce the system to "dump" its hashed passwords you can crack them offline</a:t>
            </a:r>
          </a:p>
          <a:p>
            <a:pPr lvl="1"/>
            <a:r>
              <a:rPr lang="en-US" dirty="0"/>
              <a:t>Run the password cracker against a network service that does not have a lockout policy</a:t>
            </a:r>
          </a:p>
          <a:p>
            <a:pPr lvl="1"/>
            <a:r>
              <a:rPr lang="en-US" dirty="0"/>
              <a:t>Run the password cracker against a user account such as administrator or root that is exempt from a lockout policy</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1158520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Using a Brute Force Attack</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a:t>
            </a:r>
            <a:r>
              <a:rPr lang="en-US" b="1" dirty="0"/>
              <a:t>brute force attack </a:t>
            </a:r>
            <a:r>
              <a:rPr lang="en-US" dirty="0"/>
              <a:t>is one in which the attacker tries many passwords in the hope of eventually guessing the right one. </a:t>
            </a:r>
          </a:p>
          <a:p>
            <a:r>
              <a:rPr lang="en-US" dirty="0"/>
              <a:t>Brute force attacks are limited by processing power and other resources (such as memory and storage space). </a:t>
            </a:r>
          </a:p>
          <a:p>
            <a:r>
              <a:rPr lang="en-US" b="1" dirty="0"/>
              <a:t>Password spraying </a:t>
            </a:r>
            <a:r>
              <a:rPr lang="en-US" dirty="0"/>
              <a:t>is the concept of controlled brute forcing by </a:t>
            </a:r>
            <a:r>
              <a:rPr lang="en-US" i="1" dirty="0"/>
              <a:t>testing several accounts </a:t>
            </a:r>
            <a:r>
              <a:rPr lang="en-US" dirty="0"/>
              <a:t>with common or targeted passwords.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710618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Attacking Linux and Windows Passwords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lnSpcReduction="10000"/>
          </a:bodyPr>
          <a:lstStyle/>
          <a:p>
            <a:r>
              <a:rPr lang="en-US" dirty="0"/>
              <a:t>Linux passwords are stored as hash values in /etc/shadow. </a:t>
            </a:r>
          </a:p>
          <a:p>
            <a:pPr lvl="1"/>
            <a:r>
              <a:rPr lang="en-US" dirty="0"/>
              <a:t>Identify the hash algorithm in use then attempt to crack the hash</a:t>
            </a:r>
          </a:p>
          <a:p>
            <a:r>
              <a:rPr lang="en-US" dirty="0"/>
              <a:t>Windows stores local usernames and passwords in the Security Account Manager (SAM). </a:t>
            </a:r>
          </a:p>
          <a:p>
            <a:pPr lvl="1"/>
            <a:r>
              <a:rPr lang="en-US" dirty="0"/>
              <a:t>Passwords are stored as two types of hashes: LanMan (LM) and NT hash</a:t>
            </a:r>
          </a:p>
          <a:p>
            <a:pPr lvl="1"/>
            <a:r>
              <a:rPr lang="en-US" dirty="0"/>
              <a:t>The Windows Local Security Authority (LSASS) uses LSA secrets to store a variety of user, service, and application passwords. </a:t>
            </a:r>
          </a:p>
          <a:p>
            <a:pPr lvl="1"/>
            <a:r>
              <a:rPr lang="en-US" dirty="0"/>
              <a:t>In some cases, they can be found in memory after the user logs on, or the computer boots up, and can be dumped using tools like Mimikatz.</a:t>
            </a:r>
          </a:p>
          <a:p>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3981615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Evaluating Password Cracking Tools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Many password-cracking tools available, many are multi-featured. </a:t>
            </a:r>
          </a:p>
          <a:p>
            <a:pPr lvl="1"/>
            <a:r>
              <a:rPr lang="en-US" b="1" dirty="0"/>
              <a:t>hashcat -</a:t>
            </a:r>
            <a:r>
              <a:rPr lang="en-US" dirty="0"/>
              <a:t> can speed up the process by using different attack methods (dictionary, mask, hybrid) to add complexity and variability. </a:t>
            </a:r>
          </a:p>
          <a:p>
            <a:pPr lvl="1"/>
            <a:r>
              <a:rPr lang="en-US" b="1" dirty="0"/>
              <a:t>medusa </a:t>
            </a:r>
            <a:r>
              <a:rPr lang="en-US" dirty="0"/>
              <a:t>- Parallel brute-forcer for network logins. Its focus is to support numerous network services that allow remote authentication.</a:t>
            </a:r>
          </a:p>
          <a:p>
            <a:pPr lvl="1"/>
            <a:r>
              <a:rPr lang="en-US" b="1" dirty="0"/>
              <a:t>brutespray</a:t>
            </a:r>
            <a:r>
              <a:rPr lang="en-US" dirty="0"/>
              <a:t> - Tool that allows to interpret results from an Nmap scan to automatically start medusa against the identified open ports.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2306383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04D2C-C7E1-4F97-BD15-0DC67C6D0A77}"/>
              </a:ext>
            </a:extLst>
          </p:cNvPr>
          <p:cNvSpPr>
            <a:spLocks noGrp="1"/>
          </p:cNvSpPr>
          <p:nvPr>
            <p:ph type="title"/>
          </p:nvPr>
        </p:nvSpPr>
        <p:spPr/>
        <p:txBody>
          <a:bodyPr/>
          <a:lstStyle/>
          <a:p>
            <a:r>
              <a:rPr lang="en-US" dirty="0"/>
              <a:t>Alternative Methods to Obtain Credentials</a:t>
            </a:r>
          </a:p>
        </p:txBody>
      </p:sp>
      <p:sp>
        <p:nvSpPr>
          <p:cNvPr id="3" name="Content Placeholder 2">
            <a:extLst>
              <a:ext uri="{FF2B5EF4-FFF2-40B4-BE49-F238E27FC236}">
                <a16:creationId xmlns:a16="http://schemas.microsoft.com/office/drawing/2014/main" id="{2C05C572-37D3-4D81-B1A2-51A8D387FECD}"/>
              </a:ext>
            </a:extLst>
          </p:cNvPr>
          <p:cNvSpPr>
            <a:spLocks noGrp="1"/>
          </p:cNvSpPr>
          <p:nvPr>
            <p:ph idx="1"/>
          </p:nvPr>
        </p:nvSpPr>
        <p:spPr/>
        <p:txBody>
          <a:bodyPr>
            <a:normAutofit/>
          </a:bodyPr>
          <a:lstStyle/>
          <a:p>
            <a:pPr algn="l"/>
            <a:r>
              <a:rPr lang="en-US" dirty="0"/>
              <a:t>Use of social engineering to obtain user credentials</a:t>
            </a:r>
          </a:p>
          <a:p>
            <a:pPr algn="l"/>
            <a:r>
              <a:rPr lang="en-US" dirty="0"/>
              <a:t>Install a physical or software-based keylogger to capture login credentials</a:t>
            </a:r>
          </a:p>
          <a:p>
            <a:pPr lvl="1"/>
            <a:r>
              <a:rPr lang="en-US" dirty="0"/>
              <a:t>Hardware-based USB keyloggers (requires physical access)</a:t>
            </a:r>
          </a:p>
          <a:p>
            <a:pPr lvl="1"/>
            <a:r>
              <a:rPr lang="en-US" dirty="0"/>
              <a:t>Meterpreter </a:t>
            </a:r>
            <a:r>
              <a:rPr lang="en-US" dirty="0" err="1"/>
              <a:t>keyscan_start</a:t>
            </a:r>
            <a:r>
              <a:rPr lang="en-US" dirty="0"/>
              <a:t> and </a:t>
            </a:r>
            <a:r>
              <a:rPr lang="en-US" dirty="0" err="1"/>
              <a:t>keyscan_dump</a:t>
            </a:r>
            <a:endParaRPr lang="en-US" dirty="0"/>
          </a:p>
          <a:p>
            <a:pPr algn="l"/>
            <a:endParaRPr lang="en-US" b="0" i="0" dirty="0">
              <a:solidFill>
                <a:srgbClr val="000000"/>
              </a:solidFill>
              <a:effectLst/>
              <a:latin typeface="Open Sans" panose="020B0606030504020204" pitchFamily="34" charset="0"/>
            </a:endParaRPr>
          </a:p>
          <a:p>
            <a:endParaRPr lang="en-US" dirty="0"/>
          </a:p>
        </p:txBody>
      </p:sp>
      <p:sp>
        <p:nvSpPr>
          <p:cNvPr id="4" name="Slide Number Placeholder 3">
            <a:extLst>
              <a:ext uri="{FF2B5EF4-FFF2-40B4-BE49-F238E27FC236}">
                <a16:creationId xmlns:a16="http://schemas.microsoft.com/office/drawing/2014/main" id="{386F5C36-7EA8-4439-8BA7-02AB3245F2F0}"/>
              </a:ext>
            </a:extLst>
          </p:cNvPr>
          <p:cNvSpPr>
            <a:spLocks noGrp="1"/>
          </p:cNvSpPr>
          <p:nvPr>
            <p:ph type="sldNum" sz="quarter" idx="10"/>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564347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Describe what activity occurs in an offline password attack</a:t>
            </a:r>
          </a:p>
          <a:p>
            <a:r>
              <a:rPr lang="en-US" dirty="0"/>
              <a:t>Outline how a Dictionary attack works</a:t>
            </a:r>
          </a:p>
          <a:p>
            <a:r>
              <a:rPr lang="en-US" dirty="0"/>
              <a:t>List ways the team can bypassing lock out limits</a:t>
            </a:r>
          </a:p>
          <a:p>
            <a:r>
              <a:rPr lang="en-US" dirty="0"/>
              <a:t>Discuss what’s involved when using a brute force attack</a:t>
            </a:r>
          </a:p>
          <a:p>
            <a:r>
              <a:rPr lang="en-US" dirty="0"/>
              <a:t>Compare methods to attack Linux and Windows passwords</a:t>
            </a:r>
          </a:p>
          <a:p>
            <a:r>
              <a:rPr lang="en-US" dirty="0"/>
              <a:t>List some password cracking tools</a:t>
            </a:r>
          </a:p>
          <a:p>
            <a:r>
              <a:rPr lang="en-US" dirty="0"/>
              <a:t>Review alternative methods to obtain credentials</a:t>
            </a:r>
          </a:p>
          <a:p>
            <a:endParaRPr lang="en-US" dirty="0"/>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Test Credentials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1379302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59B2B-48E2-4647-ABDD-6BF7993BECA5}"/>
              </a:ext>
            </a:extLst>
          </p:cNvPr>
          <p:cNvSpPr>
            <a:spLocks noGrp="1"/>
          </p:cNvSpPr>
          <p:nvPr>
            <p:ph type="sldNum" sz="quarter" idx="13"/>
          </p:nvPr>
        </p:nvSpPr>
        <p:spPr/>
        <p:txBody>
          <a:bodyPr/>
          <a:lstStyle/>
          <a:p>
            <a:fld id="{B7CF8A19-3A9E-4ABC-B336-2FDDE321C72D}" type="slidenum">
              <a:rPr lang="en-US" smtClean="0"/>
              <a:pPr/>
              <a:t>13</a:t>
            </a:fld>
            <a:endParaRPr lang="en-US"/>
          </a:p>
        </p:txBody>
      </p:sp>
      <p:sp>
        <p:nvSpPr>
          <p:cNvPr id="3" name="Content Placeholder 2">
            <a:extLst>
              <a:ext uri="{FF2B5EF4-FFF2-40B4-BE49-F238E27FC236}">
                <a16:creationId xmlns:a16="http://schemas.microsoft.com/office/drawing/2014/main" id="{568708AE-48ED-4852-AE39-86C44E3C3102}"/>
              </a:ext>
            </a:extLst>
          </p:cNvPr>
          <p:cNvSpPr>
            <a:spLocks noGrp="1"/>
          </p:cNvSpPr>
          <p:nvPr>
            <p:ph sz="quarter" idx="14"/>
          </p:nvPr>
        </p:nvSpPr>
        <p:spPr>
          <a:xfrm>
            <a:off x="146050" y="748621"/>
            <a:ext cx="3742072" cy="4044357"/>
          </a:xfrm>
        </p:spPr>
        <p:txBody>
          <a:bodyPr/>
          <a:lstStyle/>
          <a:p>
            <a:pPr marL="0" indent="0">
              <a:buNone/>
            </a:pPr>
            <a:r>
              <a:rPr lang="en-US" sz="1800" b="0" i="0" u="none" strike="noStrike" dirty="0">
                <a:solidFill>
                  <a:srgbClr val="000000"/>
                </a:solidFill>
                <a:effectLst/>
                <a:latin typeface="Calibri" panose="020F0502020204030204" pitchFamily="34" charset="0"/>
              </a:rPr>
              <a:t>Assisted Lab</a:t>
            </a:r>
            <a:r>
              <a:rPr lang="en-US" sz="1800" b="0" i="0" u="none" strike="noStrike">
                <a:solidFill>
                  <a:srgbClr val="000000"/>
                </a:solidFill>
                <a:effectLst/>
                <a:latin typeface="Calibri" panose="020F0502020204030204" pitchFamily="34" charset="0"/>
              </a:rPr>
              <a:t>: Performing Password Attacks</a:t>
            </a:r>
            <a:endParaRPr lang="en-US" sz="1800" b="0" i="0" u="none" strike="noStrike" dirty="0">
              <a:solidFill>
                <a:srgbClr val="000000"/>
              </a:solidFill>
              <a:effectLst/>
              <a:latin typeface="Calibri" panose="020F0502020204030204" pitchFamily="34" charset="0"/>
            </a:endParaRPr>
          </a:p>
        </p:txBody>
      </p:sp>
      <p:sp>
        <p:nvSpPr>
          <p:cNvPr id="5" name="TextBox 4">
            <a:extLst>
              <a:ext uri="{FF2B5EF4-FFF2-40B4-BE49-F238E27FC236}">
                <a16:creationId xmlns:a16="http://schemas.microsoft.com/office/drawing/2014/main" id="{913E43AC-45A4-4D84-834A-CE8499000767}"/>
              </a:ext>
            </a:extLst>
          </p:cNvPr>
          <p:cNvSpPr txBox="1"/>
          <p:nvPr/>
        </p:nvSpPr>
        <p:spPr>
          <a:xfrm>
            <a:off x="3975101" y="742950"/>
            <a:ext cx="5120843" cy="3986972"/>
          </a:xfrm>
          <a:custGeom>
            <a:avLst/>
            <a:gdLst>
              <a:gd name="connsiteX0" fmla="*/ 0 w 5120843"/>
              <a:gd name="connsiteY0" fmla="*/ 0 h 3986972"/>
              <a:gd name="connsiteX1" fmla="*/ 620191 w 5120843"/>
              <a:gd name="connsiteY1" fmla="*/ 0 h 3986972"/>
              <a:gd name="connsiteX2" fmla="*/ 1035548 w 5120843"/>
              <a:gd name="connsiteY2" fmla="*/ 0 h 3986972"/>
              <a:gd name="connsiteX3" fmla="*/ 1655739 w 5120843"/>
              <a:gd name="connsiteY3" fmla="*/ 0 h 3986972"/>
              <a:gd name="connsiteX4" fmla="*/ 2173513 w 5120843"/>
              <a:gd name="connsiteY4" fmla="*/ 0 h 3986972"/>
              <a:gd name="connsiteX5" fmla="*/ 2793704 w 5120843"/>
              <a:gd name="connsiteY5" fmla="*/ 0 h 3986972"/>
              <a:gd name="connsiteX6" fmla="*/ 3260270 w 5120843"/>
              <a:gd name="connsiteY6" fmla="*/ 0 h 3986972"/>
              <a:gd name="connsiteX7" fmla="*/ 3931669 w 5120843"/>
              <a:gd name="connsiteY7" fmla="*/ 0 h 3986972"/>
              <a:gd name="connsiteX8" fmla="*/ 4603069 w 5120843"/>
              <a:gd name="connsiteY8" fmla="*/ 0 h 3986972"/>
              <a:gd name="connsiteX9" fmla="*/ 5120843 w 5120843"/>
              <a:gd name="connsiteY9" fmla="*/ 0 h 3986972"/>
              <a:gd name="connsiteX10" fmla="*/ 5120843 w 5120843"/>
              <a:gd name="connsiteY10" fmla="*/ 489828 h 3986972"/>
              <a:gd name="connsiteX11" fmla="*/ 5120843 w 5120843"/>
              <a:gd name="connsiteY11" fmla="*/ 1139135 h 3986972"/>
              <a:gd name="connsiteX12" fmla="*/ 5120843 w 5120843"/>
              <a:gd name="connsiteY12" fmla="*/ 1788442 h 3986972"/>
              <a:gd name="connsiteX13" fmla="*/ 5120843 w 5120843"/>
              <a:gd name="connsiteY13" fmla="*/ 2437749 h 3986972"/>
              <a:gd name="connsiteX14" fmla="*/ 5120843 w 5120843"/>
              <a:gd name="connsiteY14" fmla="*/ 2887707 h 3986972"/>
              <a:gd name="connsiteX15" fmla="*/ 5120843 w 5120843"/>
              <a:gd name="connsiteY15" fmla="*/ 3377535 h 3986972"/>
              <a:gd name="connsiteX16" fmla="*/ 5120843 w 5120843"/>
              <a:gd name="connsiteY16" fmla="*/ 3986972 h 3986972"/>
              <a:gd name="connsiteX17" fmla="*/ 4500652 w 5120843"/>
              <a:gd name="connsiteY17" fmla="*/ 3986972 h 3986972"/>
              <a:gd name="connsiteX18" fmla="*/ 4034086 w 5120843"/>
              <a:gd name="connsiteY18" fmla="*/ 3986972 h 3986972"/>
              <a:gd name="connsiteX19" fmla="*/ 3362687 w 5120843"/>
              <a:gd name="connsiteY19" fmla="*/ 3986972 h 3986972"/>
              <a:gd name="connsiteX20" fmla="*/ 2691287 w 5120843"/>
              <a:gd name="connsiteY20" fmla="*/ 3986972 h 3986972"/>
              <a:gd name="connsiteX21" fmla="*/ 2224722 w 5120843"/>
              <a:gd name="connsiteY21" fmla="*/ 3986972 h 3986972"/>
              <a:gd name="connsiteX22" fmla="*/ 1809365 w 5120843"/>
              <a:gd name="connsiteY22" fmla="*/ 3986972 h 3986972"/>
              <a:gd name="connsiteX23" fmla="*/ 1394007 w 5120843"/>
              <a:gd name="connsiteY23" fmla="*/ 3986972 h 3986972"/>
              <a:gd name="connsiteX24" fmla="*/ 876233 w 5120843"/>
              <a:gd name="connsiteY24" fmla="*/ 3986972 h 3986972"/>
              <a:gd name="connsiteX25" fmla="*/ 0 w 5120843"/>
              <a:gd name="connsiteY25" fmla="*/ 3986972 h 3986972"/>
              <a:gd name="connsiteX26" fmla="*/ 0 w 5120843"/>
              <a:gd name="connsiteY26" fmla="*/ 3457274 h 3986972"/>
              <a:gd name="connsiteX27" fmla="*/ 0 w 5120843"/>
              <a:gd name="connsiteY27" fmla="*/ 2927577 h 3986972"/>
              <a:gd name="connsiteX28" fmla="*/ 0 w 5120843"/>
              <a:gd name="connsiteY28" fmla="*/ 2278270 h 3986972"/>
              <a:gd name="connsiteX29" fmla="*/ 0 w 5120843"/>
              <a:gd name="connsiteY29" fmla="*/ 1748572 h 3986972"/>
              <a:gd name="connsiteX30" fmla="*/ 0 w 5120843"/>
              <a:gd name="connsiteY30" fmla="*/ 1298614 h 3986972"/>
              <a:gd name="connsiteX31" fmla="*/ 0 w 5120843"/>
              <a:gd name="connsiteY31" fmla="*/ 768916 h 3986972"/>
              <a:gd name="connsiteX32" fmla="*/ 0 w 5120843"/>
              <a:gd name="connsiteY32" fmla="*/ 0 h 398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20843" h="3986972" fill="none" extrusionOk="0">
                <a:moveTo>
                  <a:pt x="0" y="0"/>
                </a:moveTo>
                <a:cubicBezTo>
                  <a:pt x="181082" y="-44144"/>
                  <a:pt x="332351" y="17296"/>
                  <a:pt x="620191" y="0"/>
                </a:cubicBezTo>
                <a:cubicBezTo>
                  <a:pt x="908031" y="-17296"/>
                  <a:pt x="913865" y="31805"/>
                  <a:pt x="1035548" y="0"/>
                </a:cubicBezTo>
                <a:cubicBezTo>
                  <a:pt x="1157231" y="-31805"/>
                  <a:pt x="1401820" y="28595"/>
                  <a:pt x="1655739" y="0"/>
                </a:cubicBezTo>
                <a:cubicBezTo>
                  <a:pt x="1909658" y="-28595"/>
                  <a:pt x="2005301" y="20107"/>
                  <a:pt x="2173513" y="0"/>
                </a:cubicBezTo>
                <a:cubicBezTo>
                  <a:pt x="2341725" y="-20107"/>
                  <a:pt x="2581271" y="43917"/>
                  <a:pt x="2793704" y="0"/>
                </a:cubicBezTo>
                <a:cubicBezTo>
                  <a:pt x="3006137" y="-43917"/>
                  <a:pt x="3042637" y="10045"/>
                  <a:pt x="3260270" y="0"/>
                </a:cubicBezTo>
                <a:cubicBezTo>
                  <a:pt x="3477903" y="-10045"/>
                  <a:pt x="3644284" y="77189"/>
                  <a:pt x="3931669" y="0"/>
                </a:cubicBezTo>
                <a:cubicBezTo>
                  <a:pt x="4219054" y="-77189"/>
                  <a:pt x="4316130" y="46666"/>
                  <a:pt x="4603069" y="0"/>
                </a:cubicBezTo>
                <a:cubicBezTo>
                  <a:pt x="4890008" y="-46666"/>
                  <a:pt x="4998350" y="36197"/>
                  <a:pt x="5120843" y="0"/>
                </a:cubicBezTo>
                <a:cubicBezTo>
                  <a:pt x="5128488" y="186839"/>
                  <a:pt x="5112671" y="254479"/>
                  <a:pt x="5120843" y="489828"/>
                </a:cubicBezTo>
                <a:cubicBezTo>
                  <a:pt x="5129015" y="725177"/>
                  <a:pt x="5060647" y="965704"/>
                  <a:pt x="5120843" y="1139135"/>
                </a:cubicBezTo>
                <a:cubicBezTo>
                  <a:pt x="5181039" y="1312566"/>
                  <a:pt x="5049372" y="1539935"/>
                  <a:pt x="5120843" y="1788442"/>
                </a:cubicBezTo>
                <a:cubicBezTo>
                  <a:pt x="5192314" y="2036949"/>
                  <a:pt x="5061265" y="2214741"/>
                  <a:pt x="5120843" y="2437749"/>
                </a:cubicBezTo>
                <a:cubicBezTo>
                  <a:pt x="5180421" y="2660757"/>
                  <a:pt x="5078268" y="2666755"/>
                  <a:pt x="5120843" y="2887707"/>
                </a:cubicBezTo>
                <a:cubicBezTo>
                  <a:pt x="5163418" y="3108659"/>
                  <a:pt x="5103872" y="3212463"/>
                  <a:pt x="5120843" y="3377535"/>
                </a:cubicBezTo>
                <a:cubicBezTo>
                  <a:pt x="5137814" y="3542607"/>
                  <a:pt x="5090777" y="3838116"/>
                  <a:pt x="5120843" y="3986972"/>
                </a:cubicBezTo>
                <a:cubicBezTo>
                  <a:pt x="4958232" y="4008270"/>
                  <a:pt x="4738321" y="3954766"/>
                  <a:pt x="4500652" y="3986972"/>
                </a:cubicBezTo>
                <a:cubicBezTo>
                  <a:pt x="4262983" y="4019178"/>
                  <a:pt x="4225098" y="3932484"/>
                  <a:pt x="4034086" y="3986972"/>
                </a:cubicBezTo>
                <a:cubicBezTo>
                  <a:pt x="3843074" y="4041460"/>
                  <a:pt x="3602078" y="3914575"/>
                  <a:pt x="3362687" y="3986972"/>
                </a:cubicBezTo>
                <a:cubicBezTo>
                  <a:pt x="3123296" y="4059369"/>
                  <a:pt x="2951314" y="3919249"/>
                  <a:pt x="2691287" y="3986972"/>
                </a:cubicBezTo>
                <a:cubicBezTo>
                  <a:pt x="2431260" y="4054695"/>
                  <a:pt x="2350391" y="3956158"/>
                  <a:pt x="2224722" y="3986972"/>
                </a:cubicBezTo>
                <a:cubicBezTo>
                  <a:pt x="2099054" y="4017786"/>
                  <a:pt x="1991047" y="3955209"/>
                  <a:pt x="1809365" y="3986972"/>
                </a:cubicBezTo>
                <a:cubicBezTo>
                  <a:pt x="1627683" y="4018735"/>
                  <a:pt x="1518268" y="3941113"/>
                  <a:pt x="1394007" y="3986972"/>
                </a:cubicBezTo>
                <a:cubicBezTo>
                  <a:pt x="1269746" y="4032831"/>
                  <a:pt x="1001496" y="3974555"/>
                  <a:pt x="876233" y="3986972"/>
                </a:cubicBezTo>
                <a:cubicBezTo>
                  <a:pt x="750970" y="3999389"/>
                  <a:pt x="342774" y="3907284"/>
                  <a:pt x="0" y="3986972"/>
                </a:cubicBezTo>
                <a:cubicBezTo>
                  <a:pt x="-41093" y="3761640"/>
                  <a:pt x="12633" y="3591114"/>
                  <a:pt x="0" y="3457274"/>
                </a:cubicBezTo>
                <a:cubicBezTo>
                  <a:pt x="-12633" y="3323434"/>
                  <a:pt x="53828" y="3048359"/>
                  <a:pt x="0" y="2927577"/>
                </a:cubicBezTo>
                <a:cubicBezTo>
                  <a:pt x="-53828" y="2806795"/>
                  <a:pt x="22417" y="2456264"/>
                  <a:pt x="0" y="2278270"/>
                </a:cubicBezTo>
                <a:cubicBezTo>
                  <a:pt x="-22417" y="2100276"/>
                  <a:pt x="52072" y="1993161"/>
                  <a:pt x="0" y="1748572"/>
                </a:cubicBezTo>
                <a:cubicBezTo>
                  <a:pt x="-52072" y="1503983"/>
                  <a:pt x="23634" y="1446189"/>
                  <a:pt x="0" y="1298614"/>
                </a:cubicBezTo>
                <a:cubicBezTo>
                  <a:pt x="-23634" y="1151039"/>
                  <a:pt x="2064" y="1023762"/>
                  <a:pt x="0" y="768916"/>
                </a:cubicBezTo>
                <a:cubicBezTo>
                  <a:pt x="-2064" y="514070"/>
                  <a:pt x="41086" y="192150"/>
                  <a:pt x="0" y="0"/>
                </a:cubicBezTo>
                <a:close/>
              </a:path>
              <a:path w="5120843" h="3986972" stroke="0" extrusionOk="0">
                <a:moveTo>
                  <a:pt x="0" y="0"/>
                </a:moveTo>
                <a:cubicBezTo>
                  <a:pt x="196917" y="-3664"/>
                  <a:pt x="331007" y="36965"/>
                  <a:pt x="568983" y="0"/>
                </a:cubicBezTo>
                <a:cubicBezTo>
                  <a:pt x="806959" y="-36965"/>
                  <a:pt x="895566" y="12616"/>
                  <a:pt x="1137965" y="0"/>
                </a:cubicBezTo>
                <a:cubicBezTo>
                  <a:pt x="1380364" y="-12616"/>
                  <a:pt x="1373421" y="28097"/>
                  <a:pt x="1604531" y="0"/>
                </a:cubicBezTo>
                <a:cubicBezTo>
                  <a:pt x="1835641" y="-28097"/>
                  <a:pt x="1991050" y="62516"/>
                  <a:pt x="2275930" y="0"/>
                </a:cubicBezTo>
                <a:cubicBezTo>
                  <a:pt x="2560810" y="-62516"/>
                  <a:pt x="2764877" y="24309"/>
                  <a:pt x="2896121" y="0"/>
                </a:cubicBezTo>
                <a:cubicBezTo>
                  <a:pt x="3027365" y="-24309"/>
                  <a:pt x="3333223" y="68499"/>
                  <a:pt x="3567521" y="0"/>
                </a:cubicBezTo>
                <a:cubicBezTo>
                  <a:pt x="3801819" y="-68499"/>
                  <a:pt x="3880549" y="26681"/>
                  <a:pt x="4034086" y="0"/>
                </a:cubicBezTo>
                <a:cubicBezTo>
                  <a:pt x="4187623" y="-26681"/>
                  <a:pt x="4292075" y="6610"/>
                  <a:pt x="4449444" y="0"/>
                </a:cubicBezTo>
                <a:cubicBezTo>
                  <a:pt x="4606813" y="-6610"/>
                  <a:pt x="4924858" y="50377"/>
                  <a:pt x="5120843" y="0"/>
                </a:cubicBezTo>
                <a:cubicBezTo>
                  <a:pt x="5124064" y="177052"/>
                  <a:pt x="5075000" y="364208"/>
                  <a:pt x="5120843" y="609437"/>
                </a:cubicBezTo>
                <a:cubicBezTo>
                  <a:pt x="5166686" y="854666"/>
                  <a:pt x="5080602" y="1006665"/>
                  <a:pt x="5120843" y="1258744"/>
                </a:cubicBezTo>
                <a:cubicBezTo>
                  <a:pt x="5161084" y="1510823"/>
                  <a:pt x="5065440" y="1665073"/>
                  <a:pt x="5120843" y="1908051"/>
                </a:cubicBezTo>
                <a:cubicBezTo>
                  <a:pt x="5176246" y="2151029"/>
                  <a:pt x="5063729" y="2204958"/>
                  <a:pt x="5120843" y="2477618"/>
                </a:cubicBezTo>
                <a:cubicBezTo>
                  <a:pt x="5177957" y="2750278"/>
                  <a:pt x="5087919" y="2838664"/>
                  <a:pt x="5120843" y="3126925"/>
                </a:cubicBezTo>
                <a:cubicBezTo>
                  <a:pt x="5153767" y="3415186"/>
                  <a:pt x="5044073" y="3617059"/>
                  <a:pt x="5120843" y="3986972"/>
                </a:cubicBezTo>
                <a:cubicBezTo>
                  <a:pt x="4997668" y="3999707"/>
                  <a:pt x="4820200" y="3951302"/>
                  <a:pt x="4705486" y="3986972"/>
                </a:cubicBezTo>
                <a:cubicBezTo>
                  <a:pt x="4590772" y="4022642"/>
                  <a:pt x="4451539" y="3944457"/>
                  <a:pt x="4238920" y="3986972"/>
                </a:cubicBezTo>
                <a:cubicBezTo>
                  <a:pt x="4026301" y="4029487"/>
                  <a:pt x="3838266" y="3921800"/>
                  <a:pt x="3618729" y="3986972"/>
                </a:cubicBezTo>
                <a:cubicBezTo>
                  <a:pt x="3399192" y="4052144"/>
                  <a:pt x="3343191" y="3981849"/>
                  <a:pt x="3152163" y="3986972"/>
                </a:cubicBezTo>
                <a:cubicBezTo>
                  <a:pt x="2961135" y="3992095"/>
                  <a:pt x="2783312" y="3927901"/>
                  <a:pt x="2583181" y="3986972"/>
                </a:cubicBezTo>
                <a:cubicBezTo>
                  <a:pt x="2383050" y="4046043"/>
                  <a:pt x="2319553" y="3935605"/>
                  <a:pt x="2065407" y="3986972"/>
                </a:cubicBezTo>
                <a:cubicBezTo>
                  <a:pt x="1811261" y="4038339"/>
                  <a:pt x="1855188" y="3971939"/>
                  <a:pt x="1650049" y="3986972"/>
                </a:cubicBezTo>
                <a:cubicBezTo>
                  <a:pt x="1444910" y="4002005"/>
                  <a:pt x="1360394" y="3981690"/>
                  <a:pt x="1081067" y="3986972"/>
                </a:cubicBezTo>
                <a:cubicBezTo>
                  <a:pt x="801740" y="3992254"/>
                  <a:pt x="814428" y="3941863"/>
                  <a:pt x="665710" y="3986972"/>
                </a:cubicBezTo>
                <a:cubicBezTo>
                  <a:pt x="516992" y="4032081"/>
                  <a:pt x="318869" y="3967429"/>
                  <a:pt x="0" y="3986972"/>
                </a:cubicBezTo>
                <a:cubicBezTo>
                  <a:pt x="-38782" y="3876890"/>
                  <a:pt x="24531" y="3734988"/>
                  <a:pt x="0" y="3537014"/>
                </a:cubicBezTo>
                <a:cubicBezTo>
                  <a:pt x="-24531" y="3339040"/>
                  <a:pt x="3800" y="3024723"/>
                  <a:pt x="0" y="2887707"/>
                </a:cubicBezTo>
                <a:cubicBezTo>
                  <a:pt x="-3800" y="2750691"/>
                  <a:pt x="22496" y="2499081"/>
                  <a:pt x="0" y="2358009"/>
                </a:cubicBezTo>
                <a:cubicBezTo>
                  <a:pt x="-22496" y="2216937"/>
                  <a:pt x="26334" y="2017386"/>
                  <a:pt x="0" y="1868181"/>
                </a:cubicBezTo>
                <a:cubicBezTo>
                  <a:pt x="-26334" y="1718976"/>
                  <a:pt x="31746" y="1426559"/>
                  <a:pt x="0" y="1218874"/>
                </a:cubicBezTo>
                <a:cubicBezTo>
                  <a:pt x="-31746" y="1011189"/>
                  <a:pt x="40466" y="846605"/>
                  <a:pt x="0" y="729046"/>
                </a:cubicBezTo>
                <a:cubicBezTo>
                  <a:pt x="-40466" y="611487"/>
                  <a:pt x="3188" y="174080"/>
                  <a:pt x="0" y="0"/>
                </a:cubicBezTo>
                <a:close/>
              </a:path>
            </a:pathLst>
          </a:custGeom>
          <a:ln>
            <a:noFill/>
            <a:extLst>
              <a:ext uri="{C807C97D-BFC1-408E-A445-0C87EB9F89A2}">
                <ask:lineSketchStyleProps xmlns:ask="http://schemas.microsoft.com/office/drawing/2018/sketchyshapes" sd="3368494492">
                  <a:prstGeom prst="rect">
                    <a:avLst/>
                  </a:prstGeom>
                  <ask:type>
                    <ask:lineSketchScribble/>
                  </ask:type>
                </ask:lineSketchStyleProps>
              </a:ext>
            </a:extLst>
          </a:ln>
        </p:spPr>
        <p:txBody>
          <a:bodyPr vert="horz" lIns="91440" tIns="45720" rIns="91440" bIns="45720" rtlCol="0">
            <a:normAutofit fontScale="62500" lnSpcReduction="20000"/>
          </a:bodyPr>
          <a:lstStyle>
            <a:lvl1pPr marL="257175" lvl="0" indent="-257175" defTabSz="342900">
              <a:spcBef>
                <a:spcPts val="1000"/>
              </a:spcBef>
              <a:spcAft>
                <a:spcPts val="600"/>
              </a:spcAft>
              <a:buClrTx/>
              <a:buFont typeface="Arial" panose="020B0604020202020204" pitchFamily="34" charset="0"/>
              <a:buChar char="•"/>
              <a:defRPr sz="2400">
                <a:latin typeface="Calibri" panose="020F0502020204030204" pitchFamily="34" charset="0"/>
                <a:cs typeface="Calibri" panose="020F0502020204030204" pitchFamily="34" charset="0"/>
              </a:defRPr>
            </a:lvl1pPr>
            <a:lvl2pPr marL="685800" lvl="1" indent="-34290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2pPr>
            <a:lvl3pPr marL="857250" lvl="2" indent="-171450" defTabSz="342900">
              <a:spcBef>
                <a:spcPts val="1000"/>
              </a:spcBef>
              <a:spcAft>
                <a:spcPts val="600"/>
              </a:spcAft>
              <a:buClrTx/>
              <a:buSzPct val="100000"/>
              <a:buFont typeface="Arial" panose="020B0604020202020204" pitchFamily="34" charset="0"/>
              <a:buChar char="•"/>
              <a:defRPr sz="2000">
                <a:latin typeface="Calibri" panose="020F0502020204030204" pitchFamily="34" charset="0"/>
                <a:cs typeface="Calibri" panose="020F0502020204030204" pitchFamily="34" charset="0"/>
              </a:defRPr>
            </a:lvl3pPr>
            <a:lvl4pPr marL="1200150" lvl="3"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4pPr>
            <a:lvl5pPr marL="1543050" lvl="4"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pPr lvl="0"/>
            <a:r>
              <a:rPr lang="en-US" dirty="0">
                <a:solidFill>
                  <a:schemeClr val="accent1"/>
                </a:solidFill>
              </a:rPr>
              <a:t>Lab types</a:t>
            </a:r>
          </a:p>
          <a:p>
            <a:pPr lvl="1"/>
            <a:r>
              <a:rPr lang="en-US" dirty="0">
                <a:solidFill>
                  <a:schemeClr val="accent1"/>
                </a:solidFill>
              </a:rPr>
              <a:t>Assisted labs guide you step-by-step through tasks</a:t>
            </a:r>
          </a:p>
          <a:p>
            <a:pPr lvl="1"/>
            <a:r>
              <a:rPr lang="en-US" dirty="0">
                <a:solidFill>
                  <a:schemeClr val="accent1"/>
                </a:solidFill>
              </a:rPr>
              <a:t>Applied labs set goals with limited guidance</a:t>
            </a:r>
          </a:p>
          <a:p>
            <a:pPr lvl="0"/>
            <a:r>
              <a:rPr lang="en-US" dirty="0">
                <a:solidFill>
                  <a:schemeClr val="accent1"/>
                </a:solidFill>
              </a:rPr>
              <a:t>Complete lab</a:t>
            </a:r>
          </a:p>
          <a:p>
            <a:pPr lvl="1"/>
            <a:r>
              <a:rPr lang="en-US" dirty="0">
                <a:solidFill>
                  <a:schemeClr val="accent1"/>
                </a:solidFill>
              </a:rPr>
              <a:t>Submit all items for grading and check each progress box</a:t>
            </a:r>
          </a:p>
          <a:p>
            <a:pPr lvl="1"/>
            <a:r>
              <a:rPr lang="en-US" dirty="0">
                <a:solidFill>
                  <a:schemeClr val="accent1"/>
                </a:solidFill>
              </a:rPr>
              <a:t>Select “Grade Lab” from final page</a:t>
            </a:r>
          </a:p>
          <a:p>
            <a:pPr lvl="0"/>
            <a:r>
              <a:rPr lang="en-US" dirty="0">
                <a:solidFill>
                  <a:schemeClr val="accent1"/>
                </a:solidFill>
              </a:rPr>
              <a:t>Save lab</a:t>
            </a:r>
          </a:p>
          <a:p>
            <a:pPr lvl="1"/>
            <a:r>
              <a:rPr lang="en-US" dirty="0">
                <a:solidFill>
                  <a:schemeClr val="accent1"/>
                </a:solidFill>
              </a:rPr>
              <a:t>Select the hamburger menu and select “Save”</a:t>
            </a:r>
          </a:p>
          <a:p>
            <a:pPr lvl="1"/>
            <a:r>
              <a:rPr lang="en-US" dirty="0">
                <a:solidFill>
                  <a:schemeClr val="accent1"/>
                </a:solidFill>
              </a:rPr>
              <a:t>Save up to two labs in progress for up to 7 days</a:t>
            </a:r>
            <a:endParaRPr lang="en-GB" dirty="0">
              <a:solidFill>
                <a:schemeClr val="accent1"/>
              </a:solidFill>
            </a:endParaRPr>
          </a:p>
          <a:p>
            <a:pPr lvl="0"/>
            <a:r>
              <a:rPr lang="en-US" dirty="0">
                <a:solidFill>
                  <a:schemeClr val="accent1"/>
                </a:solidFill>
              </a:rPr>
              <a:t>Cancel lab without grading</a:t>
            </a:r>
          </a:p>
          <a:p>
            <a:pPr marL="685800" marR="0" lvl="1" indent="-342900"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dirty="0">
                <a:solidFill>
                  <a:schemeClr val="accent1"/>
                </a:solidFill>
              </a:rPr>
              <a:t>Select the hamburger menu and select “End”</a:t>
            </a:r>
          </a:p>
        </p:txBody>
      </p:sp>
      <p:pic>
        <p:nvPicPr>
          <p:cNvPr id="6" name="Graphic 5">
            <a:extLst>
              <a:ext uri="{FF2B5EF4-FFF2-40B4-BE49-F238E27FC236}">
                <a16:creationId xmlns:a16="http://schemas.microsoft.com/office/drawing/2014/main" id="{57BE2E88-1023-417C-91BD-53B87CC9E2B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421816">
            <a:off x="3988506" y="507806"/>
            <a:ext cx="2225591" cy="575230"/>
          </a:xfrm>
          <a:prstGeom prst="rect">
            <a:avLst/>
          </a:prstGeom>
        </p:spPr>
      </p:pic>
      <p:pic>
        <p:nvPicPr>
          <p:cNvPr id="7" name="Graphic 6">
            <a:extLst>
              <a:ext uri="{FF2B5EF4-FFF2-40B4-BE49-F238E27FC236}">
                <a16:creationId xmlns:a16="http://schemas.microsoft.com/office/drawing/2014/main" id="{21E5D5AE-DD5E-43DF-9E59-06879D1C363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8457" y="2041782"/>
            <a:ext cx="1275893" cy="190500"/>
          </a:xfrm>
          <a:prstGeom prst="rect">
            <a:avLst/>
          </a:prstGeom>
        </p:spPr>
      </p:pic>
      <p:pic>
        <p:nvPicPr>
          <p:cNvPr id="8" name="Graphic 7">
            <a:extLst>
              <a:ext uri="{FF2B5EF4-FFF2-40B4-BE49-F238E27FC236}">
                <a16:creationId xmlns:a16="http://schemas.microsoft.com/office/drawing/2014/main" id="{B3C5ED1D-C224-4E8C-A1A6-7BA094A47E72}"/>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5042424" y="2922609"/>
            <a:ext cx="1694926" cy="422305"/>
          </a:xfrm>
          <a:prstGeom prst="rect">
            <a:avLst/>
          </a:prstGeom>
        </p:spPr>
      </p:pic>
    </p:spTree>
    <p:extLst>
      <p:ext uri="{BB962C8B-B14F-4D97-AF65-F5344CB8AC3E}">
        <p14:creationId xmlns:p14="http://schemas.microsoft.com/office/powerpoint/2010/main" val="3892092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Move Throughout the System</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16B</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16</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2476087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Upgrading a Restrictive (Linux)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There are cases in which the shell we obtain is a restrictive shell.</a:t>
            </a:r>
          </a:p>
          <a:p>
            <a:r>
              <a:rPr lang="en-US" dirty="0"/>
              <a:t>There are technical shortcomings that are important to a penetration tester</a:t>
            </a:r>
          </a:p>
          <a:p>
            <a:pPr lvl="1"/>
            <a:r>
              <a:rPr lang="en-US" dirty="0"/>
              <a:t>Such as SSH not working properly in a restrictive shell, which might affect our attempts to create a tunnel through it for further attacks. </a:t>
            </a:r>
          </a:p>
          <a:p>
            <a:r>
              <a:rPr lang="en-US" dirty="0"/>
              <a:t>To be able to continue to manipulate the environment, the team will need to upgrade the shell</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2996616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Moving Laterally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Lateral movement is the process of moving from one part of a computing environment to another. </a:t>
            </a:r>
          </a:p>
          <a:p>
            <a:pPr lvl="1"/>
            <a:r>
              <a:rPr lang="en-US" dirty="0"/>
              <a:t>You may be able to discover additional, or new, vulnerabilities in the environment that you would otherwise miss if you stayed in place. </a:t>
            </a:r>
          </a:p>
          <a:p>
            <a:r>
              <a:rPr lang="en-US" dirty="0"/>
              <a:t>Once you compromise the patient zero host, you can:</a:t>
            </a:r>
          </a:p>
          <a:p>
            <a:pPr lvl="1"/>
            <a:r>
              <a:rPr lang="en-US" dirty="0"/>
              <a:t>Sweep the network for other hosts, as well as enumerate network protocols, ports, and logical mapping. </a:t>
            </a:r>
          </a:p>
          <a:p>
            <a:pPr lvl="1"/>
            <a:r>
              <a:rPr lang="en-US" dirty="0"/>
              <a:t>Helps discover where additional hosts are and what hosts you can move to.</a:t>
            </a:r>
          </a:p>
          <a:p>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443996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00BF-2A2B-47CD-ACDA-05ADAB571031}"/>
              </a:ext>
            </a:extLst>
          </p:cNvPr>
          <p:cNvSpPr>
            <a:spLocks noGrp="1"/>
          </p:cNvSpPr>
          <p:nvPr>
            <p:ph type="title"/>
          </p:nvPr>
        </p:nvSpPr>
        <p:spPr/>
        <p:txBody>
          <a:bodyPr/>
          <a:lstStyle/>
          <a:p>
            <a:r>
              <a:rPr lang="en-US" dirty="0"/>
              <a:t>Lateral Movement with Remote Access Services</a:t>
            </a:r>
          </a:p>
        </p:txBody>
      </p:sp>
      <p:sp>
        <p:nvSpPr>
          <p:cNvPr id="3" name="Content Placeholder 2">
            <a:extLst>
              <a:ext uri="{FF2B5EF4-FFF2-40B4-BE49-F238E27FC236}">
                <a16:creationId xmlns:a16="http://schemas.microsoft.com/office/drawing/2014/main" id="{DB77743A-79FB-41E0-9B10-C3D4494A9B03}"/>
              </a:ext>
            </a:extLst>
          </p:cNvPr>
          <p:cNvSpPr>
            <a:spLocks noGrp="1"/>
          </p:cNvSpPr>
          <p:nvPr>
            <p:ph idx="1"/>
          </p:nvPr>
        </p:nvSpPr>
        <p:spPr/>
        <p:txBody>
          <a:bodyPr>
            <a:normAutofit lnSpcReduction="10000"/>
          </a:bodyPr>
          <a:lstStyle/>
          <a:p>
            <a:r>
              <a:rPr lang="en-US" dirty="0"/>
              <a:t>You can leverage shells for the remote access. </a:t>
            </a:r>
          </a:p>
          <a:p>
            <a:r>
              <a:rPr lang="en-US" dirty="0"/>
              <a:t>Similarly, you can use CLI services for lateral movement:</a:t>
            </a:r>
          </a:p>
          <a:p>
            <a:pPr lvl="1"/>
            <a:r>
              <a:rPr lang="en-US" dirty="0"/>
              <a:t>Remote Desktop Protocol (RDP) comes with Windows systems. </a:t>
            </a:r>
          </a:p>
          <a:p>
            <a:pPr lvl="1"/>
            <a:r>
              <a:rPr lang="en-US" dirty="0"/>
              <a:t>Virtual Network Computing (VNC) cross-platform allows full remote-control. </a:t>
            </a:r>
          </a:p>
          <a:p>
            <a:r>
              <a:rPr lang="en-US" dirty="0"/>
              <a:t>Remote management services enable you to issue commands to remote systems:</a:t>
            </a:r>
          </a:p>
          <a:p>
            <a:pPr lvl="1"/>
            <a:r>
              <a:rPr lang="en-US" dirty="0"/>
              <a:t>WinRM and PowerShell, and PsExec.</a:t>
            </a:r>
          </a:p>
          <a:p>
            <a:pPr lvl="1"/>
            <a:r>
              <a:rPr lang="en-US" dirty="0"/>
              <a:t>Using RPC/DCOM can help you evade notice. </a:t>
            </a:r>
          </a:p>
          <a:p>
            <a:pPr lvl="1"/>
            <a:endParaRPr lang="en-US" dirty="0"/>
          </a:p>
          <a:p>
            <a:endParaRPr lang="en-US" dirty="0"/>
          </a:p>
        </p:txBody>
      </p:sp>
      <p:sp>
        <p:nvSpPr>
          <p:cNvPr id="4" name="Slide Number Placeholder 3">
            <a:extLst>
              <a:ext uri="{FF2B5EF4-FFF2-40B4-BE49-F238E27FC236}">
                <a16:creationId xmlns:a16="http://schemas.microsoft.com/office/drawing/2014/main" id="{1014DAFF-99ED-40E2-8D0E-AA3D2E86AAFB}"/>
              </a:ext>
            </a:extLst>
          </p:cNvPr>
          <p:cNvSpPr>
            <a:spLocks noGrp="1"/>
          </p:cNvSpPr>
          <p:nvPr>
            <p:ph type="sldNum" sz="quarter" idx="10"/>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3548432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8BB54-3301-48E6-BCBF-6FCCB3AF04E0}"/>
              </a:ext>
            </a:extLst>
          </p:cNvPr>
          <p:cNvSpPr>
            <a:spLocks noGrp="1"/>
          </p:cNvSpPr>
          <p:nvPr>
            <p:ph type="title"/>
          </p:nvPr>
        </p:nvSpPr>
        <p:spPr/>
        <p:txBody>
          <a:bodyPr/>
          <a:lstStyle/>
          <a:p>
            <a:r>
              <a:rPr lang="en-US" dirty="0"/>
              <a:t>Pivoting into Other Areas</a:t>
            </a:r>
          </a:p>
        </p:txBody>
      </p:sp>
      <p:sp>
        <p:nvSpPr>
          <p:cNvPr id="3" name="Content Placeholder 2">
            <a:extLst>
              <a:ext uri="{FF2B5EF4-FFF2-40B4-BE49-F238E27FC236}">
                <a16:creationId xmlns:a16="http://schemas.microsoft.com/office/drawing/2014/main" id="{2993E1D2-676B-497F-9134-977A74D53EBF}"/>
              </a:ext>
            </a:extLst>
          </p:cNvPr>
          <p:cNvSpPr>
            <a:spLocks noGrp="1"/>
          </p:cNvSpPr>
          <p:nvPr>
            <p:ph idx="1"/>
          </p:nvPr>
        </p:nvSpPr>
        <p:spPr/>
        <p:txBody>
          <a:bodyPr>
            <a:normAutofit/>
          </a:bodyPr>
          <a:lstStyle/>
          <a:p>
            <a:r>
              <a:rPr lang="en-US" dirty="0"/>
              <a:t>Pivoting is when you compromise one host that enables you to spread out to other hosts that would otherwise be inaccessible.</a:t>
            </a:r>
          </a:p>
          <a:p>
            <a:r>
              <a:rPr lang="en-US" dirty="0"/>
              <a:t>This is necessary when you want to move to a different network segment than the one you are currently on. </a:t>
            </a:r>
          </a:p>
          <a:p>
            <a:r>
              <a:rPr lang="en-US" dirty="0"/>
              <a:t>Techniques that can enable pivoting include:</a:t>
            </a:r>
          </a:p>
          <a:p>
            <a:pPr lvl="1"/>
            <a:r>
              <a:rPr lang="en-US" dirty="0"/>
              <a:t>Port forwarding, VPN pivoting, SSH pivoting</a:t>
            </a:r>
          </a:p>
          <a:p>
            <a:pPr lvl="1"/>
            <a:r>
              <a:rPr lang="en-US" dirty="0"/>
              <a:t>Modifying routing tables</a:t>
            </a:r>
          </a:p>
          <a:p>
            <a:endParaRPr lang="en-US" dirty="0"/>
          </a:p>
        </p:txBody>
      </p:sp>
      <p:sp>
        <p:nvSpPr>
          <p:cNvPr id="4" name="Slide Number Placeholder 3">
            <a:extLst>
              <a:ext uri="{FF2B5EF4-FFF2-40B4-BE49-F238E27FC236}">
                <a16:creationId xmlns:a16="http://schemas.microsoft.com/office/drawing/2014/main" id="{C442D2A5-3FF8-4898-A817-49AF0CECF6F6}"/>
              </a:ext>
            </a:extLst>
          </p:cNvPr>
          <p:cNvSpPr>
            <a:spLocks noGrp="1"/>
          </p:cNvSpPr>
          <p:nvPr>
            <p:ph type="sldNum" sz="quarter" idx="10"/>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2598641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Obtaining the Hash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pass the hash attack is when you log on using the username and the </a:t>
            </a:r>
            <a:r>
              <a:rPr lang="en-US" i="1" dirty="0"/>
              <a:t>hash</a:t>
            </a:r>
            <a:r>
              <a:rPr lang="en-US" dirty="0"/>
              <a:t> of the password, rather than the password itself. </a:t>
            </a:r>
          </a:p>
          <a:p>
            <a:pPr lvl="1"/>
            <a:r>
              <a:rPr lang="en-US" dirty="0"/>
              <a:t>You obtain the hash by inducing the operating system or application to dump them from RAM, the Windows Registry, or a credentials file.</a:t>
            </a:r>
          </a:p>
          <a:p>
            <a:r>
              <a:rPr lang="en-US" dirty="0"/>
              <a:t>You can use Mimikatz and other tools such as Responder.py to </a:t>
            </a:r>
            <a:r>
              <a:rPr lang="en-US" i="1" dirty="0"/>
              <a:t>obtain hashes </a:t>
            </a:r>
            <a:r>
              <a:rPr lang="en-US" dirty="0"/>
              <a:t>from different services on the network. </a:t>
            </a:r>
          </a:p>
          <a:p>
            <a:pPr lvl="1"/>
            <a:r>
              <a:rPr lang="en-US" dirty="0"/>
              <a:t>Once you have the hashes, there are several tools you can use to test usability and pass, or crack, them such as Hydra and Medusa</a:t>
            </a:r>
          </a:p>
          <a:p>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1387039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Escalating Privileges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lnSpcReduction="10000"/>
          </a:bodyPr>
          <a:lstStyle/>
          <a:p>
            <a:r>
              <a:rPr lang="en-US" dirty="0"/>
              <a:t>Privilege escalation is one of the primary objectives in any penetration test. </a:t>
            </a:r>
          </a:p>
          <a:p>
            <a:pPr lvl="1"/>
            <a:r>
              <a:rPr lang="en-US" dirty="0"/>
              <a:t>It allows the attacker to gain control, access or change sensitive files, and leave permanent backdoors. </a:t>
            </a:r>
          </a:p>
          <a:p>
            <a:r>
              <a:rPr lang="en-US" dirty="0"/>
              <a:t>Privilege escalation (</a:t>
            </a:r>
            <a:r>
              <a:rPr lang="en-US" dirty="0" err="1"/>
              <a:t>PrivEsc</a:t>
            </a:r>
            <a:r>
              <a:rPr lang="en-US" dirty="0"/>
              <a:t>) is used to gain access to the restricted resources:</a:t>
            </a:r>
          </a:p>
          <a:p>
            <a:pPr lvl="1"/>
            <a:r>
              <a:rPr lang="en-US" b="1" dirty="0"/>
              <a:t>Vertical Privilege Escalation </a:t>
            </a:r>
            <a:r>
              <a:rPr lang="en-US" dirty="0"/>
              <a:t>Obtaining access to an account of </a:t>
            </a:r>
            <a:r>
              <a:rPr lang="en-US" i="1" dirty="0"/>
              <a:t>higher</a:t>
            </a:r>
            <a:r>
              <a:rPr lang="en-US" dirty="0"/>
              <a:t> privileges than the one you currently have. </a:t>
            </a:r>
          </a:p>
          <a:p>
            <a:pPr lvl="1"/>
            <a:r>
              <a:rPr lang="en-US" b="1" dirty="0"/>
              <a:t>Horizontal Privilege Escalation </a:t>
            </a:r>
            <a:r>
              <a:rPr lang="en-US" dirty="0"/>
              <a:t>Obtaining access to a </a:t>
            </a:r>
            <a:r>
              <a:rPr lang="en-US" i="1" dirty="0"/>
              <a:t>regular user </a:t>
            </a:r>
            <a:r>
              <a:rPr lang="en-US" dirty="0"/>
              <a:t>account of different privilege than the one currently in use.</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4082002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Gaining Control in Windows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In addition to kernel-specific exploits, there are other types of exploits that can elevate privilege. </a:t>
            </a:r>
          </a:p>
          <a:p>
            <a:pPr lvl="1"/>
            <a:r>
              <a:rPr lang="en-US" dirty="0"/>
              <a:t>They take advantage of services, drivers, and applications running in SYSTEM or administrator privilege. </a:t>
            </a:r>
          </a:p>
          <a:p>
            <a:pPr lvl="1"/>
            <a:r>
              <a:rPr lang="en-US" dirty="0"/>
              <a:t>Like kernel exploits, most are run locally after gaining access to the target.</a:t>
            </a:r>
          </a:p>
          <a:p>
            <a:r>
              <a:rPr lang="en-US" dirty="0"/>
              <a:t>Some examples include:</a:t>
            </a:r>
          </a:p>
          <a:p>
            <a:pPr lvl="1"/>
            <a:r>
              <a:rPr lang="en-US" dirty="0"/>
              <a:t>Credential attacks, Local UAC bypass, 	</a:t>
            </a:r>
          </a:p>
          <a:p>
            <a:pPr lvl="1"/>
            <a:r>
              <a:rPr lang="en-US" dirty="0"/>
              <a:t>Search for sensitive information in shared folders, Search for missing patches or common misconfigurations that can lead to privilege escalation.</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1219383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Escalating Privileges in Linux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Once you have compromised a Linux host, you’ll most likely need to escalate your privilege to achieve your objectives. </a:t>
            </a:r>
          </a:p>
          <a:p>
            <a:r>
              <a:rPr lang="en-US" dirty="0"/>
              <a:t>Here are some examples of ways to escalating privilege in Linux:</a:t>
            </a:r>
          </a:p>
          <a:p>
            <a:pPr lvl="1"/>
            <a:r>
              <a:rPr lang="en-US" dirty="0"/>
              <a:t>User application compromise</a:t>
            </a:r>
          </a:p>
          <a:p>
            <a:pPr lvl="1"/>
            <a:r>
              <a:rPr lang="en-US" dirty="0"/>
              <a:t>Locate services that are owned by (running as) root and see if you can compromise them</a:t>
            </a:r>
          </a:p>
          <a:p>
            <a:pPr lvl="1"/>
            <a:r>
              <a:rPr lang="en-US" dirty="0"/>
              <a:t>Exploit badly configured cron jobs to gain root access.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2995450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Explain why the team will need to upgrade a restrictive shell</a:t>
            </a:r>
          </a:p>
          <a:p>
            <a:r>
              <a:rPr lang="en-US" dirty="0"/>
              <a:t>Outline what the team can achieve when moving laterally</a:t>
            </a:r>
          </a:p>
          <a:p>
            <a:r>
              <a:rPr lang="en-US" dirty="0"/>
              <a:t>Describe how the team can achieve lateral movement with remote access services</a:t>
            </a:r>
          </a:p>
          <a:p>
            <a:r>
              <a:rPr lang="en-US" dirty="0"/>
              <a:t>Discuss what can achieved when pivoting into other areas</a:t>
            </a:r>
          </a:p>
          <a:p>
            <a:r>
              <a:rPr lang="en-US" dirty="0"/>
              <a:t>Review ways to escalate privileges</a:t>
            </a:r>
          </a:p>
          <a:p>
            <a:r>
              <a:rPr lang="en-US" dirty="0"/>
              <a:t>Compare ways to gain control in a Windows and Linux environment  </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Move Throughout the System</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1555248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334A-0A8F-4570-A91D-468192F8CD81}"/>
              </a:ext>
            </a:extLst>
          </p:cNvPr>
          <p:cNvSpPr>
            <a:spLocks noGrp="1"/>
          </p:cNvSpPr>
          <p:nvPr>
            <p:ph type="ctrTitle"/>
          </p:nvPr>
        </p:nvSpPr>
        <p:spPr/>
        <p:txBody>
          <a:bodyPr/>
          <a:lstStyle/>
          <a:p>
            <a:r>
              <a:rPr lang="en-US" dirty="0"/>
              <a:t>Maintain Persistence</a:t>
            </a:r>
          </a:p>
        </p:txBody>
      </p:sp>
      <p:sp>
        <p:nvSpPr>
          <p:cNvPr id="3" name="Subtitle 2">
            <a:extLst>
              <a:ext uri="{FF2B5EF4-FFF2-40B4-BE49-F238E27FC236}">
                <a16:creationId xmlns:a16="http://schemas.microsoft.com/office/drawing/2014/main" id="{1F39D58A-425E-4AFF-8B6F-6914EE1DDCD9}"/>
              </a:ext>
            </a:extLst>
          </p:cNvPr>
          <p:cNvSpPr>
            <a:spLocks noGrp="1"/>
          </p:cNvSpPr>
          <p:nvPr>
            <p:ph type="subTitle" idx="1"/>
          </p:nvPr>
        </p:nvSpPr>
        <p:spPr/>
        <p:txBody>
          <a:bodyPr/>
          <a:lstStyle/>
          <a:p>
            <a:r>
              <a:rPr lang="en-US" dirty="0"/>
              <a:t>Topic 16C</a:t>
            </a:r>
          </a:p>
        </p:txBody>
      </p:sp>
      <p:sp>
        <p:nvSpPr>
          <p:cNvPr id="4" name="Text Placeholder 3">
            <a:extLst>
              <a:ext uri="{FF2B5EF4-FFF2-40B4-BE49-F238E27FC236}">
                <a16:creationId xmlns:a16="http://schemas.microsoft.com/office/drawing/2014/main" id="{C0420C06-F6E3-4367-9B8F-1CC0589E3B9C}"/>
              </a:ext>
            </a:extLst>
          </p:cNvPr>
          <p:cNvSpPr>
            <a:spLocks noGrp="1"/>
          </p:cNvSpPr>
          <p:nvPr>
            <p:ph type="body" sz="quarter" idx="12"/>
          </p:nvPr>
        </p:nvSpPr>
        <p:spPr/>
        <p:txBody>
          <a:bodyPr/>
          <a:lstStyle/>
          <a:p>
            <a:r>
              <a:rPr lang="en-US" dirty="0"/>
              <a:t>Lesson 16</a:t>
            </a:r>
          </a:p>
        </p:txBody>
      </p:sp>
      <p:sp>
        <p:nvSpPr>
          <p:cNvPr id="5" name="Slide Number Placeholder 4">
            <a:extLst>
              <a:ext uri="{FF2B5EF4-FFF2-40B4-BE49-F238E27FC236}">
                <a16:creationId xmlns:a16="http://schemas.microsoft.com/office/drawing/2014/main" id="{A881ABB1-56A0-4E2B-B620-F831A79C7BA5}"/>
              </a:ext>
            </a:extLst>
          </p:cNvPr>
          <p:cNvSpPr>
            <a:spLocks noGrp="1"/>
          </p:cNvSpPr>
          <p:nvPr>
            <p:ph type="sldNum" sz="quarter" idx="10"/>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3161289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Creating a Foothold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Persistence is the quality by which a threat continues to exploit a target while remaining undetected for a significant period. </a:t>
            </a:r>
          </a:p>
          <a:p>
            <a:r>
              <a:rPr lang="en-US" dirty="0"/>
              <a:t>Some of the goals involved in persistence include:</a:t>
            </a:r>
          </a:p>
          <a:p>
            <a:pPr lvl="1"/>
            <a:r>
              <a:rPr lang="en-US" dirty="0"/>
              <a:t>Exfiltrating portions of sensitive data over a period rather than all at once.</a:t>
            </a:r>
          </a:p>
          <a:p>
            <a:pPr lvl="1"/>
            <a:r>
              <a:rPr lang="en-US" dirty="0"/>
              <a:t>Exfiltrating sensitive data that changes over time. </a:t>
            </a:r>
          </a:p>
          <a:p>
            <a:pPr lvl="1"/>
            <a:r>
              <a:rPr lang="en-US" dirty="0"/>
              <a:t>Compromising systems, networks, applications, and other assets for days, weeks, months, or even years.</a:t>
            </a:r>
          </a:p>
          <a:p>
            <a:pPr lvl="1"/>
            <a:r>
              <a:rPr lang="en-US" dirty="0"/>
              <a:t>Monitoring user behavior over time. </a:t>
            </a:r>
          </a:p>
          <a:p>
            <a:pPr lvl="1"/>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685463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Avoiding an Advanced Persistent Threat (APT)</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APT is an implementation of persistence</a:t>
            </a:r>
          </a:p>
          <a:p>
            <a:pPr lvl="1"/>
            <a:r>
              <a:rPr lang="en-US" dirty="0"/>
              <a:t>Relies on highly customized, complex exploits.</a:t>
            </a:r>
          </a:p>
          <a:p>
            <a:r>
              <a:rPr lang="en-US" dirty="0"/>
              <a:t>APTs tend to target organizations that hold a great deal of power over others. </a:t>
            </a:r>
          </a:p>
          <a:p>
            <a:pPr lvl="1"/>
            <a:r>
              <a:rPr lang="en-US" dirty="0"/>
              <a:t>Can go years before being discovered, exfiltrating significant volumes of sensitive data from a target</a:t>
            </a:r>
          </a:p>
          <a:p>
            <a:pPr lvl="1"/>
            <a:r>
              <a:rPr lang="en-US" dirty="0"/>
              <a:t>Represent some of the most insidious and harmful threats to targeted organizations.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25541773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Bypassing Restrictions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lnSpcReduction="10000"/>
          </a:bodyPr>
          <a:lstStyle/>
          <a:p>
            <a:r>
              <a:rPr lang="en-US" dirty="0"/>
              <a:t>Various techniques can help you maintain access on the target. </a:t>
            </a:r>
          </a:p>
          <a:p>
            <a:r>
              <a:rPr lang="en-US" dirty="0"/>
              <a:t>For example, certain user accounts are more closely monitored or more tightly access-controlled than others. </a:t>
            </a:r>
          </a:p>
          <a:p>
            <a:pPr lvl="1"/>
            <a:r>
              <a:rPr lang="en-US" dirty="0"/>
              <a:t>Creating a new account can help you bypass these restrictions when you need to authenticate.</a:t>
            </a:r>
          </a:p>
          <a:p>
            <a:r>
              <a:rPr lang="en-US" dirty="0"/>
              <a:t>Remote access services can also be used for persistence. Other common persistence techniques include:</a:t>
            </a:r>
          </a:p>
          <a:p>
            <a:pPr lvl="1"/>
            <a:r>
              <a:rPr lang="en-US" dirty="0"/>
              <a:t>Backdoors and Trojans, Bind and Reverse Shells</a:t>
            </a:r>
          </a:p>
          <a:p>
            <a:pPr lvl="1"/>
            <a:r>
              <a:rPr lang="en-US" dirty="0"/>
              <a:t>Services and Daemons, Registry Startup and Scheduled Tasks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1567903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Using Backdoors and Trojans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backdoor is a hidden mechanism that provides you with access to a system through some alternative means. </a:t>
            </a:r>
          </a:p>
          <a:p>
            <a:pPr lvl="1"/>
            <a:r>
              <a:rPr lang="en-US" dirty="0"/>
              <a:t>The goal is to escape the notice of the system's typical users while enabling unauthorized users to access that system. </a:t>
            </a:r>
          </a:p>
          <a:p>
            <a:r>
              <a:rPr lang="en-US" dirty="0"/>
              <a:t>One example of a backdoor is a remote access tool (RAT), also known as a remote access trojan. </a:t>
            </a:r>
          </a:p>
          <a:p>
            <a:pPr lvl="1"/>
            <a:r>
              <a:rPr lang="en-US" dirty="0"/>
              <a:t>Primarily downloaded to a victim's computer through Trojan horse malware</a:t>
            </a:r>
          </a:p>
          <a:p>
            <a:pPr lvl="1"/>
            <a:r>
              <a:rPr lang="en-US" dirty="0"/>
              <a:t>The function of a RAT may strictly offer an interactive shell or full GUI services and are designed to remain hidden from view</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298316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FF495-5509-4CB0-BA27-A2D2A8351896}"/>
              </a:ext>
            </a:extLst>
          </p:cNvPr>
          <p:cNvSpPr>
            <a:spLocks noGrp="1"/>
          </p:cNvSpPr>
          <p:nvPr>
            <p:ph type="title"/>
          </p:nvPr>
        </p:nvSpPr>
        <p:spPr/>
        <p:txBody>
          <a:bodyPr/>
          <a:lstStyle/>
          <a:p>
            <a:r>
              <a:rPr lang="en-US" dirty="0"/>
              <a:t>Remote Access Services</a:t>
            </a:r>
          </a:p>
        </p:txBody>
      </p:sp>
      <p:sp>
        <p:nvSpPr>
          <p:cNvPr id="3" name="Content Placeholder 2">
            <a:extLst>
              <a:ext uri="{FF2B5EF4-FFF2-40B4-BE49-F238E27FC236}">
                <a16:creationId xmlns:a16="http://schemas.microsoft.com/office/drawing/2014/main" id="{180801DF-F109-42BD-9906-5F31EE64D743}"/>
              </a:ext>
            </a:extLst>
          </p:cNvPr>
          <p:cNvSpPr>
            <a:spLocks noGrp="1"/>
          </p:cNvSpPr>
          <p:nvPr>
            <p:ph idx="1"/>
          </p:nvPr>
        </p:nvSpPr>
        <p:spPr/>
        <p:txBody>
          <a:bodyPr>
            <a:normAutofit/>
          </a:bodyPr>
          <a:lstStyle/>
          <a:p>
            <a:r>
              <a:rPr lang="en-US" dirty="0"/>
              <a:t>Remote access services like Telnet, SSH, RDP, VNC, etc., can also enable persistence. </a:t>
            </a:r>
          </a:p>
          <a:p>
            <a:r>
              <a:rPr lang="en-US" dirty="0"/>
              <a:t>You can even leverage backdoor accounts with these services, to remotely control the target system. </a:t>
            </a:r>
          </a:p>
          <a:p>
            <a:pPr lvl="1"/>
            <a:r>
              <a:rPr lang="en-US" dirty="0"/>
              <a:t>However, remaining stealthy while using these services is especially difficult.</a:t>
            </a:r>
          </a:p>
        </p:txBody>
      </p:sp>
      <p:sp>
        <p:nvSpPr>
          <p:cNvPr id="4" name="Slide Number Placeholder 3">
            <a:extLst>
              <a:ext uri="{FF2B5EF4-FFF2-40B4-BE49-F238E27FC236}">
                <a16:creationId xmlns:a16="http://schemas.microsoft.com/office/drawing/2014/main" id="{84D735C3-23FB-4E58-87FB-8BE88DBACEB2}"/>
              </a:ext>
            </a:extLst>
          </p:cNvPr>
          <p:cNvSpPr>
            <a:spLocks noGrp="1"/>
          </p:cNvSpPr>
          <p:nvPr>
            <p:ph type="sldNum" sz="quarter" idx="10"/>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2827873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Employing Reverse and Bind Shells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shell is any program that can be used to execute a command. There are essentially two types of shell attacks: bind and reverse.</a:t>
            </a:r>
          </a:p>
          <a:p>
            <a:r>
              <a:rPr lang="en-US" dirty="0"/>
              <a:t>A bind shell is established when the target system "binds" its shell to a local network port. </a:t>
            </a:r>
          </a:p>
          <a:p>
            <a:r>
              <a:rPr lang="en-US" dirty="0"/>
              <a:t>A reverse shell is established when the target machine communicates with an attack machine listening on a specific port. </a:t>
            </a:r>
          </a:p>
          <a:p>
            <a:pPr lvl="1"/>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30</a:t>
            </a:fld>
            <a:endParaRPr lang="en-US"/>
          </a:p>
        </p:txBody>
      </p:sp>
    </p:spTree>
    <p:extLst>
      <p:ext uri="{BB962C8B-B14F-4D97-AF65-F5344CB8AC3E}">
        <p14:creationId xmlns:p14="http://schemas.microsoft.com/office/powerpoint/2010/main" val="2552384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Comparing Services and Daemons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In the Windows world, a service is any program that runs in the background and are a type of non-interactive process.</a:t>
            </a:r>
          </a:p>
          <a:p>
            <a:r>
              <a:rPr lang="en-US" dirty="0"/>
              <a:t>In the Unix-like world, a daemon is like a service. </a:t>
            </a:r>
          </a:p>
          <a:p>
            <a:pPr lvl="1"/>
            <a:r>
              <a:rPr lang="en-US" dirty="0"/>
              <a:t>They run in the background but are not attached to any terminal; therefore, they can continue to run on the system even when a terminal is closed.</a:t>
            </a:r>
          </a:p>
          <a:p>
            <a:r>
              <a:rPr lang="en-US" dirty="0"/>
              <a:t>If you install a remote access daemon on the target:</a:t>
            </a:r>
          </a:p>
          <a:p>
            <a:pPr lvl="1"/>
            <a:r>
              <a:rPr lang="en-US" dirty="0"/>
              <a:t>You could shell into the target at any time and even regain that shell immediately after the system has rebooted. </a:t>
            </a:r>
          </a:p>
          <a:p>
            <a:endParaRPr lang="en-US" dirty="0"/>
          </a:p>
          <a:p>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959248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D585B-C912-47A3-9936-DF447CAD11E9}"/>
              </a:ext>
            </a:extLst>
          </p:cNvPr>
          <p:cNvSpPr>
            <a:spLocks noGrp="1"/>
          </p:cNvSpPr>
          <p:nvPr>
            <p:ph type="title"/>
          </p:nvPr>
        </p:nvSpPr>
        <p:spPr/>
        <p:txBody>
          <a:bodyPr/>
          <a:lstStyle/>
          <a:p>
            <a:r>
              <a:rPr lang="en-US" dirty="0"/>
              <a:t>Registry and Startup Locations</a:t>
            </a:r>
          </a:p>
        </p:txBody>
      </p:sp>
      <p:sp>
        <p:nvSpPr>
          <p:cNvPr id="3" name="Content Placeholder 2">
            <a:extLst>
              <a:ext uri="{FF2B5EF4-FFF2-40B4-BE49-F238E27FC236}">
                <a16:creationId xmlns:a16="http://schemas.microsoft.com/office/drawing/2014/main" id="{3D1D1090-524B-4600-9611-7838E47F9414}"/>
              </a:ext>
            </a:extLst>
          </p:cNvPr>
          <p:cNvSpPr>
            <a:spLocks noGrp="1"/>
          </p:cNvSpPr>
          <p:nvPr>
            <p:ph idx="1"/>
          </p:nvPr>
        </p:nvSpPr>
        <p:spPr/>
        <p:txBody>
          <a:bodyPr>
            <a:normAutofit/>
          </a:bodyPr>
          <a:lstStyle/>
          <a:p>
            <a:r>
              <a:rPr lang="en-US" dirty="0"/>
              <a:t>In Windows, to get a particular program or command to start upon boot, you can add the program or modify the Registry keys</a:t>
            </a:r>
          </a:p>
          <a:p>
            <a:r>
              <a:rPr lang="en-US" dirty="0"/>
              <a:t>In Linux, (depending on the distribution) /etc/init.d/  and /etc/systemd/  can provide similar run-on-boot functionality </a:t>
            </a:r>
          </a:p>
          <a:p>
            <a:pPr lvl="1"/>
            <a:r>
              <a:rPr lang="en-US" dirty="0"/>
              <a:t>Some distributions maintain backwards compatibility with RC scripts: /etc/</a:t>
            </a:r>
            <a:r>
              <a:rPr lang="en-US" dirty="0" err="1"/>
              <a:t>rc.local</a:t>
            </a:r>
            <a:r>
              <a:rPr lang="en-US" dirty="0"/>
              <a:t>/ and entries in the </a:t>
            </a:r>
            <a:r>
              <a:rPr lang="en-US" dirty="0" err="1"/>
              <a:t>rc.common</a:t>
            </a:r>
            <a:r>
              <a:rPr lang="en-US" dirty="0"/>
              <a:t> file.</a:t>
            </a:r>
          </a:p>
        </p:txBody>
      </p:sp>
      <p:sp>
        <p:nvSpPr>
          <p:cNvPr id="4" name="Slide Number Placeholder 3">
            <a:extLst>
              <a:ext uri="{FF2B5EF4-FFF2-40B4-BE49-F238E27FC236}">
                <a16:creationId xmlns:a16="http://schemas.microsoft.com/office/drawing/2014/main" id="{7047F6AB-B1CE-46D8-A723-733C1263C4B4}"/>
              </a:ext>
            </a:extLst>
          </p:cNvPr>
          <p:cNvSpPr>
            <a:spLocks noGrp="1"/>
          </p:cNvSpPr>
          <p:nvPr>
            <p:ph type="sldNum" sz="quarter" idx="10"/>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21989722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488DA-D949-4575-AC62-331B3493B7D9}"/>
              </a:ext>
            </a:extLst>
          </p:cNvPr>
          <p:cNvSpPr>
            <a:spLocks noGrp="1"/>
          </p:cNvSpPr>
          <p:nvPr>
            <p:ph type="title"/>
          </p:nvPr>
        </p:nvSpPr>
        <p:spPr/>
        <p:txBody>
          <a:bodyPr/>
          <a:lstStyle/>
          <a:p>
            <a:r>
              <a:rPr lang="en-US" dirty="0"/>
              <a:t>Scheduling Tasks </a:t>
            </a:r>
          </a:p>
        </p:txBody>
      </p:sp>
      <p:sp>
        <p:nvSpPr>
          <p:cNvPr id="3" name="Content Placeholder 2">
            <a:extLst>
              <a:ext uri="{FF2B5EF4-FFF2-40B4-BE49-F238E27FC236}">
                <a16:creationId xmlns:a16="http://schemas.microsoft.com/office/drawing/2014/main" id="{5A31B947-8BD7-4438-B58D-E04B283B8897}"/>
              </a:ext>
            </a:extLst>
          </p:cNvPr>
          <p:cNvSpPr>
            <a:spLocks noGrp="1"/>
          </p:cNvSpPr>
          <p:nvPr>
            <p:ph idx="1"/>
          </p:nvPr>
        </p:nvSpPr>
        <p:spPr/>
        <p:txBody>
          <a:bodyPr>
            <a:normAutofit/>
          </a:bodyPr>
          <a:lstStyle/>
          <a:p>
            <a:r>
              <a:rPr lang="en-US" dirty="0"/>
              <a:t>A scheduled task or job is will initiate a process or run of a script that the system performs on a set schedule. </a:t>
            </a:r>
          </a:p>
          <a:p>
            <a:r>
              <a:rPr lang="en-US" dirty="0"/>
              <a:t>Scheduled tasks can help during the PenTest campaign: </a:t>
            </a:r>
          </a:p>
          <a:p>
            <a:pPr lvl="1"/>
            <a:r>
              <a:rPr lang="en-US" dirty="0"/>
              <a:t>You could create a scheduled task that silently runs an exfiltration command in the background to automate persistence while remaining undetected.</a:t>
            </a:r>
          </a:p>
          <a:p>
            <a:r>
              <a:rPr lang="en-US" dirty="0"/>
              <a:t>Using Task Scheduler you can do quite a bit, including:</a:t>
            </a:r>
          </a:p>
          <a:p>
            <a:pPr lvl="1"/>
            <a:r>
              <a:rPr lang="en-US" sz="2100" dirty="0"/>
              <a:t>Set the task's actual action, e.g., running a program, what account to run the task under, along with special conditions when the task should run</a:t>
            </a:r>
          </a:p>
        </p:txBody>
      </p:sp>
      <p:sp>
        <p:nvSpPr>
          <p:cNvPr id="4" name="Slide Number Placeholder 3">
            <a:extLst>
              <a:ext uri="{FF2B5EF4-FFF2-40B4-BE49-F238E27FC236}">
                <a16:creationId xmlns:a16="http://schemas.microsoft.com/office/drawing/2014/main" id="{A94BDF84-7BAC-4DC5-A75E-75BD176FEC57}"/>
              </a:ext>
            </a:extLst>
          </p:cNvPr>
          <p:cNvSpPr>
            <a:spLocks noGrp="1"/>
          </p:cNvSpPr>
          <p:nvPr>
            <p:ph type="sldNum" sz="quarter" idx="10"/>
          </p:nvPr>
        </p:nvSpPr>
        <p:spPr/>
        <p:txBody>
          <a:bodyPr/>
          <a:lstStyle/>
          <a:p>
            <a:fld id="{B7CF8A19-3A9E-4ABC-B336-2FDDE321C72D}" type="slidenum">
              <a:rPr lang="en-US" smtClean="0"/>
              <a:pPr/>
              <a:t>33</a:t>
            </a:fld>
            <a:endParaRPr lang="en-US"/>
          </a:p>
        </p:txBody>
      </p:sp>
    </p:spTree>
    <p:extLst>
      <p:ext uri="{BB962C8B-B14F-4D97-AF65-F5344CB8AC3E}">
        <p14:creationId xmlns:p14="http://schemas.microsoft.com/office/powerpoint/2010/main" val="1781875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53DF3-4DB4-42EC-8C7A-D90FC43C1154}"/>
              </a:ext>
            </a:extLst>
          </p:cNvPr>
          <p:cNvSpPr>
            <a:spLocks noGrp="1"/>
          </p:cNvSpPr>
          <p:nvPr>
            <p:ph type="title"/>
          </p:nvPr>
        </p:nvSpPr>
        <p:spPr/>
        <p:txBody>
          <a:bodyPr/>
          <a:lstStyle/>
          <a:p>
            <a:r>
              <a:rPr lang="en-US" dirty="0"/>
              <a:t>Using cron Jobs</a:t>
            </a:r>
          </a:p>
        </p:txBody>
      </p:sp>
      <p:sp>
        <p:nvSpPr>
          <p:cNvPr id="3" name="Content Placeholder 2">
            <a:extLst>
              <a:ext uri="{FF2B5EF4-FFF2-40B4-BE49-F238E27FC236}">
                <a16:creationId xmlns:a16="http://schemas.microsoft.com/office/drawing/2014/main" id="{E8486E2F-04B5-41EC-B004-02B07F42F266}"/>
              </a:ext>
            </a:extLst>
          </p:cNvPr>
          <p:cNvSpPr>
            <a:spLocks noGrp="1"/>
          </p:cNvSpPr>
          <p:nvPr>
            <p:ph idx="1"/>
          </p:nvPr>
        </p:nvSpPr>
        <p:spPr/>
        <p:txBody>
          <a:bodyPr>
            <a:normAutofit/>
          </a:bodyPr>
          <a:lstStyle/>
          <a:p>
            <a:r>
              <a:rPr lang="en-US" dirty="0"/>
              <a:t>In Linux, cron jobs are the primary method of scheduling tasks/jobs. </a:t>
            </a:r>
          </a:p>
          <a:p>
            <a:r>
              <a:rPr lang="en-US" dirty="0"/>
              <a:t>The cron daemon runs the specified shell command at the date and/or time specified in the user's crontab file. </a:t>
            </a:r>
          </a:p>
          <a:p>
            <a:r>
              <a:rPr lang="en-US" dirty="0"/>
              <a:t>You can edit this file by entering crontab -e at a shell.</a:t>
            </a:r>
          </a:p>
          <a:p>
            <a:pPr lvl="1"/>
            <a:r>
              <a:rPr lang="en-US" dirty="0"/>
              <a:t>Be aware that the jobs you create with crontab -e will run as the current user. </a:t>
            </a:r>
          </a:p>
        </p:txBody>
      </p:sp>
      <p:sp>
        <p:nvSpPr>
          <p:cNvPr id="4" name="Slide Number Placeholder 3">
            <a:extLst>
              <a:ext uri="{FF2B5EF4-FFF2-40B4-BE49-F238E27FC236}">
                <a16:creationId xmlns:a16="http://schemas.microsoft.com/office/drawing/2014/main" id="{FEAD4359-9BC5-4F8A-82D5-01DE87CF905E}"/>
              </a:ext>
            </a:extLst>
          </p:cNvPr>
          <p:cNvSpPr>
            <a:spLocks noGrp="1"/>
          </p:cNvSpPr>
          <p:nvPr>
            <p:ph type="sldNum" sz="quarter" idx="10"/>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1365363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E7712-8ADD-486C-909B-2801F24F6620}"/>
              </a:ext>
            </a:extLst>
          </p:cNvPr>
          <p:cNvSpPr>
            <a:spLocks noGrp="1"/>
          </p:cNvSpPr>
          <p:nvPr>
            <p:ph type="title"/>
          </p:nvPr>
        </p:nvSpPr>
        <p:spPr/>
        <p:txBody>
          <a:bodyPr/>
          <a:lstStyle/>
          <a:p>
            <a:r>
              <a:rPr lang="en-US" dirty="0"/>
              <a:t>Maintaining Persistence</a:t>
            </a:r>
          </a:p>
        </p:txBody>
      </p:sp>
      <p:sp>
        <p:nvSpPr>
          <p:cNvPr id="3" name="Content Placeholder 2">
            <a:extLst>
              <a:ext uri="{FF2B5EF4-FFF2-40B4-BE49-F238E27FC236}">
                <a16:creationId xmlns:a16="http://schemas.microsoft.com/office/drawing/2014/main" id="{7D376037-BE57-4F06-96EC-0E5C1860AC45}"/>
              </a:ext>
            </a:extLst>
          </p:cNvPr>
          <p:cNvSpPr>
            <a:spLocks noGrp="1"/>
          </p:cNvSpPr>
          <p:nvPr>
            <p:ph idx="1"/>
          </p:nvPr>
        </p:nvSpPr>
        <p:spPr/>
        <p:txBody>
          <a:bodyPr>
            <a:normAutofit/>
          </a:bodyPr>
          <a:lstStyle/>
          <a:p>
            <a:r>
              <a:rPr lang="en-US" dirty="0"/>
              <a:t>When using persistence techniques, some guidelines include:</a:t>
            </a:r>
          </a:p>
          <a:p>
            <a:pPr lvl="1"/>
            <a:r>
              <a:rPr lang="en-US" dirty="0"/>
              <a:t>Try to maintain a foothold in the organization to continue your attack after the main phase has concluded.</a:t>
            </a:r>
          </a:p>
          <a:p>
            <a:pPr lvl="1"/>
            <a:r>
              <a:rPr lang="en-US" dirty="0"/>
              <a:t>Demonstrate persistence to the client without necessarily keeping assets compromised for a long period of time.</a:t>
            </a:r>
          </a:p>
          <a:p>
            <a:pPr lvl="1"/>
            <a:r>
              <a:rPr lang="en-US" dirty="0"/>
              <a:t>Create a shell using Netcat to open a backdoor for command execution.</a:t>
            </a:r>
          </a:p>
          <a:p>
            <a:pPr lvl="1"/>
            <a:r>
              <a:rPr lang="en-US" dirty="0"/>
              <a:t>Use Task Scheduler in Windows to run a compromising command or program on a consistent schedule.</a:t>
            </a:r>
          </a:p>
          <a:p>
            <a:pPr lvl="1"/>
            <a:r>
              <a:rPr lang="en-US" dirty="0"/>
              <a:t>Use cron jobs in Linux to do likewise.</a:t>
            </a:r>
          </a:p>
          <a:p>
            <a:pPr lvl="1"/>
            <a:endParaRPr lang="en-US" dirty="0"/>
          </a:p>
        </p:txBody>
      </p:sp>
      <p:sp>
        <p:nvSpPr>
          <p:cNvPr id="4" name="Slide Number Placeholder 3">
            <a:extLst>
              <a:ext uri="{FF2B5EF4-FFF2-40B4-BE49-F238E27FC236}">
                <a16:creationId xmlns:a16="http://schemas.microsoft.com/office/drawing/2014/main" id="{28B1D751-775C-4BE1-8CB5-AE65080CD007}"/>
              </a:ext>
            </a:extLst>
          </p:cNvPr>
          <p:cNvSpPr>
            <a:spLocks noGrp="1"/>
          </p:cNvSpPr>
          <p:nvPr>
            <p:ph type="sldNum" sz="quarter" idx="10"/>
          </p:nvPr>
        </p:nvSpPr>
        <p:spPr/>
        <p:txBody>
          <a:bodyPr/>
          <a:lstStyle/>
          <a:p>
            <a:fld id="{B7CF8A19-3A9E-4ABC-B336-2FDDE321C72D}" type="slidenum">
              <a:rPr lang="en-US" smtClean="0"/>
              <a:pPr/>
              <a:t>35</a:t>
            </a:fld>
            <a:endParaRPr lang="en-US"/>
          </a:p>
        </p:txBody>
      </p:sp>
    </p:spTree>
    <p:extLst>
      <p:ext uri="{BB962C8B-B14F-4D97-AF65-F5344CB8AC3E}">
        <p14:creationId xmlns:p14="http://schemas.microsoft.com/office/powerpoint/2010/main" val="24311247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normAutofit/>
          </a:bodyPr>
          <a:lstStyle/>
          <a:p>
            <a:r>
              <a:rPr lang="en-US" dirty="0"/>
              <a:t>Outline some of the goals involved in maintaining persistence </a:t>
            </a:r>
          </a:p>
          <a:p>
            <a:r>
              <a:rPr lang="en-US" dirty="0"/>
              <a:t>Explain the concept of an Advanced Persistent Threat </a:t>
            </a:r>
          </a:p>
          <a:p>
            <a:r>
              <a:rPr lang="en-US" dirty="0"/>
              <a:t>Review ways the team can bypass restrictions</a:t>
            </a:r>
          </a:p>
          <a:p>
            <a:r>
              <a:rPr lang="en-US" dirty="0"/>
              <a:t>Discuss what can be accomplished with Backdoors and Trojans</a:t>
            </a:r>
          </a:p>
          <a:p>
            <a:r>
              <a:rPr lang="en-US" dirty="0"/>
              <a:t>Describe how remote access services can enable persistence. </a:t>
            </a:r>
          </a:p>
          <a:p>
            <a:endParaRPr lang="en-US" dirty="0"/>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Maintain Persistence</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36</a:t>
            </a:fld>
            <a:endParaRPr lang="en-US"/>
          </a:p>
        </p:txBody>
      </p:sp>
    </p:spTree>
    <p:extLst>
      <p:ext uri="{BB962C8B-B14F-4D97-AF65-F5344CB8AC3E}">
        <p14:creationId xmlns:p14="http://schemas.microsoft.com/office/powerpoint/2010/main" val="1318229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normAutofit/>
          </a:bodyPr>
          <a:lstStyle/>
          <a:p>
            <a:r>
              <a:rPr lang="en-US" dirty="0"/>
              <a:t>Describe the concept of reverse and bind shells </a:t>
            </a:r>
          </a:p>
          <a:p>
            <a:r>
              <a:rPr lang="en-US" dirty="0"/>
              <a:t>Discuss the benefit of using a remote access daemon </a:t>
            </a:r>
          </a:p>
          <a:p>
            <a:r>
              <a:rPr lang="en-US" dirty="0"/>
              <a:t>Compare ways to schedule tasks and jobs in either Windows or Linux environments</a:t>
            </a:r>
          </a:p>
          <a:p>
            <a:r>
              <a:rPr lang="en-US" dirty="0"/>
              <a:t>List some guidelines when using persistence techniques</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Maintain Persistence</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37</a:t>
            </a:fld>
            <a:endParaRPr lang="en-US"/>
          </a:p>
        </p:txBody>
      </p:sp>
    </p:spTree>
    <p:extLst>
      <p:ext uri="{BB962C8B-B14F-4D97-AF65-F5344CB8AC3E}">
        <p14:creationId xmlns:p14="http://schemas.microsoft.com/office/powerpoint/2010/main" val="25786933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59B2B-48E2-4647-ABDD-6BF7993BECA5}"/>
              </a:ext>
            </a:extLst>
          </p:cNvPr>
          <p:cNvSpPr>
            <a:spLocks noGrp="1"/>
          </p:cNvSpPr>
          <p:nvPr>
            <p:ph type="sldNum" sz="quarter" idx="13"/>
          </p:nvPr>
        </p:nvSpPr>
        <p:spPr/>
        <p:txBody>
          <a:bodyPr/>
          <a:lstStyle/>
          <a:p>
            <a:fld id="{B7CF8A19-3A9E-4ABC-B336-2FDDE321C72D}" type="slidenum">
              <a:rPr lang="en-US" smtClean="0"/>
              <a:pPr/>
              <a:t>38</a:t>
            </a:fld>
            <a:endParaRPr lang="en-US"/>
          </a:p>
        </p:txBody>
      </p:sp>
      <p:sp>
        <p:nvSpPr>
          <p:cNvPr id="3" name="Content Placeholder 2">
            <a:extLst>
              <a:ext uri="{FF2B5EF4-FFF2-40B4-BE49-F238E27FC236}">
                <a16:creationId xmlns:a16="http://schemas.microsoft.com/office/drawing/2014/main" id="{568708AE-48ED-4852-AE39-86C44E3C3102}"/>
              </a:ext>
            </a:extLst>
          </p:cNvPr>
          <p:cNvSpPr>
            <a:spLocks noGrp="1"/>
          </p:cNvSpPr>
          <p:nvPr>
            <p:ph sz="quarter" idx="14"/>
          </p:nvPr>
        </p:nvSpPr>
        <p:spPr>
          <a:xfrm>
            <a:off x="146050" y="748621"/>
            <a:ext cx="3742072" cy="4044357"/>
          </a:xfrm>
        </p:spPr>
        <p:txBody>
          <a:bodyPr/>
          <a:lstStyle/>
          <a:p>
            <a:pPr marL="0" indent="0">
              <a:buNone/>
            </a:pPr>
            <a:r>
              <a:rPr lang="en-US" sz="1800" b="0" i="0" u="none" strike="noStrike" dirty="0">
                <a:solidFill>
                  <a:srgbClr val="000000"/>
                </a:solidFill>
                <a:effectLst/>
                <a:latin typeface="Calibri" panose="020F0502020204030204" pitchFamily="34" charset="0"/>
              </a:rPr>
              <a:t>Assisted Lab: Using Reverse and Bind Shells</a:t>
            </a:r>
          </a:p>
          <a:p>
            <a:pPr marL="0" indent="0">
              <a:buNone/>
            </a:pPr>
            <a:r>
              <a:rPr lang="en-US" sz="1800" b="0" i="0" u="none" strike="noStrike" dirty="0">
                <a:solidFill>
                  <a:srgbClr val="000000"/>
                </a:solidFill>
                <a:effectLst/>
                <a:latin typeface="Calibri" panose="020F0502020204030204" pitchFamily="34" charset="0"/>
              </a:rPr>
              <a:t>Assisted Lab: Performing Post-Exploitation Activities</a:t>
            </a:r>
          </a:p>
          <a:p>
            <a:pPr marL="0" indent="0">
              <a:buNone/>
            </a:pPr>
            <a:r>
              <a:rPr lang="en-US" sz="1800" b="0" i="0" u="none" strike="noStrike" dirty="0">
                <a:solidFill>
                  <a:srgbClr val="000000"/>
                </a:solidFill>
                <a:effectLst/>
                <a:latin typeface="Calibri" panose="020F0502020204030204" pitchFamily="34" charset="0"/>
              </a:rPr>
              <a:t>Assisted Lab: Establishing Persistence</a:t>
            </a:r>
          </a:p>
          <a:p>
            <a:pPr marL="0" indent="0">
              <a:buNone/>
            </a:pPr>
            <a:r>
              <a:rPr lang="en-US" sz="1800" b="0" i="0" u="none" strike="noStrike" dirty="0">
                <a:solidFill>
                  <a:srgbClr val="000000"/>
                </a:solidFill>
                <a:effectLst/>
                <a:latin typeface="Calibri" panose="020F0502020204030204" pitchFamily="34" charset="0"/>
              </a:rPr>
              <a:t>Assisted Lab: Performing Lateral Movement</a:t>
            </a:r>
          </a:p>
        </p:txBody>
      </p:sp>
      <p:sp>
        <p:nvSpPr>
          <p:cNvPr id="5" name="TextBox 4">
            <a:extLst>
              <a:ext uri="{FF2B5EF4-FFF2-40B4-BE49-F238E27FC236}">
                <a16:creationId xmlns:a16="http://schemas.microsoft.com/office/drawing/2014/main" id="{913E43AC-45A4-4D84-834A-CE8499000767}"/>
              </a:ext>
            </a:extLst>
          </p:cNvPr>
          <p:cNvSpPr txBox="1"/>
          <p:nvPr/>
        </p:nvSpPr>
        <p:spPr>
          <a:xfrm>
            <a:off x="3975101" y="742950"/>
            <a:ext cx="5120843" cy="3986972"/>
          </a:xfrm>
          <a:custGeom>
            <a:avLst/>
            <a:gdLst>
              <a:gd name="connsiteX0" fmla="*/ 0 w 5120843"/>
              <a:gd name="connsiteY0" fmla="*/ 0 h 3986972"/>
              <a:gd name="connsiteX1" fmla="*/ 620191 w 5120843"/>
              <a:gd name="connsiteY1" fmla="*/ 0 h 3986972"/>
              <a:gd name="connsiteX2" fmla="*/ 1035548 w 5120843"/>
              <a:gd name="connsiteY2" fmla="*/ 0 h 3986972"/>
              <a:gd name="connsiteX3" fmla="*/ 1655739 w 5120843"/>
              <a:gd name="connsiteY3" fmla="*/ 0 h 3986972"/>
              <a:gd name="connsiteX4" fmla="*/ 2173513 w 5120843"/>
              <a:gd name="connsiteY4" fmla="*/ 0 h 3986972"/>
              <a:gd name="connsiteX5" fmla="*/ 2793704 w 5120843"/>
              <a:gd name="connsiteY5" fmla="*/ 0 h 3986972"/>
              <a:gd name="connsiteX6" fmla="*/ 3260270 w 5120843"/>
              <a:gd name="connsiteY6" fmla="*/ 0 h 3986972"/>
              <a:gd name="connsiteX7" fmla="*/ 3931669 w 5120843"/>
              <a:gd name="connsiteY7" fmla="*/ 0 h 3986972"/>
              <a:gd name="connsiteX8" fmla="*/ 4603069 w 5120843"/>
              <a:gd name="connsiteY8" fmla="*/ 0 h 3986972"/>
              <a:gd name="connsiteX9" fmla="*/ 5120843 w 5120843"/>
              <a:gd name="connsiteY9" fmla="*/ 0 h 3986972"/>
              <a:gd name="connsiteX10" fmla="*/ 5120843 w 5120843"/>
              <a:gd name="connsiteY10" fmla="*/ 489828 h 3986972"/>
              <a:gd name="connsiteX11" fmla="*/ 5120843 w 5120843"/>
              <a:gd name="connsiteY11" fmla="*/ 1139135 h 3986972"/>
              <a:gd name="connsiteX12" fmla="*/ 5120843 w 5120843"/>
              <a:gd name="connsiteY12" fmla="*/ 1788442 h 3986972"/>
              <a:gd name="connsiteX13" fmla="*/ 5120843 w 5120843"/>
              <a:gd name="connsiteY13" fmla="*/ 2437749 h 3986972"/>
              <a:gd name="connsiteX14" fmla="*/ 5120843 w 5120843"/>
              <a:gd name="connsiteY14" fmla="*/ 2887707 h 3986972"/>
              <a:gd name="connsiteX15" fmla="*/ 5120843 w 5120843"/>
              <a:gd name="connsiteY15" fmla="*/ 3377535 h 3986972"/>
              <a:gd name="connsiteX16" fmla="*/ 5120843 w 5120843"/>
              <a:gd name="connsiteY16" fmla="*/ 3986972 h 3986972"/>
              <a:gd name="connsiteX17" fmla="*/ 4500652 w 5120843"/>
              <a:gd name="connsiteY17" fmla="*/ 3986972 h 3986972"/>
              <a:gd name="connsiteX18" fmla="*/ 4034086 w 5120843"/>
              <a:gd name="connsiteY18" fmla="*/ 3986972 h 3986972"/>
              <a:gd name="connsiteX19" fmla="*/ 3362687 w 5120843"/>
              <a:gd name="connsiteY19" fmla="*/ 3986972 h 3986972"/>
              <a:gd name="connsiteX20" fmla="*/ 2691287 w 5120843"/>
              <a:gd name="connsiteY20" fmla="*/ 3986972 h 3986972"/>
              <a:gd name="connsiteX21" fmla="*/ 2224722 w 5120843"/>
              <a:gd name="connsiteY21" fmla="*/ 3986972 h 3986972"/>
              <a:gd name="connsiteX22" fmla="*/ 1809365 w 5120843"/>
              <a:gd name="connsiteY22" fmla="*/ 3986972 h 3986972"/>
              <a:gd name="connsiteX23" fmla="*/ 1394007 w 5120843"/>
              <a:gd name="connsiteY23" fmla="*/ 3986972 h 3986972"/>
              <a:gd name="connsiteX24" fmla="*/ 876233 w 5120843"/>
              <a:gd name="connsiteY24" fmla="*/ 3986972 h 3986972"/>
              <a:gd name="connsiteX25" fmla="*/ 0 w 5120843"/>
              <a:gd name="connsiteY25" fmla="*/ 3986972 h 3986972"/>
              <a:gd name="connsiteX26" fmla="*/ 0 w 5120843"/>
              <a:gd name="connsiteY26" fmla="*/ 3457274 h 3986972"/>
              <a:gd name="connsiteX27" fmla="*/ 0 w 5120843"/>
              <a:gd name="connsiteY27" fmla="*/ 2927577 h 3986972"/>
              <a:gd name="connsiteX28" fmla="*/ 0 w 5120843"/>
              <a:gd name="connsiteY28" fmla="*/ 2278270 h 3986972"/>
              <a:gd name="connsiteX29" fmla="*/ 0 w 5120843"/>
              <a:gd name="connsiteY29" fmla="*/ 1748572 h 3986972"/>
              <a:gd name="connsiteX30" fmla="*/ 0 w 5120843"/>
              <a:gd name="connsiteY30" fmla="*/ 1298614 h 3986972"/>
              <a:gd name="connsiteX31" fmla="*/ 0 w 5120843"/>
              <a:gd name="connsiteY31" fmla="*/ 768916 h 3986972"/>
              <a:gd name="connsiteX32" fmla="*/ 0 w 5120843"/>
              <a:gd name="connsiteY32" fmla="*/ 0 h 398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20843" h="3986972" fill="none" extrusionOk="0">
                <a:moveTo>
                  <a:pt x="0" y="0"/>
                </a:moveTo>
                <a:cubicBezTo>
                  <a:pt x="181082" y="-44144"/>
                  <a:pt x="332351" y="17296"/>
                  <a:pt x="620191" y="0"/>
                </a:cubicBezTo>
                <a:cubicBezTo>
                  <a:pt x="908031" y="-17296"/>
                  <a:pt x="913865" y="31805"/>
                  <a:pt x="1035548" y="0"/>
                </a:cubicBezTo>
                <a:cubicBezTo>
                  <a:pt x="1157231" y="-31805"/>
                  <a:pt x="1401820" y="28595"/>
                  <a:pt x="1655739" y="0"/>
                </a:cubicBezTo>
                <a:cubicBezTo>
                  <a:pt x="1909658" y="-28595"/>
                  <a:pt x="2005301" y="20107"/>
                  <a:pt x="2173513" y="0"/>
                </a:cubicBezTo>
                <a:cubicBezTo>
                  <a:pt x="2341725" y="-20107"/>
                  <a:pt x="2581271" y="43917"/>
                  <a:pt x="2793704" y="0"/>
                </a:cubicBezTo>
                <a:cubicBezTo>
                  <a:pt x="3006137" y="-43917"/>
                  <a:pt x="3042637" y="10045"/>
                  <a:pt x="3260270" y="0"/>
                </a:cubicBezTo>
                <a:cubicBezTo>
                  <a:pt x="3477903" y="-10045"/>
                  <a:pt x="3644284" y="77189"/>
                  <a:pt x="3931669" y="0"/>
                </a:cubicBezTo>
                <a:cubicBezTo>
                  <a:pt x="4219054" y="-77189"/>
                  <a:pt x="4316130" y="46666"/>
                  <a:pt x="4603069" y="0"/>
                </a:cubicBezTo>
                <a:cubicBezTo>
                  <a:pt x="4890008" y="-46666"/>
                  <a:pt x="4998350" y="36197"/>
                  <a:pt x="5120843" y="0"/>
                </a:cubicBezTo>
                <a:cubicBezTo>
                  <a:pt x="5128488" y="186839"/>
                  <a:pt x="5112671" y="254479"/>
                  <a:pt x="5120843" y="489828"/>
                </a:cubicBezTo>
                <a:cubicBezTo>
                  <a:pt x="5129015" y="725177"/>
                  <a:pt x="5060647" y="965704"/>
                  <a:pt x="5120843" y="1139135"/>
                </a:cubicBezTo>
                <a:cubicBezTo>
                  <a:pt x="5181039" y="1312566"/>
                  <a:pt x="5049372" y="1539935"/>
                  <a:pt x="5120843" y="1788442"/>
                </a:cubicBezTo>
                <a:cubicBezTo>
                  <a:pt x="5192314" y="2036949"/>
                  <a:pt x="5061265" y="2214741"/>
                  <a:pt x="5120843" y="2437749"/>
                </a:cubicBezTo>
                <a:cubicBezTo>
                  <a:pt x="5180421" y="2660757"/>
                  <a:pt x="5078268" y="2666755"/>
                  <a:pt x="5120843" y="2887707"/>
                </a:cubicBezTo>
                <a:cubicBezTo>
                  <a:pt x="5163418" y="3108659"/>
                  <a:pt x="5103872" y="3212463"/>
                  <a:pt x="5120843" y="3377535"/>
                </a:cubicBezTo>
                <a:cubicBezTo>
                  <a:pt x="5137814" y="3542607"/>
                  <a:pt x="5090777" y="3838116"/>
                  <a:pt x="5120843" y="3986972"/>
                </a:cubicBezTo>
                <a:cubicBezTo>
                  <a:pt x="4958232" y="4008270"/>
                  <a:pt x="4738321" y="3954766"/>
                  <a:pt x="4500652" y="3986972"/>
                </a:cubicBezTo>
                <a:cubicBezTo>
                  <a:pt x="4262983" y="4019178"/>
                  <a:pt x="4225098" y="3932484"/>
                  <a:pt x="4034086" y="3986972"/>
                </a:cubicBezTo>
                <a:cubicBezTo>
                  <a:pt x="3843074" y="4041460"/>
                  <a:pt x="3602078" y="3914575"/>
                  <a:pt x="3362687" y="3986972"/>
                </a:cubicBezTo>
                <a:cubicBezTo>
                  <a:pt x="3123296" y="4059369"/>
                  <a:pt x="2951314" y="3919249"/>
                  <a:pt x="2691287" y="3986972"/>
                </a:cubicBezTo>
                <a:cubicBezTo>
                  <a:pt x="2431260" y="4054695"/>
                  <a:pt x="2350391" y="3956158"/>
                  <a:pt x="2224722" y="3986972"/>
                </a:cubicBezTo>
                <a:cubicBezTo>
                  <a:pt x="2099054" y="4017786"/>
                  <a:pt x="1991047" y="3955209"/>
                  <a:pt x="1809365" y="3986972"/>
                </a:cubicBezTo>
                <a:cubicBezTo>
                  <a:pt x="1627683" y="4018735"/>
                  <a:pt x="1518268" y="3941113"/>
                  <a:pt x="1394007" y="3986972"/>
                </a:cubicBezTo>
                <a:cubicBezTo>
                  <a:pt x="1269746" y="4032831"/>
                  <a:pt x="1001496" y="3974555"/>
                  <a:pt x="876233" y="3986972"/>
                </a:cubicBezTo>
                <a:cubicBezTo>
                  <a:pt x="750970" y="3999389"/>
                  <a:pt x="342774" y="3907284"/>
                  <a:pt x="0" y="3986972"/>
                </a:cubicBezTo>
                <a:cubicBezTo>
                  <a:pt x="-41093" y="3761640"/>
                  <a:pt x="12633" y="3591114"/>
                  <a:pt x="0" y="3457274"/>
                </a:cubicBezTo>
                <a:cubicBezTo>
                  <a:pt x="-12633" y="3323434"/>
                  <a:pt x="53828" y="3048359"/>
                  <a:pt x="0" y="2927577"/>
                </a:cubicBezTo>
                <a:cubicBezTo>
                  <a:pt x="-53828" y="2806795"/>
                  <a:pt x="22417" y="2456264"/>
                  <a:pt x="0" y="2278270"/>
                </a:cubicBezTo>
                <a:cubicBezTo>
                  <a:pt x="-22417" y="2100276"/>
                  <a:pt x="52072" y="1993161"/>
                  <a:pt x="0" y="1748572"/>
                </a:cubicBezTo>
                <a:cubicBezTo>
                  <a:pt x="-52072" y="1503983"/>
                  <a:pt x="23634" y="1446189"/>
                  <a:pt x="0" y="1298614"/>
                </a:cubicBezTo>
                <a:cubicBezTo>
                  <a:pt x="-23634" y="1151039"/>
                  <a:pt x="2064" y="1023762"/>
                  <a:pt x="0" y="768916"/>
                </a:cubicBezTo>
                <a:cubicBezTo>
                  <a:pt x="-2064" y="514070"/>
                  <a:pt x="41086" y="192150"/>
                  <a:pt x="0" y="0"/>
                </a:cubicBezTo>
                <a:close/>
              </a:path>
              <a:path w="5120843" h="3986972" stroke="0" extrusionOk="0">
                <a:moveTo>
                  <a:pt x="0" y="0"/>
                </a:moveTo>
                <a:cubicBezTo>
                  <a:pt x="196917" y="-3664"/>
                  <a:pt x="331007" y="36965"/>
                  <a:pt x="568983" y="0"/>
                </a:cubicBezTo>
                <a:cubicBezTo>
                  <a:pt x="806959" y="-36965"/>
                  <a:pt x="895566" y="12616"/>
                  <a:pt x="1137965" y="0"/>
                </a:cubicBezTo>
                <a:cubicBezTo>
                  <a:pt x="1380364" y="-12616"/>
                  <a:pt x="1373421" y="28097"/>
                  <a:pt x="1604531" y="0"/>
                </a:cubicBezTo>
                <a:cubicBezTo>
                  <a:pt x="1835641" y="-28097"/>
                  <a:pt x="1991050" y="62516"/>
                  <a:pt x="2275930" y="0"/>
                </a:cubicBezTo>
                <a:cubicBezTo>
                  <a:pt x="2560810" y="-62516"/>
                  <a:pt x="2764877" y="24309"/>
                  <a:pt x="2896121" y="0"/>
                </a:cubicBezTo>
                <a:cubicBezTo>
                  <a:pt x="3027365" y="-24309"/>
                  <a:pt x="3333223" y="68499"/>
                  <a:pt x="3567521" y="0"/>
                </a:cubicBezTo>
                <a:cubicBezTo>
                  <a:pt x="3801819" y="-68499"/>
                  <a:pt x="3880549" y="26681"/>
                  <a:pt x="4034086" y="0"/>
                </a:cubicBezTo>
                <a:cubicBezTo>
                  <a:pt x="4187623" y="-26681"/>
                  <a:pt x="4292075" y="6610"/>
                  <a:pt x="4449444" y="0"/>
                </a:cubicBezTo>
                <a:cubicBezTo>
                  <a:pt x="4606813" y="-6610"/>
                  <a:pt x="4924858" y="50377"/>
                  <a:pt x="5120843" y="0"/>
                </a:cubicBezTo>
                <a:cubicBezTo>
                  <a:pt x="5124064" y="177052"/>
                  <a:pt x="5075000" y="364208"/>
                  <a:pt x="5120843" y="609437"/>
                </a:cubicBezTo>
                <a:cubicBezTo>
                  <a:pt x="5166686" y="854666"/>
                  <a:pt x="5080602" y="1006665"/>
                  <a:pt x="5120843" y="1258744"/>
                </a:cubicBezTo>
                <a:cubicBezTo>
                  <a:pt x="5161084" y="1510823"/>
                  <a:pt x="5065440" y="1665073"/>
                  <a:pt x="5120843" y="1908051"/>
                </a:cubicBezTo>
                <a:cubicBezTo>
                  <a:pt x="5176246" y="2151029"/>
                  <a:pt x="5063729" y="2204958"/>
                  <a:pt x="5120843" y="2477618"/>
                </a:cubicBezTo>
                <a:cubicBezTo>
                  <a:pt x="5177957" y="2750278"/>
                  <a:pt x="5087919" y="2838664"/>
                  <a:pt x="5120843" y="3126925"/>
                </a:cubicBezTo>
                <a:cubicBezTo>
                  <a:pt x="5153767" y="3415186"/>
                  <a:pt x="5044073" y="3617059"/>
                  <a:pt x="5120843" y="3986972"/>
                </a:cubicBezTo>
                <a:cubicBezTo>
                  <a:pt x="4997668" y="3999707"/>
                  <a:pt x="4820200" y="3951302"/>
                  <a:pt x="4705486" y="3986972"/>
                </a:cubicBezTo>
                <a:cubicBezTo>
                  <a:pt x="4590772" y="4022642"/>
                  <a:pt x="4451539" y="3944457"/>
                  <a:pt x="4238920" y="3986972"/>
                </a:cubicBezTo>
                <a:cubicBezTo>
                  <a:pt x="4026301" y="4029487"/>
                  <a:pt x="3838266" y="3921800"/>
                  <a:pt x="3618729" y="3986972"/>
                </a:cubicBezTo>
                <a:cubicBezTo>
                  <a:pt x="3399192" y="4052144"/>
                  <a:pt x="3343191" y="3981849"/>
                  <a:pt x="3152163" y="3986972"/>
                </a:cubicBezTo>
                <a:cubicBezTo>
                  <a:pt x="2961135" y="3992095"/>
                  <a:pt x="2783312" y="3927901"/>
                  <a:pt x="2583181" y="3986972"/>
                </a:cubicBezTo>
                <a:cubicBezTo>
                  <a:pt x="2383050" y="4046043"/>
                  <a:pt x="2319553" y="3935605"/>
                  <a:pt x="2065407" y="3986972"/>
                </a:cubicBezTo>
                <a:cubicBezTo>
                  <a:pt x="1811261" y="4038339"/>
                  <a:pt x="1855188" y="3971939"/>
                  <a:pt x="1650049" y="3986972"/>
                </a:cubicBezTo>
                <a:cubicBezTo>
                  <a:pt x="1444910" y="4002005"/>
                  <a:pt x="1360394" y="3981690"/>
                  <a:pt x="1081067" y="3986972"/>
                </a:cubicBezTo>
                <a:cubicBezTo>
                  <a:pt x="801740" y="3992254"/>
                  <a:pt x="814428" y="3941863"/>
                  <a:pt x="665710" y="3986972"/>
                </a:cubicBezTo>
                <a:cubicBezTo>
                  <a:pt x="516992" y="4032081"/>
                  <a:pt x="318869" y="3967429"/>
                  <a:pt x="0" y="3986972"/>
                </a:cubicBezTo>
                <a:cubicBezTo>
                  <a:pt x="-38782" y="3876890"/>
                  <a:pt x="24531" y="3734988"/>
                  <a:pt x="0" y="3537014"/>
                </a:cubicBezTo>
                <a:cubicBezTo>
                  <a:pt x="-24531" y="3339040"/>
                  <a:pt x="3800" y="3024723"/>
                  <a:pt x="0" y="2887707"/>
                </a:cubicBezTo>
                <a:cubicBezTo>
                  <a:pt x="-3800" y="2750691"/>
                  <a:pt x="22496" y="2499081"/>
                  <a:pt x="0" y="2358009"/>
                </a:cubicBezTo>
                <a:cubicBezTo>
                  <a:pt x="-22496" y="2216937"/>
                  <a:pt x="26334" y="2017386"/>
                  <a:pt x="0" y="1868181"/>
                </a:cubicBezTo>
                <a:cubicBezTo>
                  <a:pt x="-26334" y="1718976"/>
                  <a:pt x="31746" y="1426559"/>
                  <a:pt x="0" y="1218874"/>
                </a:cubicBezTo>
                <a:cubicBezTo>
                  <a:pt x="-31746" y="1011189"/>
                  <a:pt x="40466" y="846605"/>
                  <a:pt x="0" y="729046"/>
                </a:cubicBezTo>
                <a:cubicBezTo>
                  <a:pt x="-40466" y="611487"/>
                  <a:pt x="3188" y="174080"/>
                  <a:pt x="0" y="0"/>
                </a:cubicBezTo>
                <a:close/>
              </a:path>
            </a:pathLst>
          </a:custGeom>
          <a:ln>
            <a:noFill/>
            <a:extLst>
              <a:ext uri="{C807C97D-BFC1-408E-A445-0C87EB9F89A2}">
                <ask:lineSketchStyleProps xmlns:ask="http://schemas.microsoft.com/office/drawing/2018/sketchyshapes" sd="3368494492">
                  <a:prstGeom prst="rect">
                    <a:avLst/>
                  </a:prstGeom>
                  <ask:type>
                    <ask:lineSketchScribble/>
                  </ask:type>
                </ask:lineSketchStyleProps>
              </a:ext>
            </a:extLst>
          </a:ln>
        </p:spPr>
        <p:txBody>
          <a:bodyPr vert="horz" lIns="91440" tIns="45720" rIns="91440" bIns="45720" rtlCol="0">
            <a:normAutofit fontScale="62500" lnSpcReduction="20000"/>
          </a:bodyPr>
          <a:lstStyle>
            <a:lvl1pPr marL="257175" lvl="0" indent="-257175" defTabSz="342900">
              <a:spcBef>
                <a:spcPts val="1000"/>
              </a:spcBef>
              <a:spcAft>
                <a:spcPts val="600"/>
              </a:spcAft>
              <a:buClrTx/>
              <a:buFont typeface="Arial" panose="020B0604020202020204" pitchFamily="34" charset="0"/>
              <a:buChar char="•"/>
              <a:defRPr sz="2400">
                <a:latin typeface="Calibri" panose="020F0502020204030204" pitchFamily="34" charset="0"/>
                <a:cs typeface="Calibri" panose="020F0502020204030204" pitchFamily="34" charset="0"/>
              </a:defRPr>
            </a:lvl1pPr>
            <a:lvl2pPr marL="685800" lvl="1" indent="-34290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2pPr>
            <a:lvl3pPr marL="857250" lvl="2" indent="-171450" defTabSz="342900">
              <a:spcBef>
                <a:spcPts val="1000"/>
              </a:spcBef>
              <a:spcAft>
                <a:spcPts val="600"/>
              </a:spcAft>
              <a:buClrTx/>
              <a:buSzPct val="100000"/>
              <a:buFont typeface="Arial" panose="020B0604020202020204" pitchFamily="34" charset="0"/>
              <a:buChar char="•"/>
              <a:defRPr sz="2000">
                <a:latin typeface="Calibri" panose="020F0502020204030204" pitchFamily="34" charset="0"/>
                <a:cs typeface="Calibri" panose="020F0502020204030204" pitchFamily="34" charset="0"/>
              </a:defRPr>
            </a:lvl3pPr>
            <a:lvl4pPr marL="1200150" lvl="3"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4pPr>
            <a:lvl5pPr marL="1543050" lvl="4"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pPr lvl="0"/>
            <a:r>
              <a:rPr lang="en-US" dirty="0">
                <a:solidFill>
                  <a:schemeClr val="accent1"/>
                </a:solidFill>
              </a:rPr>
              <a:t>Lab types</a:t>
            </a:r>
          </a:p>
          <a:p>
            <a:pPr lvl="1"/>
            <a:r>
              <a:rPr lang="en-US" dirty="0">
                <a:solidFill>
                  <a:schemeClr val="accent1"/>
                </a:solidFill>
              </a:rPr>
              <a:t>Assisted labs guide you step-by-step through tasks</a:t>
            </a:r>
          </a:p>
          <a:p>
            <a:pPr lvl="1"/>
            <a:r>
              <a:rPr lang="en-US" dirty="0">
                <a:solidFill>
                  <a:schemeClr val="accent1"/>
                </a:solidFill>
              </a:rPr>
              <a:t>Applied labs set goals with limited guidance</a:t>
            </a:r>
          </a:p>
          <a:p>
            <a:pPr lvl="0"/>
            <a:r>
              <a:rPr lang="en-US" dirty="0">
                <a:solidFill>
                  <a:schemeClr val="accent1"/>
                </a:solidFill>
              </a:rPr>
              <a:t>Complete lab</a:t>
            </a:r>
          </a:p>
          <a:p>
            <a:pPr lvl="1"/>
            <a:r>
              <a:rPr lang="en-US" dirty="0">
                <a:solidFill>
                  <a:schemeClr val="accent1"/>
                </a:solidFill>
              </a:rPr>
              <a:t>Submit all items for grading and check each progress box</a:t>
            </a:r>
          </a:p>
          <a:p>
            <a:pPr lvl="1"/>
            <a:r>
              <a:rPr lang="en-US" dirty="0">
                <a:solidFill>
                  <a:schemeClr val="accent1"/>
                </a:solidFill>
              </a:rPr>
              <a:t>Select “Grade Lab” from final page</a:t>
            </a:r>
          </a:p>
          <a:p>
            <a:pPr lvl="0"/>
            <a:r>
              <a:rPr lang="en-US" dirty="0">
                <a:solidFill>
                  <a:schemeClr val="accent1"/>
                </a:solidFill>
              </a:rPr>
              <a:t>Save lab</a:t>
            </a:r>
          </a:p>
          <a:p>
            <a:pPr lvl="1"/>
            <a:r>
              <a:rPr lang="en-US" dirty="0">
                <a:solidFill>
                  <a:schemeClr val="accent1"/>
                </a:solidFill>
              </a:rPr>
              <a:t>Select the hamburger menu and select “Save”</a:t>
            </a:r>
          </a:p>
          <a:p>
            <a:pPr lvl="1"/>
            <a:r>
              <a:rPr lang="en-US" dirty="0">
                <a:solidFill>
                  <a:schemeClr val="accent1"/>
                </a:solidFill>
              </a:rPr>
              <a:t>Save up to two labs in progress for up to 7 days</a:t>
            </a:r>
            <a:endParaRPr lang="en-GB" dirty="0">
              <a:solidFill>
                <a:schemeClr val="accent1"/>
              </a:solidFill>
            </a:endParaRPr>
          </a:p>
          <a:p>
            <a:pPr lvl="0"/>
            <a:r>
              <a:rPr lang="en-US" dirty="0">
                <a:solidFill>
                  <a:schemeClr val="accent1"/>
                </a:solidFill>
              </a:rPr>
              <a:t>Cancel lab without grading</a:t>
            </a:r>
          </a:p>
          <a:p>
            <a:pPr marL="685800" marR="0" lvl="1" indent="-342900"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dirty="0">
                <a:solidFill>
                  <a:schemeClr val="accent1"/>
                </a:solidFill>
              </a:rPr>
              <a:t>Select the hamburger menu and select “End”</a:t>
            </a:r>
          </a:p>
        </p:txBody>
      </p:sp>
      <p:pic>
        <p:nvPicPr>
          <p:cNvPr id="6" name="Graphic 5">
            <a:extLst>
              <a:ext uri="{FF2B5EF4-FFF2-40B4-BE49-F238E27FC236}">
                <a16:creationId xmlns:a16="http://schemas.microsoft.com/office/drawing/2014/main" id="{57BE2E88-1023-417C-91BD-53B87CC9E2B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421816">
            <a:off x="3988506" y="507806"/>
            <a:ext cx="2225591" cy="575230"/>
          </a:xfrm>
          <a:prstGeom prst="rect">
            <a:avLst/>
          </a:prstGeom>
        </p:spPr>
      </p:pic>
      <p:pic>
        <p:nvPicPr>
          <p:cNvPr id="7" name="Graphic 6">
            <a:extLst>
              <a:ext uri="{FF2B5EF4-FFF2-40B4-BE49-F238E27FC236}">
                <a16:creationId xmlns:a16="http://schemas.microsoft.com/office/drawing/2014/main" id="{21E5D5AE-DD5E-43DF-9E59-06879D1C363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8457" y="2041782"/>
            <a:ext cx="1275893" cy="190500"/>
          </a:xfrm>
          <a:prstGeom prst="rect">
            <a:avLst/>
          </a:prstGeom>
        </p:spPr>
      </p:pic>
      <p:pic>
        <p:nvPicPr>
          <p:cNvPr id="8" name="Graphic 7">
            <a:extLst>
              <a:ext uri="{FF2B5EF4-FFF2-40B4-BE49-F238E27FC236}">
                <a16:creationId xmlns:a16="http://schemas.microsoft.com/office/drawing/2014/main" id="{B3C5ED1D-C224-4E8C-A1A6-7BA094A47E72}"/>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5042424" y="2922609"/>
            <a:ext cx="1694926" cy="422305"/>
          </a:xfrm>
          <a:prstGeom prst="rect">
            <a:avLst/>
          </a:prstGeom>
        </p:spPr>
      </p:pic>
    </p:spTree>
    <p:extLst>
      <p:ext uri="{BB962C8B-B14F-4D97-AF65-F5344CB8AC3E}">
        <p14:creationId xmlns:p14="http://schemas.microsoft.com/office/powerpoint/2010/main" val="3073644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12A6636-FB7B-434B-90D7-F68D09FF271C}"/>
              </a:ext>
            </a:extLst>
          </p:cNvPr>
          <p:cNvSpPr>
            <a:spLocks noGrp="1"/>
          </p:cNvSpPr>
          <p:nvPr>
            <p:ph type="subTitle" idx="1"/>
          </p:nvPr>
        </p:nvSpPr>
        <p:spPr/>
        <p:txBody>
          <a:bodyPr/>
          <a:lstStyle/>
          <a:p>
            <a:r>
              <a:rPr lang="en-US"/>
              <a:t>Lesson 16</a:t>
            </a:r>
            <a:endParaRPr lang="en-US" dirty="0"/>
          </a:p>
        </p:txBody>
      </p:sp>
      <p:sp>
        <p:nvSpPr>
          <p:cNvPr id="3" name="Text Placeholder 2">
            <a:extLst>
              <a:ext uri="{FF2B5EF4-FFF2-40B4-BE49-F238E27FC236}">
                <a16:creationId xmlns:a16="http://schemas.microsoft.com/office/drawing/2014/main" id="{ED0895CF-B89C-4362-9D1E-CA6D941DA106}"/>
              </a:ext>
            </a:extLst>
          </p:cNvPr>
          <p:cNvSpPr>
            <a:spLocks noGrp="1"/>
          </p:cNvSpPr>
          <p:nvPr>
            <p:ph type="body" sz="quarter" idx="12"/>
          </p:nvPr>
        </p:nvSpPr>
        <p:spPr/>
        <p:txBody>
          <a:bodyPr/>
          <a:lstStyle/>
          <a:p>
            <a:endParaRPr lang="en-US"/>
          </a:p>
        </p:txBody>
      </p:sp>
      <p:sp>
        <p:nvSpPr>
          <p:cNvPr id="4" name="Slide Number Placeholder 3">
            <a:extLst>
              <a:ext uri="{FF2B5EF4-FFF2-40B4-BE49-F238E27FC236}">
                <a16:creationId xmlns:a16="http://schemas.microsoft.com/office/drawing/2014/main" id="{A345E4A2-6543-4B60-AB1F-E70A19E69999}"/>
              </a:ext>
            </a:extLst>
          </p:cNvPr>
          <p:cNvSpPr>
            <a:spLocks noGrp="1"/>
          </p:cNvSpPr>
          <p:nvPr>
            <p:ph type="sldNum" sz="quarter" idx="10"/>
          </p:nvPr>
        </p:nvSpPr>
        <p:spPr/>
        <p:txBody>
          <a:bodyPr/>
          <a:lstStyle/>
          <a:p>
            <a:fld id="{B7CF8A19-3A9E-4ABC-B336-2FDDE321C72D}" type="slidenum">
              <a:rPr lang="en-US" smtClean="0"/>
              <a:pPr/>
              <a:t>39</a:t>
            </a:fld>
            <a:endParaRPr lang="en-US"/>
          </a:p>
        </p:txBody>
      </p:sp>
    </p:spTree>
    <p:extLst>
      <p:ext uri="{BB962C8B-B14F-4D97-AF65-F5344CB8AC3E}">
        <p14:creationId xmlns:p14="http://schemas.microsoft.com/office/powerpoint/2010/main" val="2875311080"/>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19" ma:contentTypeDescription="Create a new document." ma:contentTypeScope="" ma:versionID="982e8a56513d1ee2aafc01cca592f65d">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7e83a006b54384a7189437426092eef"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68CEC4-B28B-42DB-B072-764051F871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3178</TotalTime>
  <Words>3020</Words>
  <Application>Microsoft Office PowerPoint</Application>
  <PresentationFormat>On-screen Show (16:9)</PresentationFormat>
  <Paragraphs>292</Paragraphs>
  <Slides>39</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Calibri</vt:lpstr>
      <vt:lpstr>Open Sans</vt:lpstr>
      <vt:lpstr>Arial</vt:lpstr>
      <vt:lpstr>comptia_ov</vt:lpstr>
      <vt:lpstr>Exam PT0-002</vt:lpstr>
      <vt:lpstr>Leveraging the Attack: Pivot and Penetrate</vt:lpstr>
      <vt:lpstr>Objectives</vt:lpstr>
      <vt:lpstr>Test Credentials</vt:lpstr>
      <vt:lpstr>Offline Password Attacks</vt:lpstr>
      <vt:lpstr>Attempting a Dictionary Attack</vt:lpstr>
      <vt:lpstr>Bypassing Lock Out Limits</vt:lpstr>
      <vt:lpstr>Using a Brute Force Attack</vt:lpstr>
      <vt:lpstr>Attacking Linux and Windows Passwords</vt:lpstr>
      <vt:lpstr>Evaluating Password Cracking Tools</vt:lpstr>
      <vt:lpstr>Alternative Methods to Obtain Credentials</vt:lpstr>
      <vt:lpstr>Test Credentials</vt:lpstr>
      <vt:lpstr>PowerPoint Presentation</vt:lpstr>
      <vt:lpstr>Move Throughout the System</vt:lpstr>
      <vt:lpstr>Upgrading a Restrictive (Linux) </vt:lpstr>
      <vt:lpstr>Moving Laterally </vt:lpstr>
      <vt:lpstr>Lateral Movement with Remote Access Services</vt:lpstr>
      <vt:lpstr>Pivoting into Other Areas</vt:lpstr>
      <vt:lpstr>Obtaining the Hash </vt:lpstr>
      <vt:lpstr>Escalating Privileges </vt:lpstr>
      <vt:lpstr>Gaining Control in Windows </vt:lpstr>
      <vt:lpstr>Escalating Privileges in Linux </vt:lpstr>
      <vt:lpstr>Move Throughout the System</vt:lpstr>
      <vt:lpstr>Maintain Persistence</vt:lpstr>
      <vt:lpstr>Creating a Foothold </vt:lpstr>
      <vt:lpstr>Avoiding an Advanced Persistent Threat (APT)</vt:lpstr>
      <vt:lpstr>Bypassing Restrictions</vt:lpstr>
      <vt:lpstr>Using Backdoors and Trojans </vt:lpstr>
      <vt:lpstr>Remote Access Services</vt:lpstr>
      <vt:lpstr>Employing Reverse and Bind Shells</vt:lpstr>
      <vt:lpstr>Comparing Services and Daemons </vt:lpstr>
      <vt:lpstr>Registry and Startup Locations</vt:lpstr>
      <vt:lpstr>Scheduling Tasks </vt:lpstr>
      <vt:lpstr>Using cron Jobs</vt:lpstr>
      <vt:lpstr>Maintaining Persistence</vt:lpstr>
      <vt:lpstr>Maintain Persistence</vt:lpstr>
      <vt:lpstr>Maintain Persistence</vt:lpstr>
      <vt:lpstr>PowerPoint Presentation</vt:lpstr>
      <vt:lpstr>PowerPoint Presentation</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Danielle Andries</dc:creator>
  <dc:description>Copyright © 2022 CompTIA, Inc. All Rights Reserved.  |  CompTIA.org</dc:description>
  <cp:lastModifiedBy>Danielle Andries</cp:lastModifiedBy>
  <cp:revision>13</cp:revision>
  <dcterms:created xsi:type="dcterms:W3CDTF">2021-09-23T15:15:08Z</dcterms:created>
  <dcterms:modified xsi:type="dcterms:W3CDTF">2022-10-19T21:49:43Z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